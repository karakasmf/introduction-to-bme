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45" r:id="rId1"/>
  </p:sldMasterIdLst>
  <p:notesMasterIdLst>
    <p:notesMasterId r:id="rId36"/>
  </p:notesMasterIdLst>
  <p:sldIdLst>
    <p:sldId id="256" r:id="rId2"/>
    <p:sldId id="281" r:id="rId3"/>
    <p:sldId id="261" r:id="rId4"/>
    <p:sldId id="409" r:id="rId5"/>
    <p:sldId id="408" r:id="rId6"/>
    <p:sldId id="410" r:id="rId7"/>
    <p:sldId id="411" r:id="rId8"/>
    <p:sldId id="412" r:id="rId9"/>
    <p:sldId id="268" r:id="rId10"/>
    <p:sldId id="269" r:id="rId11"/>
    <p:sldId id="270" r:id="rId12"/>
    <p:sldId id="271" r:id="rId13"/>
    <p:sldId id="272" r:id="rId14"/>
    <p:sldId id="273" r:id="rId15"/>
    <p:sldId id="274" r:id="rId16"/>
    <p:sldId id="275" r:id="rId17"/>
    <p:sldId id="276" r:id="rId18"/>
    <p:sldId id="277" r:id="rId19"/>
    <p:sldId id="278" r:id="rId20"/>
    <p:sldId id="279" r:id="rId21"/>
    <p:sldId id="280" r:id="rId22"/>
    <p:sldId id="289" r:id="rId23"/>
    <p:sldId id="386" r:id="rId24"/>
    <p:sldId id="387" r:id="rId25"/>
    <p:sldId id="388" r:id="rId26"/>
    <p:sldId id="389" r:id="rId27"/>
    <p:sldId id="390" r:id="rId28"/>
    <p:sldId id="391" r:id="rId29"/>
    <p:sldId id="392" r:id="rId30"/>
    <p:sldId id="393" r:id="rId31"/>
    <p:sldId id="288" r:id="rId32"/>
    <p:sldId id="291" r:id="rId33"/>
    <p:sldId id="397" r:id="rId34"/>
    <p:sldId id="292" r:id="rId3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57"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diagrams/_rels/data1.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12" Type="http://schemas.openxmlformats.org/officeDocument/2006/relationships/image" Target="../media/image16.sv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11" Type="http://schemas.openxmlformats.org/officeDocument/2006/relationships/image" Target="../media/image15.png"/><Relationship Id="rId5" Type="http://schemas.openxmlformats.org/officeDocument/2006/relationships/image" Target="../media/image9.png"/><Relationship Id="rId10" Type="http://schemas.openxmlformats.org/officeDocument/2006/relationships/image" Target="../media/image14.svg"/><Relationship Id="rId4" Type="http://schemas.openxmlformats.org/officeDocument/2006/relationships/image" Target="../media/image8.svg"/><Relationship Id="rId9" Type="http://schemas.openxmlformats.org/officeDocument/2006/relationships/image" Target="../media/image13.png"/></Relationships>
</file>

<file path=ppt/diagrams/_rels/data2.xml.rels><?xml version="1.0" encoding="UTF-8" standalone="yes"?>
<Relationships xmlns="http://schemas.openxmlformats.org/package/2006/relationships"><Relationship Id="rId8" Type="http://schemas.openxmlformats.org/officeDocument/2006/relationships/image" Target="../media/image24.sv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image" Target="../media/image18.svg"/><Relationship Id="rId1" Type="http://schemas.openxmlformats.org/officeDocument/2006/relationships/image" Target="../media/image17.png"/><Relationship Id="rId6" Type="http://schemas.openxmlformats.org/officeDocument/2006/relationships/image" Target="../media/image22.svg"/><Relationship Id="rId5" Type="http://schemas.openxmlformats.org/officeDocument/2006/relationships/image" Target="../media/image21.png"/><Relationship Id="rId10" Type="http://schemas.openxmlformats.org/officeDocument/2006/relationships/image" Target="../media/image26.svg"/><Relationship Id="rId4" Type="http://schemas.openxmlformats.org/officeDocument/2006/relationships/image" Target="../media/image20.svg"/><Relationship Id="rId9" Type="http://schemas.openxmlformats.org/officeDocument/2006/relationships/image" Target="../media/image25.png"/></Relationships>
</file>

<file path=ppt/diagrams/_rels/data3.xml.rels><?xml version="1.0" encoding="UTF-8" standalone="yes"?>
<Relationships xmlns="http://schemas.openxmlformats.org/package/2006/relationships"><Relationship Id="rId8" Type="http://schemas.openxmlformats.org/officeDocument/2006/relationships/image" Target="../media/image34.sv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image" Target="../media/image28.svg"/><Relationship Id="rId1" Type="http://schemas.openxmlformats.org/officeDocument/2006/relationships/image" Target="../media/image27.png"/><Relationship Id="rId6" Type="http://schemas.openxmlformats.org/officeDocument/2006/relationships/image" Target="../media/image32.svg"/><Relationship Id="rId5" Type="http://schemas.openxmlformats.org/officeDocument/2006/relationships/image" Target="../media/image31.png"/><Relationship Id="rId4" Type="http://schemas.openxmlformats.org/officeDocument/2006/relationships/image" Target="../media/image30.svg"/></Relationships>
</file>

<file path=ppt/diagrams/_rels/data4.xml.rels><?xml version="1.0" encoding="UTF-8" standalone="yes"?>
<Relationships xmlns="http://schemas.openxmlformats.org/package/2006/relationships"><Relationship Id="rId8" Type="http://schemas.openxmlformats.org/officeDocument/2006/relationships/image" Target="../media/image42.svg"/><Relationship Id="rId3" Type="http://schemas.openxmlformats.org/officeDocument/2006/relationships/image" Target="../media/image37.png"/><Relationship Id="rId7" Type="http://schemas.openxmlformats.org/officeDocument/2006/relationships/image" Target="../media/image41.png"/><Relationship Id="rId2" Type="http://schemas.openxmlformats.org/officeDocument/2006/relationships/image" Target="../media/image36.svg"/><Relationship Id="rId1" Type="http://schemas.openxmlformats.org/officeDocument/2006/relationships/image" Target="../media/image35.png"/><Relationship Id="rId6" Type="http://schemas.openxmlformats.org/officeDocument/2006/relationships/image" Target="../media/image40.svg"/><Relationship Id="rId5" Type="http://schemas.openxmlformats.org/officeDocument/2006/relationships/image" Target="../media/image39.png"/><Relationship Id="rId4" Type="http://schemas.openxmlformats.org/officeDocument/2006/relationships/image" Target="../media/image38.svg"/></Relationships>
</file>

<file path=ppt/diagrams/_rels/data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svg"/><Relationship Id="rId1" Type="http://schemas.openxmlformats.org/officeDocument/2006/relationships/image" Target="../media/image43.png"/><Relationship Id="rId6" Type="http://schemas.openxmlformats.org/officeDocument/2006/relationships/image" Target="../media/image47.svg"/><Relationship Id="rId5" Type="http://schemas.openxmlformats.org/officeDocument/2006/relationships/image" Target="../media/image31.png"/><Relationship Id="rId4" Type="http://schemas.openxmlformats.org/officeDocument/2006/relationships/image" Target="../media/image46.svg"/></Relationships>
</file>

<file path=ppt/diagrams/_rels/data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svg"/><Relationship Id="rId1" Type="http://schemas.openxmlformats.org/officeDocument/2006/relationships/image" Target="../media/image48.png"/><Relationship Id="rId4" Type="http://schemas.openxmlformats.org/officeDocument/2006/relationships/image" Target="../media/image51.svg"/></Relationships>
</file>

<file path=ppt/diagrams/_rels/data8.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svg"/><Relationship Id="rId1" Type="http://schemas.openxmlformats.org/officeDocument/2006/relationships/image" Target="../media/image63.png"/><Relationship Id="rId6" Type="http://schemas.openxmlformats.org/officeDocument/2006/relationships/image" Target="../media/image38.svg"/><Relationship Id="rId5" Type="http://schemas.openxmlformats.org/officeDocument/2006/relationships/image" Target="../media/image37.png"/><Relationship Id="rId4" Type="http://schemas.openxmlformats.org/officeDocument/2006/relationships/image" Target="../media/image66.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12" Type="http://schemas.openxmlformats.org/officeDocument/2006/relationships/image" Target="../media/image16.sv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11" Type="http://schemas.openxmlformats.org/officeDocument/2006/relationships/image" Target="../media/image15.png"/><Relationship Id="rId5" Type="http://schemas.openxmlformats.org/officeDocument/2006/relationships/image" Target="../media/image9.png"/><Relationship Id="rId10" Type="http://schemas.openxmlformats.org/officeDocument/2006/relationships/image" Target="../media/image14.svg"/><Relationship Id="rId4" Type="http://schemas.openxmlformats.org/officeDocument/2006/relationships/image" Target="../media/image8.svg"/><Relationship Id="rId9" Type="http://schemas.openxmlformats.org/officeDocument/2006/relationships/image" Target="../media/image13.png"/></Relationships>
</file>

<file path=ppt/diagrams/_rels/drawing2.xml.rels><?xml version="1.0" encoding="UTF-8" standalone="yes"?>
<Relationships xmlns="http://schemas.openxmlformats.org/package/2006/relationships"><Relationship Id="rId8" Type="http://schemas.openxmlformats.org/officeDocument/2006/relationships/image" Target="../media/image24.sv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image" Target="../media/image18.svg"/><Relationship Id="rId1" Type="http://schemas.openxmlformats.org/officeDocument/2006/relationships/image" Target="../media/image17.png"/><Relationship Id="rId6" Type="http://schemas.openxmlformats.org/officeDocument/2006/relationships/image" Target="../media/image22.svg"/><Relationship Id="rId5" Type="http://schemas.openxmlformats.org/officeDocument/2006/relationships/image" Target="../media/image21.png"/><Relationship Id="rId10" Type="http://schemas.openxmlformats.org/officeDocument/2006/relationships/image" Target="../media/image26.svg"/><Relationship Id="rId4" Type="http://schemas.openxmlformats.org/officeDocument/2006/relationships/image" Target="../media/image20.svg"/><Relationship Id="rId9" Type="http://schemas.openxmlformats.org/officeDocument/2006/relationships/image" Target="../media/image25.png"/></Relationships>
</file>

<file path=ppt/diagrams/_rels/drawing3.xml.rels><?xml version="1.0" encoding="UTF-8" standalone="yes"?>
<Relationships xmlns="http://schemas.openxmlformats.org/package/2006/relationships"><Relationship Id="rId8" Type="http://schemas.openxmlformats.org/officeDocument/2006/relationships/image" Target="../media/image34.sv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image" Target="../media/image28.svg"/><Relationship Id="rId1" Type="http://schemas.openxmlformats.org/officeDocument/2006/relationships/image" Target="../media/image27.png"/><Relationship Id="rId6" Type="http://schemas.openxmlformats.org/officeDocument/2006/relationships/image" Target="../media/image32.svg"/><Relationship Id="rId5" Type="http://schemas.openxmlformats.org/officeDocument/2006/relationships/image" Target="../media/image31.png"/><Relationship Id="rId4" Type="http://schemas.openxmlformats.org/officeDocument/2006/relationships/image" Target="../media/image30.svg"/></Relationships>
</file>

<file path=ppt/diagrams/_rels/drawing4.xml.rels><?xml version="1.0" encoding="UTF-8" standalone="yes"?>
<Relationships xmlns="http://schemas.openxmlformats.org/package/2006/relationships"><Relationship Id="rId8" Type="http://schemas.openxmlformats.org/officeDocument/2006/relationships/image" Target="../media/image42.svg"/><Relationship Id="rId3" Type="http://schemas.openxmlformats.org/officeDocument/2006/relationships/image" Target="../media/image37.png"/><Relationship Id="rId7" Type="http://schemas.openxmlformats.org/officeDocument/2006/relationships/image" Target="../media/image41.png"/><Relationship Id="rId2" Type="http://schemas.openxmlformats.org/officeDocument/2006/relationships/image" Target="../media/image36.svg"/><Relationship Id="rId1" Type="http://schemas.openxmlformats.org/officeDocument/2006/relationships/image" Target="../media/image35.png"/><Relationship Id="rId6" Type="http://schemas.openxmlformats.org/officeDocument/2006/relationships/image" Target="../media/image40.svg"/><Relationship Id="rId5" Type="http://schemas.openxmlformats.org/officeDocument/2006/relationships/image" Target="../media/image39.png"/><Relationship Id="rId4" Type="http://schemas.openxmlformats.org/officeDocument/2006/relationships/image" Target="../media/image38.svg"/></Relationships>
</file>

<file path=ppt/diagrams/_rels/drawing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svg"/><Relationship Id="rId1" Type="http://schemas.openxmlformats.org/officeDocument/2006/relationships/image" Target="../media/image43.png"/><Relationship Id="rId6" Type="http://schemas.openxmlformats.org/officeDocument/2006/relationships/image" Target="../media/image47.svg"/><Relationship Id="rId5" Type="http://schemas.openxmlformats.org/officeDocument/2006/relationships/image" Target="../media/image31.png"/><Relationship Id="rId4" Type="http://schemas.openxmlformats.org/officeDocument/2006/relationships/image" Target="../media/image46.svg"/></Relationships>
</file>

<file path=ppt/diagrams/_rels/drawing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svg"/><Relationship Id="rId1" Type="http://schemas.openxmlformats.org/officeDocument/2006/relationships/image" Target="../media/image48.png"/><Relationship Id="rId4" Type="http://schemas.openxmlformats.org/officeDocument/2006/relationships/image" Target="../media/image51.svg"/></Relationships>
</file>

<file path=ppt/diagrams/_rels/drawing8.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svg"/><Relationship Id="rId1" Type="http://schemas.openxmlformats.org/officeDocument/2006/relationships/image" Target="../media/image63.png"/><Relationship Id="rId6" Type="http://schemas.openxmlformats.org/officeDocument/2006/relationships/image" Target="../media/image38.svg"/><Relationship Id="rId5" Type="http://schemas.openxmlformats.org/officeDocument/2006/relationships/image" Target="../media/image37.png"/><Relationship Id="rId4" Type="http://schemas.openxmlformats.org/officeDocument/2006/relationships/image" Target="../media/image66.svg"/></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18/5/colors/Iconchunking_neutralicontext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data1.xml><?xml version="1.0" encoding="utf-8"?>
<dgm:dataModel xmlns:dgm="http://schemas.openxmlformats.org/drawingml/2006/diagram" xmlns:a="http://schemas.openxmlformats.org/drawingml/2006/main">
  <dgm:ptLst>
    <dgm:pt modelId="{EF6EE671-04D2-4AAE-ADA1-5F776D7F54AE}" type="doc">
      <dgm:prSet loTypeId="urn:microsoft.com/office/officeart/2018/2/layout/IconVerticalSolidList" loCatId="icon" qsTypeId="urn:microsoft.com/office/officeart/2005/8/quickstyle/simple4" qsCatId="simple" csTypeId="urn:microsoft.com/office/officeart/2005/8/colors/colorful1" csCatId="colorful" phldr="1"/>
      <dgm:spPr/>
      <dgm:t>
        <a:bodyPr/>
        <a:lstStyle/>
        <a:p>
          <a:endParaRPr lang="en-US"/>
        </a:p>
      </dgm:t>
    </dgm:pt>
    <dgm:pt modelId="{5C15FE15-558A-4620-9CA0-FC976E33F86A}">
      <dgm:prSet custT="1"/>
      <dgm:spPr/>
      <dgm:t>
        <a:bodyPr/>
        <a:lstStyle/>
        <a:p>
          <a:pPr>
            <a:lnSpc>
              <a:spcPct val="100000"/>
            </a:lnSpc>
          </a:pPr>
          <a:r>
            <a:rPr lang="tr-TR" sz="1200" b="1"/>
            <a:t>Subje (Özne):</a:t>
          </a:r>
          <a:r>
            <a:rPr lang="tr-TR" sz="1200"/>
            <a:t> Üzerinde ölçüm yapılan canlı organizmadır (genellikle insan).</a:t>
          </a:r>
          <a:endParaRPr lang="en-US" sz="1200" dirty="0"/>
        </a:p>
      </dgm:t>
    </dgm:pt>
    <dgm:pt modelId="{F0E6E00B-D75F-41DD-A1C5-58F7DD7317F8}" type="parTrans" cxnId="{29FFC5CF-3B48-4B10-A617-910ED7EE508C}">
      <dgm:prSet/>
      <dgm:spPr/>
      <dgm:t>
        <a:bodyPr/>
        <a:lstStyle/>
        <a:p>
          <a:endParaRPr lang="en-US" sz="2800"/>
        </a:p>
      </dgm:t>
    </dgm:pt>
    <dgm:pt modelId="{70E277A7-1F38-43B9-A512-3572E6AEB400}" type="sibTrans" cxnId="{29FFC5CF-3B48-4B10-A617-910ED7EE508C}">
      <dgm:prSet/>
      <dgm:spPr/>
      <dgm:t>
        <a:bodyPr/>
        <a:lstStyle/>
        <a:p>
          <a:pPr>
            <a:lnSpc>
              <a:spcPct val="100000"/>
            </a:lnSpc>
          </a:pPr>
          <a:endParaRPr lang="en-US" sz="2800"/>
        </a:p>
      </dgm:t>
    </dgm:pt>
    <dgm:pt modelId="{47A135AF-C4D3-431B-A737-09E800CCEC20}">
      <dgm:prSet custT="1"/>
      <dgm:spPr/>
      <dgm:t>
        <a:bodyPr/>
        <a:lstStyle/>
        <a:p>
          <a:pPr>
            <a:lnSpc>
              <a:spcPct val="100000"/>
            </a:lnSpc>
          </a:pPr>
          <a:r>
            <a:rPr lang="tr-TR" sz="1200" b="1"/>
            <a:t>Uyarıcı (Stimulus):</a:t>
          </a:r>
          <a:r>
            <a:rPr lang="tr-TR" sz="1200"/>
            <a:t> Bazı ölçümlerde (örneğin görsel veya işitsel tepkilerin ölçülmesinde) organizmaya dışarıdan bir uyarı verilmesi gerekir. Bu ünite, gerekli uyarıyı (ışık, ses veya elektriksel uyarı) üretir ve subjeye uygular.</a:t>
          </a:r>
          <a:endParaRPr lang="en-US" sz="1200"/>
        </a:p>
      </dgm:t>
    </dgm:pt>
    <dgm:pt modelId="{01C8439B-75B3-49F1-94EA-193C1DCA63D8}" type="parTrans" cxnId="{8637FA3D-1B68-4BDB-9B94-0A2A745C3894}">
      <dgm:prSet/>
      <dgm:spPr/>
      <dgm:t>
        <a:bodyPr/>
        <a:lstStyle/>
        <a:p>
          <a:endParaRPr lang="en-US" sz="2800"/>
        </a:p>
      </dgm:t>
    </dgm:pt>
    <dgm:pt modelId="{0EFD4DE3-21EC-43B9-A61F-C49792FE1436}" type="sibTrans" cxnId="{8637FA3D-1B68-4BDB-9B94-0A2A745C3894}">
      <dgm:prSet/>
      <dgm:spPr/>
      <dgm:t>
        <a:bodyPr/>
        <a:lstStyle/>
        <a:p>
          <a:pPr>
            <a:lnSpc>
              <a:spcPct val="100000"/>
            </a:lnSpc>
          </a:pPr>
          <a:endParaRPr lang="en-US" sz="2800"/>
        </a:p>
      </dgm:t>
    </dgm:pt>
    <dgm:pt modelId="{D62C8C58-202C-41A4-8DBA-DF070D774778}">
      <dgm:prSet custT="1"/>
      <dgm:spPr>
        <a:solidFill>
          <a:schemeClr val="accent3"/>
        </a:solidFill>
      </dgm:spPr>
      <dgm:t>
        <a:bodyPr/>
        <a:lstStyle/>
        <a:p>
          <a:pPr>
            <a:lnSpc>
              <a:spcPct val="100000"/>
            </a:lnSpc>
          </a:pPr>
          <a:r>
            <a:rPr lang="tr-TR" sz="1200" b="1" dirty="0"/>
            <a:t>Dönüştürücü (</a:t>
          </a:r>
          <a:r>
            <a:rPr lang="tr-TR" sz="1200" b="1" dirty="0" err="1"/>
            <a:t>Transducer</a:t>
          </a:r>
          <a:r>
            <a:rPr lang="tr-TR" sz="1200" b="1" dirty="0"/>
            <a:t>):</a:t>
          </a:r>
          <a:r>
            <a:rPr lang="tr-TR" sz="1200" dirty="0"/>
            <a:t> Fizyolojik büyüklükleri (sıcaklık, basınç, akış vb.) elektriksel işaretlere çevirir. Dönüştürücü çıkışı daima elektriksel bir işarettir.</a:t>
          </a:r>
          <a:endParaRPr lang="en-US" sz="1200" dirty="0"/>
        </a:p>
      </dgm:t>
    </dgm:pt>
    <dgm:pt modelId="{6164B8C0-8DDF-4617-844D-478C5EA9A2A9}" type="parTrans" cxnId="{3824A173-CB62-4423-9443-0DAEF3C14104}">
      <dgm:prSet/>
      <dgm:spPr/>
      <dgm:t>
        <a:bodyPr/>
        <a:lstStyle/>
        <a:p>
          <a:endParaRPr lang="en-US" sz="2800"/>
        </a:p>
      </dgm:t>
    </dgm:pt>
    <dgm:pt modelId="{DC234E65-D136-4903-AE63-2A89EABBB4B6}" type="sibTrans" cxnId="{3824A173-CB62-4423-9443-0DAEF3C14104}">
      <dgm:prSet/>
      <dgm:spPr/>
      <dgm:t>
        <a:bodyPr/>
        <a:lstStyle/>
        <a:p>
          <a:pPr>
            <a:lnSpc>
              <a:spcPct val="100000"/>
            </a:lnSpc>
          </a:pPr>
          <a:endParaRPr lang="en-US" sz="2800"/>
        </a:p>
      </dgm:t>
    </dgm:pt>
    <dgm:pt modelId="{E7F5D164-358A-49B2-BC41-AE4CD35E1E2D}">
      <dgm:prSet custT="1"/>
      <dgm:spPr/>
      <dgm:t>
        <a:bodyPr/>
        <a:lstStyle/>
        <a:p>
          <a:pPr>
            <a:lnSpc>
              <a:spcPct val="100000"/>
            </a:lnSpc>
          </a:pPr>
          <a:r>
            <a:rPr lang="tr-TR" sz="1200" b="1"/>
            <a:t>İşaret İşleme:</a:t>
          </a:r>
          <a:r>
            <a:rPr lang="tr-TR" sz="1200"/>
            <a:t> Dönüştürücüden gelen elektriksel işareti, görüntüleme veya kaydetme ünitelerine uygun hale getirmek için işler (örneğin kuvvetlendirir).</a:t>
          </a:r>
          <a:endParaRPr lang="en-US" sz="1200"/>
        </a:p>
      </dgm:t>
    </dgm:pt>
    <dgm:pt modelId="{113E9A83-03A2-4208-91F1-CB1A1E9AC3FD}" type="parTrans" cxnId="{DD737B5D-616C-4120-806E-239EE95CECBC}">
      <dgm:prSet/>
      <dgm:spPr/>
      <dgm:t>
        <a:bodyPr/>
        <a:lstStyle/>
        <a:p>
          <a:endParaRPr lang="en-US" sz="2800"/>
        </a:p>
      </dgm:t>
    </dgm:pt>
    <dgm:pt modelId="{D4AE2210-0499-44E8-9545-608E28CEB22D}" type="sibTrans" cxnId="{DD737B5D-616C-4120-806E-239EE95CECBC}">
      <dgm:prSet/>
      <dgm:spPr/>
      <dgm:t>
        <a:bodyPr/>
        <a:lstStyle/>
        <a:p>
          <a:pPr>
            <a:lnSpc>
              <a:spcPct val="100000"/>
            </a:lnSpc>
          </a:pPr>
          <a:endParaRPr lang="en-US" sz="2800"/>
        </a:p>
      </dgm:t>
    </dgm:pt>
    <dgm:pt modelId="{2C4B9F51-BA7B-42A2-A761-224C050AB033}">
      <dgm:prSet custT="1"/>
      <dgm:spPr/>
      <dgm:t>
        <a:bodyPr/>
        <a:lstStyle/>
        <a:p>
          <a:pPr>
            <a:lnSpc>
              <a:spcPct val="100000"/>
            </a:lnSpc>
          </a:pPr>
          <a:r>
            <a:rPr lang="tr-TR" sz="1200" b="1"/>
            <a:t>Görüntüleme Ünitesi:</a:t>
          </a:r>
          <a:r>
            <a:rPr lang="tr-TR" sz="1200"/>
            <a:t> İşlenmiş işaretin anlamlı olabilmesi için ses veya görüntü şeklinde (örneğin grafik ekran) sunulduğu kısımdır.</a:t>
          </a:r>
          <a:endParaRPr lang="en-US" sz="1200"/>
        </a:p>
      </dgm:t>
    </dgm:pt>
    <dgm:pt modelId="{CB98C126-B2DE-480B-88CD-68E4BEBB08C8}" type="parTrans" cxnId="{1E633F03-F01F-4A46-993C-6F868CD9C4D5}">
      <dgm:prSet/>
      <dgm:spPr/>
      <dgm:t>
        <a:bodyPr/>
        <a:lstStyle/>
        <a:p>
          <a:endParaRPr lang="en-US" sz="2800"/>
        </a:p>
      </dgm:t>
    </dgm:pt>
    <dgm:pt modelId="{356F2C57-D1AD-4D25-98F1-823160B5E9D0}" type="sibTrans" cxnId="{1E633F03-F01F-4A46-993C-6F868CD9C4D5}">
      <dgm:prSet/>
      <dgm:spPr/>
      <dgm:t>
        <a:bodyPr/>
        <a:lstStyle/>
        <a:p>
          <a:pPr>
            <a:lnSpc>
              <a:spcPct val="100000"/>
            </a:lnSpc>
          </a:pPr>
          <a:endParaRPr lang="en-US" sz="2800"/>
        </a:p>
      </dgm:t>
    </dgm:pt>
    <dgm:pt modelId="{26C5C725-7670-4D28-973A-7A55D4A4A47A}">
      <dgm:prSet custT="1"/>
      <dgm:spPr/>
      <dgm:t>
        <a:bodyPr/>
        <a:lstStyle/>
        <a:p>
          <a:pPr>
            <a:lnSpc>
              <a:spcPct val="100000"/>
            </a:lnSpc>
          </a:pPr>
          <a:r>
            <a:rPr lang="tr-TR" sz="1200" b="1"/>
            <a:t>Kaydetme, Veri İşleme ve Gönderme:</a:t>
          </a:r>
          <a:r>
            <a:rPr lang="tr-TR" sz="1200"/>
            <a:t> Verilerin saklanmasını, analiz edilmesini veya başka bir merkeze iletilmesini sağlayan ünitedir. Bilgisayar destekli sistemlerde bu ünite hayati önem taşır.</a:t>
          </a:r>
          <a:endParaRPr lang="en-US" sz="1200"/>
        </a:p>
      </dgm:t>
    </dgm:pt>
    <dgm:pt modelId="{04A0F94E-CA17-438C-8F3A-A4B792C21B24}" type="parTrans" cxnId="{00ADC4A6-C008-4074-9B7D-4B486BFA2763}">
      <dgm:prSet/>
      <dgm:spPr/>
      <dgm:t>
        <a:bodyPr/>
        <a:lstStyle/>
        <a:p>
          <a:endParaRPr lang="en-US" sz="2800"/>
        </a:p>
      </dgm:t>
    </dgm:pt>
    <dgm:pt modelId="{7E31C337-D6A7-4847-9CBF-16B330919BA0}" type="sibTrans" cxnId="{00ADC4A6-C008-4074-9B7D-4B486BFA2763}">
      <dgm:prSet/>
      <dgm:spPr/>
      <dgm:t>
        <a:bodyPr/>
        <a:lstStyle/>
        <a:p>
          <a:endParaRPr lang="en-US" sz="2800"/>
        </a:p>
      </dgm:t>
    </dgm:pt>
    <dgm:pt modelId="{636E9830-2D50-4628-8233-1C10358694DA}" type="pres">
      <dgm:prSet presAssocID="{EF6EE671-04D2-4AAE-ADA1-5F776D7F54AE}" presName="root" presStyleCnt="0">
        <dgm:presLayoutVars>
          <dgm:dir/>
          <dgm:resizeHandles val="exact"/>
        </dgm:presLayoutVars>
      </dgm:prSet>
      <dgm:spPr/>
    </dgm:pt>
    <dgm:pt modelId="{B28A594A-399B-4B12-A8FE-AA87EB0B281F}" type="pres">
      <dgm:prSet presAssocID="{5C15FE15-558A-4620-9CA0-FC976E33F86A}" presName="compNode" presStyleCnt="0"/>
      <dgm:spPr/>
    </dgm:pt>
    <dgm:pt modelId="{30373CA6-9928-4324-8B7F-DA5EC499DB8D}" type="pres">
      <dgm:prSet presAssocID="{5C15FE15-558A-4620-9CA0-FC976E33F86A}" presName="bgRect" presStyleLbl="bgShp" presStyleIdx="0" presStyleCnt="6"/>
      <dgm:spPr>
        <a:solidFill>
          <a:schemeClr val="accent3"/>
        </a:solidFill>
      </dgm:spPr>
    </dgm:pt>
    <dgm:pt modelId="{EF7D4CBC-7F82-4A39-B778-0F74CBCC97E6}" type="pres">
      <dgm:prSet presAssocID="{5C15FE15-558A-4620-9CA0-FC976E33F86A}"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İstatistikler"/>
        </a:ext>
      </dgm:extLst>
    </dgm:pt>
    <dgm:pt modelId="{20017B5A-6E6C-4A0E-9705-AB48E60B1A8C}" type="pres">
      <dgm:prSet presAssocID="{5C15FE15-558A-4620-9CA0-FC976E33F86A}" presName="spaceRect" presStyleCnt="0"/>
      <dgm:spPr/>
    </dgm:pt>
    <dgm:pt modelId="{9A81B0CD-52D9-4DF3-96A3-00E25D95CCA7}" type="pres">
      <dgm:prSet presAssocID="{5C15FE15-558A-4620-9CA0-FC976E33F86A}" presName="parTx" presStyleLbl="revTx" presStyleIdx="0" presStyleCnt="6">
        <dgm:presLayoutVars>
          <dgm:chMax val="0"/>
          <dgm:chPref val="0"/>
        </dgm:presLayoutVars>
      </dgm:prSet>
      <dgm:spPr/>
    </dgm:pt>
    <dgm:pt modelId="{3DE3230E-D6CE-4280-A2BA-EFBEA524D50D}" type="pres">
      <dgm:prSet presAssocID="{70E277A7-1F38-43B9-A512-3572E6AEB400}" presName="sibTrans" presStyleCnt="0"/>
      <dgm:spPr/>
    </dgm:pt>
    <dgm:pt modelId="{4EBA090A-154E-4170-A05B-BE27F6A1A46D}" type="pres">
      <dgm:prSet presAssocID="{47A135AF-C4D3-431B-A737-09E800CCEC20}" presName="compNode" presStyleCnt="0"/>
      <dgm:spPr/>
    </dgm:pt>
    <dgm:pt modelId="{D7EB5EF6-7E3C-4719-9CA7-5E553F13DF5A}" type="pres">
      <dgm:prSet presAssocID="{47A135AF-C4D3-431B-A737-09E800CCEC20}" presName="bgRect" presStyleLbl="bgShp" presStyleIdx="1" presStyleCnt="6"/>
      <dgm:spPr>
        <a:solidFill>
          <a:schemeClr val="accent3"/>
        </a:solidFill>
      </dgm:spPr>
    </dgm:pt>
    <dgm:pt modelId="{B4B7E3F9-4C79-4A62-8C3A-24720D527D0E}" type="pres">
      <dgm:prSet presAssocID="{47A135AF-C4D3-431B-A737-09E800CCEC20}"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Beyin"/>
        </a:ext>
      </dgm:extLst>
    </dgm:pt>
    <dgm:pt modelId="{6EAE577C-A0F5-4307-A44F-E4CCB5900279}" type="pres">
      <dgm:prSet presAssocID="{47A135AF-C4D3-431B-A737-09E800CCEC20}" presName="spaceRect" presStyleCnt="0"/>
      <dgm:spPr/>
    </dgm:pt>
    <dgm:pt modelId="{0B369B6A-9391-4234-BFF1-876CAB8333DD}" type="pres">
      <dgm:prSet presAssocID="{47A135AF-C4D3-431B-A737-09E800CCEC20}" presName="parTx" presStyleLbl="revTx" presStyleIdx="1" presStyleCnt="6">
        <dgm:presLayoutVars>
          <dgm:chMax val="0"/>
          <dgm:chPref val="0"/>
        </dgm:presLayoutVars>
      </dgm:prSet>
      <dgm:spPr/>
    </dgm:pt>
    <dgm:pt modelId="{ADA12F65-ECBB-407F-9F01-5E5EC2C5B31D}" type="pres">
      <dgm:prSet presAssocID="{0EFD4DE3-21EC-43B9-A61F-C49792FE1436}" presName="sibTrans" presStyleCnt="0"/>
      <dgm:spPr/>
    </dgm:pt>
    <dgm:pt modelId="{A5A6FDB6-BB26-4CCB-9D35-275D6A736BDA}" type="pres">
      <dgm:prSet presAssocID="{D62C8C58-202C-41A4-8DBA-DF070D774778}" presName="compNode" presStyleCnt="0"/>
      <dgm:spPr/>
    </dgm:pt>
    <dgm:pt modelId="{68239FB4-1046-4F13-9F9A-06B94339A7C1}" type="pres">
      <dgm:prSet presAssocID="{D62C8C58-202C-41A4-8DBA-DF070D774778}" presName="bgRect" presStyleLbl="bgShp" presStyleIdx="2" presStyleCnt="6"/>
      <dgm:spPr>
        <a:solidFill>
          <a:schemeClr val="accent3"/>
        </a:solidFill>
      </dgm:spPr>
    </dgm:pt>
    <dgm:pt modelId="{04307427-6BC3-47AC-9E89-E5AEE0797199}" type="pres">
      <dgm:prSet presAssocID="{D62C8C58-202C-41A4-8DBA-DF070D774778}"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Termometre"/>
        </a:ext>
      </dgm:extLst>
    </dgm:pt>
    <dgm:pt modelId="{9FE5B983-9A6D-46F7-9606-9703DD92BD65}" type="pres">
      <dgm:prSet presAssocID="{D62C8C58-202C-41A4-8DBA-DF070D774778}" presName="spaceRect" presStyleCnt="0"/>
      <dgm:spPr/>
    </dgm:pt>
    <dgm:pt modelId="{4BF65111-6028-4B1D-B697-B1EF93C8E7CB}" type="pres">
      <dgm:prSet presAssocID="{D62C8C58-202C-41A4-8DBA-DF070D774778}" presName="parTx" presStyleLbl="revTx" presStyleIdx="2" presStyleCnt="6">
        <dgm:presLayoutVars>
          <dgm:chMax val="0"/>
          <dgm:chPref val="0"/>
        </dgm:presLayoutVars>
      </dgm:prSet>
      <dgm:spPr/>
    </dgm:pt>
    <dgm:pt modelId="{17FDA27E-CA7C-414E-85AF-6322426C3891}" type="pres">
      <dgm:prSet presAssocID="{DC234E65-D136-4903-AE63-2A89EABBB4B6}" presName="sibTrans" presStyleCnt="0"/>
      <dgm:spPr/>
    </dgm:pt>
    <dgm:pt modelId="{48BD6D73-8B94-4EC9-BE48-07CACC2B7FDF}" type="pres">
      <dgm:prSet presAssocID="{E7F5D164-358A-49B2-BC41-AE4CD35E1E2D}" presName="compNode" presStyleCnt="0"/>
      <dgm:spPr/>
    </dgm:pt>
    <dgm:pt modelId="{D4B144B1-740F-4504-99AA-A73BF6A06125}" type="pres">
      <dgm:prSet presAssocID="{E7F5D164-358A-49B2-BC41-AE4CD35E1E2D}" presName="bgRect" presStyleLbl="bgShp" presStyleIdx="3" presStyleCnt="6"/>
      <dgm:spPr>
        <a:solidFill>
          <a:schemeClr val="accent3"/>
        </a:solidFill>
      </dgm:spPr>
    </dgm:pt>
    <dgm:pt modelId="{D728A44C-9176-4D16-9732-4AD1A3D6DB18}" type="pres">
      <dgm:prSet presAssocID="{E7F5D164-358A-49B2-BC41-AE4CD35E1E2D}"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Onay işareti"/>
        </a:ext>
      </dgm:extLst>
    </dgm:pt>
    <dgm:pt modelId="{00DB80D8-3F5F-4A1E-A8D3-006EC911A87B}" type="pres">
      <dgm:prSet presAssocID="{E7F5D164-358A-49B2-BC41-AE4CD35E1E2D}" presName="spaceRect" presStyleCnt="0"/>
      <dgm:spPr/>
    </dgm:pt>
    <dgm:pt modelId="{3A55286C-4FBD-4CF0-871B-F2316103147A}" type="pres">
      <dgm:prSet presAssocID="{E7F5D164-358A-49B2-BC41-AE4CD35E1E2D}" presName="parTx" presStyleLbl="revTx" presStyleIdx="3" presStyleCnt="6">
        <dgm:presLayoutVars>
          <dgm:chMax val="0"/>
          <dgm:chPref val="0"/>
        </dgm:presLayoutVars>
      </dgm:prSet>
      <dgm:spPr/>
    </dgm:pt>
    <dgm:pt modelId="{904CBA70-EFCC-4BD5-8331-22C55A5E271B}" type="pres">
      <dgm:prSet presAssocID="{D4AE2210-0499-44E8-9545-608E28CEB22D}" presName="sibTrans" presStyleCnt="0"/>
      <dgm:spPr/>
    </dgm:pt>
    <dgm:pt modelId="{29EFBAE7-637E-4615-B95D-8F7816AE2661}" type="pres">
      <dgm:prSet presAssocID="{2C4B9F51-BA7B-42A2-A761-224C050AB033}" presName="compNode" presStyleCnt="0"/>
      <dgm:spPr/>
    </dgm:pt>
    <dgm:pt modelId="{9927899B-40C2-4024-8F48-66ECB4440318}" type="pres">
      <dgm:prSet presAssocID="{2C4B9F51-BA7B-42A2-A761-224C050AB033}" presName="bgRect" presStyleLbl="bgShp" presStyleIdx="4" presStyleCnt="6"/>
      <dgm:spPr>
        <a:solidFill>
          <a:schemeClr val="accent3"/>
        </a:solidFill>
      </dgm:spPr>
    </dgm:pt>
    <dgm:pt modelId="{49AC6053-3F24-414C-B668-4894DE26E010}" type="pres">
      <dgm:prSet presAssocID="{2C4B9F51-BA7B-42A2-A761-224C050AB033}"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Ses"/>
        </a:ext>
      </dgm:extLst>
    </dgm:pt>
    <dgm:pt modelId="{794A4049-3543-4BB7-AB42-C803D3E6281F}" type="pres">
      <dgm:prSet presAssocID="{2C4B9F51-BA7B-42A2-A761-224C050AB033}" presName="spaceRect" presStyleCnt="0"/>
      <dgm:spPr/>
    </dgm:pt>
    <dgm:pt modelId="{7D30BFA4-B46C-4012-A601-7767415EC3B6}" type="pres">
      <dgm:prSet presAssocID="{2C4B9F51-BA7B-42A2-A761-224C050AB033}" presName="parTx" presStyleLbl="revTx" presStyleIdx="4" presStyleCnt="6">
        <dgm:presLayoutVars>
          <dgm:chMax val="0"/>
          <dgm:chPref val="0"/>
        </dgm:presLayoutVars>
      </dgm:prSet>
      <dgm:spPr/>
    </dgm:pt>
    <dgm:pt modelId="{2E2ADCAF-AC27-407E-9093-2244AC8A6332}" type="pres">
      <dgm:prSet presAssocID="{356F2C57-D1AD-4D25-98F1-823160B5E9D0}" presName="sibTrans" presStyleCnt="0"/>
      <dgm:spPr/>
    </dgm:pt>
    <dgm:pt modelId="{CB17ACC6-CE4A-4D50-803B-2C2D71EA9F76}" type="pres">
      <dgm:prSet presAssocID="{26C5C725-7670-4D28-973A-7A55D4A4A47A}" presName="compNode" presStyleCnt="0"/>
      <dgm:spPr/>
    </dgm:pt>
    <dgm:pt modelId="{D55FCEBC-A264-430E-AD35-D5712D5BB7C7}" type="pres">
      <dgm:prSet presAssocID="{26C5C725-7670-4D28-973A-7A55D4A4A47A}" presName="bgRect" presStyleLbl="bgShp" presStyleIdx="5" presStyleCnt="6"/>
      <dgm:spPr>
        <a:solidFill>
          <a:schemeClr val="accent3"/>
        </a:solidFill>
      </dgm:spPr>
    </dgm:pt>
    <dgm:pt modelId="{936F3EEF-3538-4B22-A5F2-6EE09A6674B1}" type="pres">
      <dgm:prSet presAssocID="{26C5C725-7670-4D28-973A-7A55D4A4A47A}"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dgm:spPr>
      <dgm:extLst>
        <a:ext uri="{E40237B7-FDA0-4F09-8148-C483321AD2D9}">
          <dgm14:cNvPr xmlns:dgm14="http://schemas.microsoft.com/office/drawing/2010/diagram" id="0" name="" descr="Robot"/>
        </a:ext>
      </dgm:extLst>
    </dgm:pt>
    <dgm:pt modelId="{1A738DB7-D546-4A6F-B054-EC8E0398714E}" type="pres">
      <dgm:prSet presAssocID="{26C5C725-7670-4D28-973A-7A55D4A4A47A}" presName="spaceRect" presStyleCnt="0"/>
      <dgm:spPr/>
    </dgm:pt>
    <dgm:pt modelId="{FFFE43AE-6A67-4761-B95F-E4182CDCFF4A}" type="pres">
      <dgm:prSet presAssocID="{26C5C725-7670-4D28-973A-7A55D4A4A47A}" presName="parTx" presStyleLbl="revTx" presStyleIdx="5" presStyleCnt="6">
        <dgm:presLayoutVars>
          <dgm:chMax val="0"/>
          <dgm:chPref val="0"/>
        </dgm:presLayoutVars>
      </dgm:prSet>
      <dgm:spPr/>
    </dgm:pt>
  </dgm:ptLst>
  <dgm:cxnLst>
    <dgm:cxn modelId="{1E633F03-F01F-4A46-993C-6F868CD9C4D5}" srcId="{EF6EE671-04D2-4AAE-ADA1-5F776D7F54AE}" destId="{2C4B9F51-BA7B-42A2-A761-224C050AB033}" srcOrd="4" destOrd="0" parTransId="{CB98C126-B2DE-480B-88CD-68E4BEBB08C8}" sibTransId="{356F2C57-D1AD-4D25-98F1-823160B5E9D0}"/>
    <dgm:cxn modelId="{89110A3B-E3E2-4760-AE35-C98619465647}" type="presOf" srcId="{E7F5D164-358A-49B2-BC41-AE4CD35E1E2D}" destId="{3A55286C-4FBD-4CF0-871B-F2316103147A}" srcOrd="0" destOrd="0" presId="urn:microsoft.com/office/officeart/2018/2/layout/IconVerticalSolidList"/>
    <dgm:cxn modelId="{8637FA3D-1B68-4BDB-9B94-0A2A745C3894}" srcId="{EF6EE671-04D2-4AAE-ADA1-5F776D7F54AE}" destId="{47A135AF-C4D3-431B-A737-09E800CCEC20}" srcOrd="1" destOrd="0" parTransId="{01C8439B-75B3-49F1-94EA-193C1DCA63D8}" sibTransId="{0EFD4DE3-21EC-43B9-A61F-C49792FE1436}"/>
    <dgm:cxn modelId="{DD737B5D-616C-4120-806E-239EE95CECBC}" srcId="{EF6EE671-04D2-4AAE-ADA1-5F776D7F54AE}" destId="{E7F5D164-358A-49B2-BC41-AE4CD35E1E2D}" srcOrd="3" destOrd="0" parTransId="{113E9A83-03A2-4208-91F1-CB1A1E9AC3FD}" sibTransId="{D4AE2210-0499-44E8-9545-608E28CEB22D}"/>
    <dgm:cxn modelId="{B8374472-C679-48D4-BCE6-494DB143B2A3}" type="presOf" srcId="{26C5C725-7670-4D28-973A-7A55D4A4A47A}" destId="{FFFE43AE-6A67-4761-B95F-E4182CDCFF4A}" srcOrd="0" destOrd="0" presId="urn:microsoft.com/office/officeart/2018/2/layout/IconVerticalSolidList"/>
    <dgm:cxn modelId="{07306273-284B-4EA9-A88D-5838E99A54B0}" type="presOf" srcId="{EF6EE671-04D2-4AAE-ADA1-5F776D7F54AE}" destId="{636E9830-2D50-4628-8233-1C10358694DA}" srcOrd="0" destOrd="0" presId="urn:microsoft.com/office/officeart/2018/2/layout/IconVerticalSolidList"/>
    <dgm:cxn modelId="{3824A173-CB62-4423-9443-0DAEF3C14104}" srcId="{EF6EE671-04D2-4AAE-ADA1-5F776D7F54AE}" destId="{D62C8C58-202C-41A4-8DBA-DF070D774778}" srcOrd="2" destOrd="0" parTransId="{6164B8C0-8DDF-4617-844D-478C5EA9A2A9}" sibTransId="{DC234E65-D136-4903-AE63-2A89EABBB4B6}"/>
    <dgm:cxn modelId="{D4FD3D92-6D28-4337-907E-643DB8FF3872}" type="presOf" srcId="{2C4B9F51-BA7B-42A2-A761-224C050AB033}" destId="{7D30BFA4-B46C-4012-A601-7767415EC3B6}" srcOrd="0" destOrd="0" presId="urn:microsoft.com/office/officeart/2018/2/layout/IconVerticalSolidList"/>
    <dgm:cxn modelId="{00ADC4A6-C008-4074-9B7D-4B486BFA2763}" srcId="{EF6EE671-04D2-4AAE-ADA1-5F776D7F54AE}" destId="{26C5C725-7670-4D28-973A-7A55D4A4A47A}" srcOrd="5" destOrd="0" parTransId="{04A0F94E-CA17-438C-8F3A-A4B792C21B24}" sibTransId="{7E31C337-D6A7-4847-9CBF-16B330919BA0}"/>
    <dgm:cxn modelId="{7DF186BF-4971-497F-A081-4D2FD7A63439}" type="presOf" srcId="{D62C8C58-202C-41A4-8DBA-DF070D774778}" destId="{4BF65111-6028-4B1D-B697-B1EF93C8E7CB}" srcOrd="0" destOrd="0" presId="urn:microsoft.com/office/officeart/2018/2/layout/IconVerticalSolidList"/>
    <dgm:cxn modelId="{02A023C3-3B85-48D2-B8E1-A0888E859B3B}" type="presOf" srcId="{47A135AF-C4D3-431B-A737-09E800CCEC20}" destId="{0B369B6A-9391-4234-BFF1-876CAB8333DD}" srcOrd="0" destOrd="0" presId="urn:microsoft.com/office/officeart/2018/2/layout/IconVerticalSolidList"/>
    <dgm:cxn modelId="{29FFC5CF-3B48-4B10-A617-910ED7EE508C}" srcId="{EF6EE671-04D2-4AAE-ADA1-5F776D7F54AE}" destId="{5C15FE15-558A-4620-9CA0-FC976E33F86A}" srcOrd="0" destOrd="0" parTransId="{F0E6E00B-D75F-41DD-A1C5-58F7DD7317F8}" sibTransId="{70E277A7-1F38-43B9-A512-3572E6AEB400}"/>
    <dgm:cxn modelId="{B0E3E8DE-4F82-4ACC-9416-5C8158119F8B}" type="presOf" srcId="{5C15FE15-558A-4620-9CA0-FC976E33F86A}" destId="{9A81B0CD-52D9-4DF3-96A3-00E25D95CCA7}" srcOrd="0" destOrd="0" presId="urn:microsoft.com/office/officeart/2018/2/layout/IconVerticalSolidList"/>
    <dgm:cxn modelId="{E68C7993-6CA9-4DFC-AC6D-4E83E13C8972}" type="presParOf" srcId="{636E9830-2D50-4628-8233-1C10358694DA}" destId="{B28A594A-399B-4B12-A8FE-AA87EB0B281F}" srcOrd="0" destOrd="0" presId="urn:microsoft.com/office/officeart/2018/2/layout/IconVerticalSolidList"/>
    <dgm:cxn modelId="{D3B51F3E-10AB-4B39-A1BB-7FF920F97E91}" type="presParOf" srcId="{B28A594A-399B-4B12-A8FE-AA87EB0B281F}" destId="{30373CA6-9928-4324-8B7F-DA5EC499DB8D}" srcOrd="0" destOrd="0" presId="urn:microsoft.com/office/officeart/2018/2/layout/IconVerticalSolidList"/>
    <dgm:cxn modelId="{1B2CC1D5-0282-4201-B2C4-8962CF716280}" type="presParOf" srcId="{B28A594A-399B-4B12-A8FE-AA87EB0B281F}" destId="{EF7D4CBC-7F82-4A39-B778-0F74CBCC97E6}" srcOrd="1" destOrd="0" presId="urn:microsoft.com/office/officeart/2018/2/layout/IconVerticalSolidList"/>
    <dgm:cxn modelId="{47DE9C12-B836-435D-9C10-B1A4887E52A9}" type="presParOf" srcId="{B28A594A-399B-4B12-A8FE-AA87EB0B281F}" destId="{20017B5A-6E6C-4A0E-9705-AB48E60B1A8C}" srcOrd="2" destOrd="0" presId="urn:microsoft.com/office/officeart/2018/2/layout/IconVerticalSolidList"/>
    <dgm:cxn modelId="{FF2924D1-0E36-499B-8E39-59820DF907BC}" type="presParOf" srcId="{B28A594A-399B-4B12-A8FE-AA87EB0B281F}" destId="{9A81B0CD-52D9-4DF3-96A3-00E25D95CCA7}" srcOrd="3" destOrd="0" presId="urn:microsoft.com/office/officeart/2018/2/layout/IconVerticalSolidList"/>
    <dgm:cxn modelId="{8AA1BEA0-A82D-47D4-A18C-854496B9E764}" type="presParOf" srcId="{636E9830-2D50-4628-8233-1C10358694DA}" destId="{3DE3230E-D6CE-4280-A2BA-EFBEA524D50D}" srcOrd="1" destOrd="0" presId="urn:microsoft.com/office/officeart/2018/2/layout/IconVerticalSolidList"/>
    <dgm:cxn modelId="{10DEC6DF-31F5-4871-AD4E-74A9C4C1648A}" type="presParOf" srcId="{636E9830-2D50-4628-8233-1C10358694DA}" destId="{4EBA090A-154E-4170-A05B-BE27F6A1A46D}" srcOrd="2" destOrd="0" presId="urn:microsoft.com/office/officeart/2018/2/layout/IconVerticalSolidList"/>
    <dgm:cxn modelId="{4B85E732-BD99-4F46-AE74-2DF0FE8815B0}" type="presParOf" srcId="{4EBA090A-154E-4170-A05B-BE27F6A1A46D}" destId="{D7EB5EF6-7E3C-4719-9CA7-5E553F13DF5A}" srcOrd="0" destOrd="0" presId="urn:microsoft.com/office/officeart/2018/2/layout/IconVerticalSolidList"/>
    <dgm:cxn modelId="{74AE231B-B80F-427B-BE2F-F1A19B948D9A}" type="presParOf" srcId="{4EBA090A-154E-4170-A05B-BE27F6A1A46D}" destId="{B4B7E3F9-4C79-4A62-8C3A-24720D527D0E}" srcOrd="1" destOrd="0" presId="urn:microsoft.com/office/officeart/2018/2/layout/IconVerticalSolidList"/>
    <dgm:cxn modelId="{A6F327CA-775C-4C04-83D5-6F864219D1DA}" type="presParOf" srcId="{4EBA090A-154E-4170-A05B-BE27F6A1A46D}" destId="{6EAE577C-A0F5-4307-A44F-E4CCB5900279}" srcOrd="2" destOrd="0" presId="urn:microsoft.com/office/officeart/2018/2/layout/IconVerticalSolidList"/>
    <dgm:cxn modelId="{B645B28F-E43B-4591-B841-E00A165B6D69}" type="presParOf" srcId="{4EBA090A-154E-4170-A05B-BE27F6A1A46D}" destId="{0B369B6A-9391-4234-BFF1-876CAB8333DD}" srcOrd="3" destOrd="0" presId="urn:microsoft.com/office/officeart/2018/2/layout/IconVerticalSolidList"/>
    <dgm:cxn modelId="{21ED899B-7AAD-406E-85B8-5E28A6893E81}" type="presParOf" srcId="{636E9830-2D50-4628-8233-1C10358694DA}" destId="{ADA12F65-ECBB-407F-9F01-5E5EC2C5B31D}" srcOrd="3" destOrd="0" presId="urn:microsoft.com/office/officeart/2018/2/layout/IconVerticalSolidList"/>
    <dgm:cxn modelId="{4BF171D4-0EF3-4CF9-825C-2FF84BF9D302}" type="presParOf" srcId="{636E9830-2D50-4628-8233-1C10358694DA}" destId="{A5A6FDB6-BB26-4CCB-9D35-275D6A736BDA}" srcOrd="4" destOrd="0" presId="urn:microsoft.com/office/officeart/2018/2/layout/IconVerticalSolidList"/>
    <dgm:cxn modelId="{2ADE9A69-9A36-4B98-BF69-95B1FEE8DAD6}" type="presParOf" srcId="{A5A6FDB6-BB26-4CCB-9D35-275D6A736BDA}" destId="{68239FB4-1046-4F13-9F9A-06B94339A7C1}" srcOrd="0" destOrd="0" presId="urn:microsoft.com/office/officeart/2018/2/layout/IconVerticalSolidList"/>
    <dgm:cxn modelId="{0216F9E6-83E9-4C9E-AE71-3FD83F111CA8}" type="presParOf" srcId="{A5A6FDB6-BB26-4CCB-9D35-275D6A736BDA}" destId="{04307427-6BC3-47AC-9E89-E5AEE0797199}" srcOrd="1" destOrd="0" presId="urn:microsoft.com/office/officeart/2018/2/layout/IconVerticalSolidList"/>
    <dgm:cxn modelId="{F83BBC72-56BB-491F-AA7B-420AED3FAD81}" type="presParOf" srcId="{A5A6FDB6-BB26-4CCB-9D35-275D6A736BDA}" destId="{9FE5B983-9A6D-46F7-9606-9703DD92BD65}" srcOrd="2" destOrd="0" presId="urn:microsoft.com/office/officeart/2018/2/layout/IconVerticalSolidList"/>
    <dgm:cxn modelId="{D3E8A642-B384-41BA-BBD8-FC6801135FA9}" type="presParOf" srcId="{A5A6FDB6-BB26-4CCB-9D35-275D6A736BDA}" destId="{4BF65111-6028-4B1D-B697-B1EF93C8E7CB}" srcOrd="3" destOrd="0" presId="urn:microsoft.com/office/officeart/2018/2/layout/IconVerticalSolidList"/>
    <dgm:cxn modelId="{F3BCE9A1-DCA2-41D1-BACA-C0FE8722FA70}" type="presParOf" srcId="{636E9830-2D50-4628-8233-1C10358694DA}" destId="{17FDA27E-CA7C-414E-85AF-6322426C3891}" srcOrd="5" destOrd="0" presId="urn:microsoft.com/office/officeart/2018/2/layout/IconVerticalSolidList"/>
    <dgm:cxn modelId="{8580955E-E122-4A06-A27A-BA9136023D0F}" type="presParOf" srcId="{636E9830-2D50-4628-8233-1C10358694DA}" destId="{48BD6D73-8B94-4EC9-BE48-07CACC2B7FDF}" srcOrd="6" destOrd="0" presId="urn:microsoft.com/office/officeart/2018/2/layout/IconVerticalSolidList"/>
    <dgm:cxn modelId="{F87515E6-9ACF-466E-BC3F-BD0C08E8BAB6}" type="presParOf" srcId="{48BD6D73-8B94-4EC9-BE48-07CACC2B7FDF}" destId="{D4B144B1-740F-4504-99AA-A73BF6A06125}" srcOrd="0" destOrd="0" presId="urn:microsoft.com/office/officeart/2018/2/layout/IconVerticalSolidList"/>
    <dgm:cxn modelId="{84A8D98D-BEE1-4A6B-8863-C9D2ACDBF223}" type="presParOf" srcId="{48BD6D73-8B94-4EC9-BE48-07CACC2B7FDF}" destId="{D728A44C-9176-4D16-9732-4AD1A3D6DB18}" srcOrd="1" destOrd="0" presId="urn:microsoft.com/office/officeart/2018/2/layout/IconVerticalSolidList"/>
    <dgm:cxn modelId="{1EE546B6-0E24-441A-B633-DC3776381553}" type="presParOf" srcId="{48BD6D73-8B94-4EC9-BE48-07CACC2B7FDF}" destId="{00DB80D8-3F5F-4A1E-A8D3-006EC911A87B}" srcOrd="2" destOrd="0" presId="urn:microsoft.com/office/officeart/2018/2/layout/IconVerticalSolidList"/>
    <dgm:cxn modelId="{4D10C079-8914-4A0D-96F1-BEEAC38AF199}" type="presParOf" srcId="{48BD6D73-8B94-4EC9-BE48-07CACC2B7FDF}" destId="{3A55286C-4FBD-4CF0-871B-F2316103147A}" srcOrd="3" destOrd="0" presId="urn:microsoft.com/office/officeart/2018/2/layout/IconVerticalSolidList"/>
    <dgm:cxn modelId="{D8E66351-2923-4C3F-878A-E240808C8BA6}" type="presParOf" srcId="{636E9830-2D50-4628-8233-1C10358694DA}" destId="{904CBA70-EFCC-4BD5-8331-22C55A5E271B}" srcOrd="7" destOrd="0" presId="urn:microsoft.com/office/officeart/2018/2/layout/IconVerticalSolidList"/>
    <dgm:cxn modelId="{77327B39-F22A-4B67-AFA0-4713B9F07389}" type="presParOf" srcId="{636E9830-2D50-4628-8233-1C10358694DA}" destId="{29EFBAE7-637E-4615-B95D-8F7816AE2661}" srcOrd="8" destOrd="0" presId="urn:microsoft.com/office/officeart/2018/2/layout/IconVerticalSolidList"/>
    <dgm:cxn modelId="{14EA72CB-9746-4EB0-8983-AFE11FC00828}" type="presParOf" srcId="{29EFBAE7-637E-4615-B95D-8F7816AE2661}" destId="{9927899B-40C2-4024-8F48-66ECB4440318}" srcOrd="0" destOrd="0" presId="urn:microsoft.com/office/officeart/2018/2/layout/IconVerticalSolidList"/>
    <dgm:cxn modelId="{7FCFC89F-C756-4282-82B0-601F748AB400}" type="presParOf" srcId="{29EFBAE7-637E-4615-B95D-8F7816AE2661}" destId="{49AC6053-3F24-414C-B668-4894DE26E010}" srcOrd="1" destOrd="0" presId="urn:microsoft.com/office/officeart/2018/2/layout/IconVerticalSolidList"/>
    <dgm:cxn modelId="{490DACB7-87F7-4118-ADD6-7E074D9FDE9B}" type="presParOf" srcId="{29EFBAE7-637E-4615-B95D-8F7816AE2661}" destId="{794A4049-3543-4BB7-AB42-C803D3E6281F}" srcOrd="2" destOrd="0" presId="urn:microsoft.com/office/officeart/2018/2/layout/IconVerticalSolidList"/>
    <dgm:cxn modelId="{91256031-E196-4B75-921D-F14A1CD7F9D0}" type="presParOf" srcId="{29EFBAE7-637E-4615-B95D-8F7816AE2661}" destId="{7D30BFA4-B46C-4012-A601-7767415EC3B6}" srcOrd="3" destOrd="0" presId="urn:microsoft.com/office/officeart/2018/2/layout/IconVerticalSolidList"/>
    <dgm:cxn modelId="{6CAB71E7-26DE-4F60-8143-EE9FB8F48D84}" type="presParOf" srcId="{636E9830-2D50-4628-8233-1C10358694DA}" destId="{2E2ADCAF-AC27-407E-9093-2244AC8A6332}" srcOrd="9" destOrd="0" presId="urn:microsoft.com/office/officeart/2018/2/layout/IconVerticalSolidList"/>
    <dgm:cxn modelId="{6AF3749E-2B05-4BB1-84BD-395E2B96E080}" type="presParOf" srcId="{636E9830-2D50-4628-8233-1C10358694DA}" destId="{CB17ACC6-CE4A-4D50-803B-2C2D71EA9F76}" srcOrd="10" destOrd="0" presId="urn:microsoft.com/office/officeart/2018/2/layout/IconVerticalSolidList"/>
    <dgm:cxn modelId="{E07F8CBE-FE75-41B1-B071-90C1895D9D90}" type="presParOf" srcId="{CB17ACC6-CE4A-4D50-803B-2C2D71EA9F76}" destId="{D55FCEBC-A264-430E-AD35-D5712D5BB7C7}" srcOrd="0" destOrd="0" presId="urn:microsoft.com/office/officeart/2018/2/layout/IconVerticalSolidList"/>
    <dgm:cxn modelId="{6AECF6F9-31C2-463A-A754-A874D8410A91}" type="presParOf" srcId="{CB17ACC6-CE4A-4D50-803B-2C2D71EA9F76}" destId="{936F3EEF-3538-4B22-A5F2-6EE09A6674B1}" srcOrd="1" destOrd="0" presId="urn:microsoft.com/office/officeart/2018/2/layout/IconVerticalSolidList"/>
    <dgm:cxn modelId="{8B25079D-F1A6-4782-96F6-7D0576C3DAE9}" type="presParOf" srcId="{CB17ACC6-CE4A-4D50-803B-2C2D71EA9F76}" destId="{1A738DB7-D546-4A6F-B054-EC8E0398714E}" srcOrd="2" destOrd="0" presId="urn:microsoft.com/office/officeart/2018/2/layout/IconVerticalSolidList"/>
    <dgm:cxn modelId="{BD137AE5-C439-471F-9046-90D1D516C0C3}" type="presParOf" srcId="{CB17ACC6-CE4A-4D50-803B-2C2D71EA9F76}" destId="{FFFE43AE-6A67-4761-B95F-E4182CDCFF4A}"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C2C6D7E-0BA6-4608-BC9E-89EF17466EC9}"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84F33784-AEB0-496F-9282-521689415039}">
      <dgm:prSet/>
      <dgm:spPr/>
      <dgm:t>
        <a:bodyPr/>
        <a:lstStyle/>
        <a:p>
          <a:pPr>
            <a:lnSpc>
              <a:spcPct val="100000"/>
            </a:lnSpc>
          </a:pPr>
          <a:r>
            <a:rPr lang="tr-TR" dirty="0"/>
            <a:t>Hücre düzeyinde iyonların (Sodyum, Potasyum, Klor) hücre zarından geçişiyle oluşan aksiyon potansiyellerinden kaynaklanır.</a:t>
          </a:r>
          <a:endParaRPr lang="en-US" dirty="0"/>
        </a:p>
      </dgm:t>
    </dgm:pt>
    <dgm:pt modelId="{1CC0CFC0-5E64-4673-8A6A-7EFEF6FF6A47}" type="parTrans" cxnId="{D294FA7F-0386-4E3A-A735-EB4F67CE1A30}">
      <dgm:prSet/>
      <dgm:spPr/>
      <dgm:t>
        <a:bodyPr/>
        <a:lstStyle/>
        <a:p>
          <a:endParaRPr lang="en-US"/>
        </a:p>
      </dgm:t>
    </dgm:pt>
    <dgm:pt modelId="{7EEFA7A3-10E8-40CC-AEB4-F5120628B19E}" type="sibTrans" cxnId="{D294FA7F-0386-4E3A-A735-EB4F67CE1A30}">
      <dgm:prSet/>
      <dgm:spPr/>
      <dgm:t>
        <a:bodyPr/>
        <a:lstStyle/>
        <a:p>
          <a:endParaRPr lang="en-US"/>
        </a:p>
      </dgm:t>
    </dgm:pt>
    <dgm:pt modelId="{850E4A35-93FB-4B0D-9D85-067FBC3B5984}">
      <dgm:prSet/>
      <dgm:spPr/>
      <dgm:t>
        <a:bodyPr/>
        <a:lstStyle/>
        <a:p>
          <a:pPr>
            <a:lnSpc>
              <a:spcPct val="100000"/>
            </a:lnSpc>
          </a:pPr>
          <a:r>
            <a:rPr lang="tr-TR" b="1"/>
            <a:t>EKG (Elektrokardiyogram):</a:t>
          </a:r>
          <a:r>
            <a:rPr lang="tr-TR"/>
            <a:t> Kalbin elektriksel aktivitesi.</a:t>
          </a:r>
          <a:endParaRPr lang="en-US"/>
        </a:p>
      </dgm:t>
    </dgm:pt>
    <dgm:pt modelId="{8B7DE0F7-6D02-4DF6-8EFA-4A0567E258CA}" type="parTrans" cxnId="{021E9E07-70E9-45E8-A1D7-1994F6516489}">
      <dgm:prSet/>
      <dgm:spPr/>
      <dgm:t>
        <a:bodyPr/>
        <a:lstStyle/>
        <a:p>
          <a:endParaRPr lang="en-US"/>
        </a:p>
      </dgm:t>
    </dgm:pt>
    <dgm:pt modelId="{DCE0E257-827E-4C03-A953-9F440014AD2F}" type="sibTrans" cxnId="{021E9E07-70E9-45E8-A1D7-1994F6516489}">
      <dgm:prSet/>
      <dgm:spPr/>
      <dgm:t>
        <a:bodyPr/>
        <a:lstStyle/>
        <a:p>
          <a:endParaRPr lang="en-US"/>
        </a:p>
      </dgm:t>
    </dgm:pt>
    <dgm:pt modelId="{0F574798-740F-481C-9182-8B3C878AD786}">
      <dgm:prSet/>
      <dgm:spPr/>
      <dgm:t>
        <a:bodyPr/>
        <a:lstStyle/>
        <a:p>
          <a:pPr>
            <a:lnSpc>
              <a:spcPct val="100000"/>
            </a:lnSpc>
          </a:pPr>
          <a:r>
            <a:rPr lang="tr-TR" b="1"/>
            <a:t>EEG (Elektroensefalogram):</a:t>
          </a:r>
          <a:r>
            <a:rPr lang="tr-TR"/>
            <a:t> Beynin elektriksel aktivitesi.</a:t>
          </a:r>
          <a:endParaRPr lang="en-US"/>
        </a:p>
      </dgm:t>
    </dgm:pt>
    <dgm:pt modelId="{01BCE899-8FE3-42B6-8CC0-93962A0F8AD1}" type="parTrans" cxnId="{8FFBA555-EC88-4E6D-8763-50240B0A7587}">
      <dgm:prSet/>
      <dgm:spPr/>
      <dgm:t>
        <a:bodyPr/>
        <a:lstStyle/>
        <a:p>
          <a:endParaRPr lang="en-US"/>
        </a:p>
      </dgm:t>
    </dgm:pt>
    <dgm:pt modelId="{AB1D6EB7-43D6-445E-9FD2-A86549CC9F95}" type="sibTrans" cxnId="{8FFBA555-EC88-4E6D-8763-50240B0A7587}">
      <dgm:prSet/>
      <dgm:spPr/>
      <dgm:t>
        <a:bodyPr/>
        <a:lstStyle/>
        <a:p>
          <a:endParaRPr lang="en-US"/>
        </a:p>
      </dgm:t>
    </dgm:pt>
    <dgm:pt modelId="{259F9351-1D44-4C58-AF8F-CD9ADBED093A}">
      <dgm:prSet/>
      <dgm:spPr/>
      <dgm:t>
        <a:bodyPr/>
        <a:lstStyle/>
        <a:p>
          <a:pPr>
            <a:lnSpc>
              <a:spcPct val="100000"/>
            </a:lnSpc>
          </a:pPr>
          <a:r>
            <a:rPr lang="tr-TR" b="1"/>
            <a:t>EMG (Elektromiyogram):</a:t>
          </a:r>
          <a:r>
            <a:rPr lang="tr-TR"/>
            <a:t> Kasların elektriksel aktivitesi.</a:t>
          </a:r>
          <a:endParaRPr lang="en-US"/>
        </a:p>
      </dgm:t>
    </dgm:pt>
    <dgm:pt modelId="{A835424D-E49C-4475-B4F7-5DAF99E175CB}" type="parTrans" cxnId="{0B88501C-7EAA-43B5-8C8B-2273F2DF4975}">
      <dgm:prSet/>
      <dgm:spPr/>
      <dgm:t>
        <a:bodyPr/>
        <a:lstStyle/>
        <a:p>
          <a:endParaRPr lang="en-US"/>
        </a:p>
      </dgm:t>
    </dgm:pt>
    <dgm:pt modelId="{EE499FA9-17DB-4D8E-9C1D-083925C11A84}" type="sibTrans" cxnId="{0B88501C-7EAA-43B5-8C8B-2273F2DF4975}">
      <dgm:prSet/>
      <dgm:spPr/>
      <dgm:t>
        <a:bodyPr/>
        <a:lstStyle/>
        <a:p>
          <a:endParaRPr lang="en-US"/>
        </a:p>
      </dgm:t>
    </dgm:pt>
    <dgm:pt modelId="{A1DFABC6-8F11-4E48-A1D4-7F1F6C1A93FA}">
      <dgm:prSet/>
      <dgm:spPr/>
      <dgm:t>
        <a:bodyPr/>
        <a:lstStyle/>
        <a:p>
          <a:pPr>
            <a:lnSpc>
              <a:spcPct val="100000"/>
            </a:lnSpc>
          </a:pPr>
          <a:r>
            <a:rPr lang="tr-TR" b="1" dirty="0"/>
            <a:t>ENG (</a:t>
          </a:r>
          <a:r>
            <a:rPr lang="tr-TR" b="1" dirty="0" err="1"/>
            <a:t>Elektronörogram</a:t>
          </a:r>
          <a:r>
            <a:rPr lang="tr-TR" b="1" dirty="0"/>
            <a:t>):</a:t>
          </a:r>
          <a:r>
            <a:rPr lang="tr-TR" dirty="0"/>
            <a:t> Sinir iletiminin elektriksel aktivitesi.</a:t>
          </a:r>
          <a:endParaRPr lang="en-US" dirty="0"/>
        </a:p>
      </dgm:t>
    </dgm:pt>
    <dgm:pt modelId="{6F2D2921-9A4F-4E0B-BE20-57A4F4575661}" type="parTrans" cxnId="{BC56F951-0E43-4843-A8C8-22A0ADE9CB69}">
      <dgm:prSet/>
      <dgm:spPr/>
      <dgm:t>
        <a:bodyPr/>
        <a:lstStyle/>
        <a:p>
          <a:endParaRPr lang="en-US"/>
        </a:p>
      </dgm:t>
    </dgm:pt>
    <dgm:pt modelId="{65058277-C451-4058-B7BD-A0EE5E2206F1}" type="sibTrans" cxnId="{BC56F951-0E43-4843-A8C8-22A0ADE9CB69}">
      <dgm:prSet/>
      <dgm:spPr/>
      <dgm:t>
        <a:bodyPr/>
        <a:lstStyle/>
        <a:p>
          <a:endParaRPr lang="en-US"/>
        </a:p>
      </dgm:t>
    </dgm:pt>
    <dgm:pt modelId="{E14F514F-10DF-4941-A1F2-FD05974D4BB0}" type="pres">
      <dgm:prSet presAssocID="{9C2C6D7E-0BA6-4608-BC9E-89EF17466EC9}" presName="root" presStyleCnt="0">
        <dgm:presLayoutVars>
          <dgm:dir/>
          <dgm:resizeHandles val="exact"/>
        </dgm:presLayoutVars>
      </dgm:prSet>
      <dgm:spPr/>
    </dgm:pt>
    <dgm:pt modelId="{EB113644-1E1A-4AB1-B87F-3B4CCAB1B5A2}" type="pres">
      <dgm:prSet presAssocID="{84F33784-AEB0-496F-9282-521689415039}" presName="compNode" presStyleCnt="0"/>
      <dgm:spPr/>
    </dgm:pt>
    <dgm:pt modelId="{CE7A0832-32F3-42EE-BB8A-B84BFD53539E}" type="pres">
      <dgm:prSet presAssocID="{84F33784-AEB0-496F-9282-521689415039}" presName="bgRect" presStyleLbl="bgShp" presStyleIdx="0" presStyleCnt="5"/>
      <dgm:spPr/>
    </dgm:pt>
    <dgm:pt modelId="{8F57F99C-40F7-4716-8D06-6D78AD40963F}" type="pres">
      <dgm:prSet presAssocID="{84F33784-AEB0-496F-9282-521689415039}" presName="iconRect" presStyleLbl="node1" presStyleIdx="0" presStyleCnt="5"/>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virüs düz dolguyla"/>
        </a:ext>
      </dgm:extLst>
    </dgm:pt>
    <dgm:pt modelId="{2718F391-EA91-47A6-8F49-28B747C4EE5A}" type="pres">
      <dgm:prSet presAssocID="{84F33784-AEB0-496F-9282-521689415039}" presName="spaceRect" presStyleCnt="0"/>
      <dgm:spPr/>
    </dgm:pt>
    <dgm:pt modelId="{2D42B1B1-3501-43B2-AFC6-DAD28A956533}" type="pres">
      <dgm:prSet presAssocID="{84F33784-AEB0-496F-9282-521689415039}" presName="parTx" presStyleLbl="revTx" presStyleIdx="0" presStyleCnt="5">
        <dgm:presLayoutVars>
          <dgm:chMax val="0"/>
          <dgm:chPref val="0"/>
        </dgm:presLayoutVars>
      </dgm:prSet>
      <dgm:spPr/>
    </dgm:pt>
    <dgm:pt modelId="{92F252B5-D496-4698-AC03-E29E5E70E4C6}" type="pres">
      <dgm:prSet presAssocID="{7EEFA7A3-10E8-40CC-AEB4-F5120628B19E}" presName="sibTrans" presStyleCnt="0"/>
      <dgm:spPr/>
    </dgm:pt>
    <dgm:pt modelId="{FC14321B-F631-47FD-9178-383CDF259699}" type="pres">
      <dgm:prSet presAssocID="{850E4A35-93FB-4B0D-9D85-067FBC3B5984}" presName="compNode" presStyleCnt="0"/>
      <dgm:spPr/>
    </dgm:pt>
    <dgm:pt modelId="{60F4EEAC-F685-4A2B-BB31-B5D795145ED7}" type="pres">
      <dgm:prSet presAssocID="{850E4A35-93FB-4B0D-9D85-067FBC3B5984}" presName="bgRect" presStyleLbl="bgShp" presStyleIdx="1" presStyleCnt="5"/>
      <dgm:spPr/>
    </dgm:pt>
    <dgm:pt modelId="{87F1BC58-7677-4FD5-8D4C-B74AFBDC0B2E}" type="pres">
      <dgm:prSet presAssocID="{850E4A35-93FB-4B0D-9D85-067FBC3B5984}"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Kalp atışı"/>
        </a:ext>
      </dgm:extLst>
    </dgm:pt>
    <dgm:pt modelId="{D9BC9B91-530A-41E6-90FB-4DE30F6E89B1}" type="pres">
      <dgm:prSet presAssocID="{850E4A35-93FB-4B0D-9D85-067FBC3B5984}" presName="spaceRect" presStyleCnt="0"/>
      <dgm:spPr/>
    </dgm:pt>
    <dgm:pt modelId="{02D93EC5-BF8F-4BD7-863E-CCCD14C5DD2B}" type="pres">
      <dgm:prSet presAssocID="{850E4A35-93FB-4B0D-9D85-067FBC3B5984}" presName="parTx" presStyleLbl="revTx" presStyleIdx="1" presStyleCnt="5">
        <dgm:presLayoutVars>
          <dgm:chMax val="0"/>
          <dgm:chPref val="0"/>
        </dgm:presLayoutVars>
      </dgm:prSet>
      <dgm:spPr/>
    </dgm:pt>
    <dgm:pt modelId="{A6BFDC2F-0166-4A7A-ADE5-F246913E6285}" type="pres">
      <dgm:prSet presAssocID="{DCE0E257-827E-4C03-A953-9F440014AD2F}" presName="sibTrans" presStyleCnt="0"/>
      <dgm:spPr/>
    </dgm:pt>
    <dgm:pt modelId="{984B3032-49ED-4DE2-8184-44B4485092D4}" type="pres">
      <dgm:prSet presAssocID="{0F574798-740F-481C-9182-8B3C878AD786}" presName="compNode" presStyleCnt="0"/>
      <dgm:spPr/>
    </dgm:pt>
    <dgm:pt modelId="{5C8A6974-49A4-436C-96F9-B491B9B45CBE}" type="pres">
      <dgm:prSet presAssocID="{0F574798-740F-481C-9182-8B3C878AD786}" presName="bgRect" presStyleLbl="bgShp" presStyleIdx="2" presStyleCnt="5"/>
      <dgm:spPr/>
    </dgm:pt>
    <dgm:pt modelId="{925EFF61-DAE8-46A7-B408-27C08A198C1B}" type="pres">
      <dgm:prSet presAssocID="{0F574798-740F-481C-9182-8B3C878AD786}"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eyin"/>
        </a:ext>
      </dgm:extLst>
    </dgm:pt>
    <dgm:pt modelId="{B892780C-C393-487E-A7C9-ECE41406ADCB}" type="pres">
      <dgm:prSet presAssocID="{0F574798-740F-481C-9182-8B3C878AD786}" presName="spaceRect" presStyleCnt="0"/>
      <dgm:spPr/>
    </dgm:pt>
    <dgm:pt modelId="{DFE221DC-6CD8-4546-9C5D-AA7E307905BE}" type="pres">
      <dgm:prSet presAssocID="{0F574798-740F-481C-9182-8B3C878AD786}" presName="parTx" presStyleLbl="revTx" presStyleIdx="2" presStyleCnt="5">
        <dgm:presLayoutVars>
          <dgm:chMax val="0"/>
          <dgm:chPref val="0"/>
        </dgm:presLayoutVars>
      </dgm:prSet>
      <dgm:spPr/>
    </dgm:pt>
    <dgm:pt modelId="{9E13098F-CFA7-40F5-B39E-DE691432CBCF}" type="pres">
      <dgm:prSet presAssocID="{AB1D6EB7-43D6-445E-9FD2-A86549CC9F95}" presName="sibTrans" presStyleCnt="0"/>
      <dgm:spPr/>
    </dgm:pt>
    <dgm:pt modelId="{6A16E904-C2A0-4016-AC8E-B44A230C2E4F}" type="pres">
      <dgm:prSet presAssocID="{259F9351-1D44-4C58-AF8F-CD9ADBED093A}" presName="compNode" presStyleCnt="0"/>
      <dgm:spPr/>
    </dgm:pt>
    <dgm:pt modelId="{71607330-69FF-4C25-A629-D6BFAD02DB33}" type="pres">
      <dgm:prSet presAssocID="{259F9351-1D44-4C58-AF8F-CD9ADBED093A}" presName="bgRect" presStyleLbl="bgShp" presStyleIdx="3" presStyleCnt="5"/>
      <dgm:spPr/>
    </dgm:pt>
    <dgm:pt modelId="{E27AFAC4-A261-4208-ABA0-9DE1D37D459C}" type="pres">
      <dgm:prSet presAssocID="{259F9351-1D44-4C58-AF8F-CD9ADBED093A}" presName="iconRect" presStyleLbl="node1" presStyleIdx="3" presStyleCnt="5"/>
      <dgm:spPr>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a:noFill/>
        </a:ln>
      </dgm:spPr>
      <dgm:extLst>
        <a:ext uri="{E40237B7-FDA0-4F09-8148-C483321AD2D9}">
          <dgm14:cNvPr xmlns:dgm14="http://schemas.microsoft.com/office/drawing/2010/diagram" id="0" name="" descr="Vücut geliştirmeci düz dolguyla"/>
        </a:ext>
      </dgm:extLst>
    </dgm:pt>
    <dgm:pt modelId="{C4E3F58F-C7DE-4357-BA03-9F9C139D9B23}" type="pres">
      <dgm:prSet presAssocID="{259F9351-1D44-4C58-AF8F-CD9ADBED093A}" presName="spaceRect" presStyleCnt="0"/>
      <dgm:spPr/>
    </dgm:pt>
    <dgm:pt modelId="{EAA52EA7-062C-4DAE-9B37-B76DF271596D}" type="pres">
      <dgm:prSet presAssocID="{259F9351-1D44-4C58-AF8F-CD9ADBED093A}" presName="parTx" presStyleLbl="revTx" presStyleIdx="3" presStyleCnt="5">
        <dgm:presLayoutVars>
          <dgm:chMax val="0"/>
          <dgm:chPref val="0"/>
        </dgm:presLayoutVars>
      </dgm:prSet>
      <dgm:spPr/>
    </dgm:pt>
    <dgm:pt modelId="{3CD861C0-E9EB-4408-99C3-5208852E5EBB}" type="pres">
      <dgm:prSet presAssocID="{EE499FA9-17DB-4D8E-9C1D-083925C11A84}" presName="sibTrans" presStyleCnt="0"/>
      <dgm:spPr/>
    </dgm:pt>
    <dgm:pt modelId="{14E79D3D-93EC-4E7E-B144-CAAEB7C6EE14}" type="pres">
      <dgm:prSet presAssocID="{A1DFABC6-8F11-4E48-A1D4-7F1F6C1A93FA}" presName="compNode" presStyleCnt="0"/>
      <dgm:spPr/>
    </dgm:pt>
    <dgm:pt modelId="{34FFFE4D-1BB0-4E99-BFA2-E57C9B2D0F6C}" type="pres">
      <dgm:prSet presAssocID="{A1DFABC6-8F11-4E48-A1D4-7F1F6C1A93FA}" presName="bgRect" presStyleLbl="bgShp" presStyleIdx="4" presStyleCnt="5"/>
      <dgm:spPr/>
    </dgm:pt>
    <dgm:pt modelId="{554F1D7D-C3B4-4B54-89F8-8E2E6E4C424D}" type="pres">
      <dgm:prSet presAssocID="{A1DFABC6-8F11-4E48-A1D4-7F1F6C1A93FA}" presName="iconRect" presStyleLbl="node1" presStyleIdx="4" presStyleCnt="5"/>
      <dgm:spPr>
        <a:blipFill>
          <a:blip xmlns:r="http://schemas.openxmlformats.org/officeDocument/2006/relationships" r:embed="rId9">
            <a:extLst>
              <a:ext uri="{96DAC541-7B7A-43D3-8B79-37D633B846F1}">
                <asvg:svgBlip xmlns:asvg="http://schemas.microsoft.com/office/drawing/2016/SVG/main" r:embed="rId10"/>
              </a:ext>
            </a:extLst>
          </a:blip>
          <a:srcRect/>
          <a:stretch>
            <a:fillRect/>
          </a:stretch>
        </a:blipFill>
        <a:ln>
          <a:noFill/>
        </a:ln>
      </dgm:spPr>
      <dgm:extLst>
        <a:ext uri="{E40237B7-FDA0-4F09-8148-C483321AD2D9}">
          <dgm14:cNvPr xmlns:dgm14="http://schemas.microsoft.com/office/drawing/2010/diagram" id="0" name="" descr="Sinir düz dolguyla"/>
        </a:ext>
      </dgm:extLst>
    </dgm:pt>
    <dgm:pt modelId="{37723E8E-1FE6-45C1-A5D0-6C3DD25C847F}" type="pres">
      <dgm:prSet presAssocID="{A1DFABC6-8F11-4E48-A1D4-7F1F6C1A93FA}" presName="spaceRect" presStyleCnt="0"/>
      <dgm:spPr/>
    </dgm:pt>
    <dgm:pt modelId="{D3993823-6A48-45CA-A544-61FEDAE3E0D3}" type="pres">
      <dgm:prSet presAssocID="{A1DFABC6-8F11-4E48-A1D4-7F1F6C1A93FA}" presName="parTx" presStyleLbl="revTx" presStyleIdx="4" presStyleCnt="5">
        <dgm:presLayoutVars>
          <dgm:chMax val="0"/>
          <dgm:chPref val="0"/>
        </dgm:presLayoutVars>
      </dgm:prSet>
      <dgm:spPr/>
    </dgm:pt>
  </dgm:ptLst>
  <dgm:cxnLst>
    <dgm:cxn modelId="{021E9E07-70E9-45E8-A1D7-1994F6516489}" srcId="{9C2C6D7E-0BA6-4608-BC9E-89EF17466EC9}" destId="{850E4A35-93FB-4B0D-9D85-067FBC3B5984}" srcOrd="1" destOrd="0" parTransId="{8B7DE0F7-6D02-4DF6-8EFA-4A0567E258CA}" sibTransId="{DCE0E257-827E-4C03-A953-9F440014AD2F}"/>
    <dgm:cxn modelId="{0B88501C-7EAA-43B5-8C8B-2273F2DF4975}" srcId="{9C2C6D7E-0BA6-4608-BC9E-89EF17466EC9}" destId="{259F9351-1D44-4C58-AF8F-CD9ADBED093A}" srcOrd="3" destOrd="0" parTransId="{A835424D-E49C-4475-B4F7-5DAF99E175CB}" sibTransId="{EE499FA9-17DB-4D8E-9C1D-083925C11A84}"/>
    <dgm:cxn modelId="{0F0D4D35-22D0-403A-B2FE-A16C894E5944}" type="presOf" srcId="{A1DFABC6-8F11-4E48-A1D4-7F1F6C1A93FA}" destId="{D3993823-6A48-45CA-A544-61FEDAE3E0D3}" srcOrd="0" destOrd="0" presId="urn:microsoft.com/office/officeart/2018/2/layout/IconVerticalSolidList"/>
    <dgm:cxn modelId="{9241623E-4FED-4323-A860-A367EF26817D}" type="presOf" srcId="{84F33784-AEB0-496F-9282-521689415039}" destId="{2D42B1B1-3501-43B2-AFC6-DAD28A956533}" srcOrd="0" destOrd="0" presId="urn:microsoft.com/office/officeart/2018/2/layout/IconVerticalSolidList"/>
    <dgm:cxn modelId="{BA45685E-CF60-412C-8B12-8BEAAE23CEE0}" type="presOf" srcId="{850E4A35-93FB-4B0D-9D85-067FBC3B5984}" destId="{02D93EC5-BF8F-4BD7-863E-CCCD14C5DD2B}" srcOrd="0" destOrd="0" presId="urn:microsoft.com/office/officeart/2018/2/layout/IconVerticalSolidList"/>
    <dgm:cxn modelId="{633F2B6C-EB99-46FE-92B2-C20B2C418A6B}" type="presOf" srcId="{259F9351-1D44-4C58-AF8F-CD9ADBED093A}" destId="{EAA52EA7-062C-4DAE-9B37-B76DF271596D}" srcOrd="0" destOrd="0" presId="urn:microsoft.com/office/officeart/2018/2/layout/IconVerticalSolidList"/>
    <dgm:cxn modelId="{BC56F951-0E43-4843-A8C8-22A0ADE9CB69}" srcId="{9C2C6D7E-0BA6-4608-BC9E-89EF17466EC9}" destId="{A1DFABC6-8F11-4E48-A1D4-7F1F6C1A93FA}" srcOrd="4" destOrd="0" parTransId="{6F2D2921-9A4F-4E0B-BE20-57A4F4575661}" sibTransId="{65058277-C451-4058-B7BD-A0EE5E2206F1}"/>
    <dgm:cxn modelId="{8FFBA555-EC88-4E6D-8763-50240B0A7587}" srcId="{9C2C6D7E-0BA6-4608-BC9E-89EF17466EC9}" destId="{0F574798-740F-481C-9182-8B3C878AD786}" srcOrd="2" destOrd="0" parTransId="{01BCE899-8FE3-42B6-8CC0-93962A0F8AD1}" sibTransId="{AB1D6EB7-43D6-445E-9FD2-A86549CC9F95}"/>
    <dgm:cxn modelId="{D294FA7F-0386-4E3A-A735-EB4F67CE1A30}" srcId="{9C2C6D7E-0BA6-4608-BC9E-89EF17466EC9}" destId="{84F33784-AEB0-496F-9282-521689415039}" srcOrd="0" destOrd="0" parTransId="{1CC0CFC0-5E64-4673-8A6A-7EFEF6FF6A47}" sibTransId="{7EEFA7A3-10E8-40CC-AEB4-F5120628B19E}"/>
    <dgm:cxn modelId="{1902B98F-A556-43EC-90CB-D5D999981480}" type="presOf" srcId="{0F574798-740F-481C-9182-8B3C878AD786}" destId="{DFE221DC-6CD8-4546-9C5D-AA7E307905BE}" srcOrd="0" destOrd="0" presId="urn:microsoft.com/office/officeart/2018/2/layout/IconVerticalSolidList"/>
    <dgm:cxn modelId="{42F640B9-3328-4CF8-A195-512E36D9F7CA}" type="presOf" srcId="{9C2C6D7E-0BA6-4608-BC9E-89EF17466EC9}" destId="{E14F514F-10DF-4941-A1F2-FD05974D4BB0}" srcOrd="0" destOrd="0" presId="urn:microsoft.com/office/officeart/2018/2/layout/IconVerticalSolidList"/>
    <dgm:cxn modelId="{77487640-CAED-4C01-B727-4B3ADAFDCF36}" type="presParOf" srcId="{E14F514F-10DF-4941-A1F2-FD05974D4BB0}" destId="{EB113644-1E1A-4AB1-B87F-3B4CCAB1B5A2}" srcOrd="0" destOrd="0" presId="urn:microsoft.com/office/officeart/2018/2/layout/IconVerticalSolidList"/>
    <dgm:cxn modelId="{B2E71AA0-942D-4B6D-A13D-856976582E51}" type="presParOf" srcId="{EB113644-1E1A-4AB1-B87F-3B4CCAB1B5A2}" destId="{CE7A0832-32F3-42EE-BB8A-B84BFD53539E}" srcOrd="0" destOrd="0" presId="urn:microsoft.com/office/officeart/2018/2/layout/IconVerticalSolidList"/>
    <dgm:cxn modelId="{4F830335-6612-4362-B4A1-8F45A54E7628}" type="presParOf" srcId="{EB113644-1E1A-4AB1-B87F-3B4CCAB1B5A2}" destId="{8F57F99C-40F7-4716-8D06-6D78AD40963F}" srcOrd="1" destOrd="0" presId="urn:microsoft.com/office/officeart/2018/2/layout/IconVerticalSolidList"/>
    <dgm:cxn modelId="{AE987A73-4CAA-488B-B667-C77F02D99336}" type="presParOf" srcId="{EB113644-1E1A-4AB1-B87F-3B4CCAB1B5A2}" destId="{2718F391-EA91-47A6-8F49-28B747C4EE5A}" srcOrd="2" destOrd="0" presId="urn:microsoft.com/office/officeart/2018/2/layout/IconVerticalSolidList"/>
    <dgm:cxn modelId="{4FCC1D37-8D27-407B-A123-25AC4970066B}" type="presParOf" srcId="{EB113644-1E1A-4AB1-B87F-3B4CCAB1B5A2}" destId="{2D42B1B1-3501-43B2-AFC6-DAD28A956533}" srcOrd="3" destOrd="0" presId="urn:microsoft.com/office/officeart/2018/2/layout/IconVerticalSolidList"/>
    <dgm:cxn modelId="{B85CCEA3-920C-4F39-BA5B-EC0D81742EAE}" type="presParOf" srcId="{E14F514F-10DF-4941-A1F2-FD05974D4BB0}" destId="{92F252B5-D496-4698-AC03-E29E5E70E4C6}" srcOrd="1" destOrd="0" presId="urn:microsoft.com/office/officeart/2018/2/layout/IconVerticalSolidList"/>
    <dgm:cxn modelId="{DEDC9FCE-CF9A-4FAE-A95A-B0A1AAE9C4FF}" type="presParOf" srcId="{E14F514F-10DF-4941-A1F2-FD05974D4BB0}" destId="{FC14321B-F631-47FD-9178-383CDF259699}" srcOrd="2" destOrd="0" presId="urn:microsoft.com/office/officeart/2018/2/layout/IconVerticalSolidList"/>
    <dgm:cxn modelId="{E1659530-B284-4F13-9672-226795119285}" type="presParOf" srcId="{FC14321B-F631-47FD-9178-383CDF259699}" destId="{60F4EEAC-F685-4A2B-BB31-B5D795145ED7}" srcOrd="0" destOrd="0" presId="urn:microsoft.com/office/officeart/2018/2/layout/IconVerticalSolidList"/>
    <dgm:cxn modelId="{C15D68C6-5323-4BAE-AF27-468296B8B80A}" type="presParOf" srcId="{FC14321B-F631-47FD-9178-383CDF259699}" destId="{87F1BC58-7677-4FD5-8D4C-B74AFBDC0B2E}" srcOrd="1" destOrd="0" presId="urn:microsoft.com/office/officeart/2018/2/layout/IconVerticalSolidList"/>
    <dgm:cxn modelId="{D5F1896C-8F82-4472-B257-737649C0F4CF}" type="presParOf" srcId="{FC14321B-F631-47FD-9178-383CDF259699}" destId="{D9BC9B91-530A-41E6-90FB-4DE30F6E89B1}" srcOrd="2" destOrd="0" presId="urn:microsoft.com/office/officeart/2018/2/layout/IconVerticalSolidList"/>
    <dgm:cxn modelId="{2A839C29-574C-4D39-81AE-2B51B1162D36}" type="presParOf" srcId="{FC14321B-F631-47FD-9178-383CDF259699}" destId="{02D93EC5-BF8F-4BD7-863E-CCCD14C5DD2B}" srcOrd="3" destOrd="0" presId="urn:microsoft.com/office/officeart/2018/2/layout/IconVerticalSolidList"/>
    <dgm:cxn modelId="{7EF08FD9-7F78-4510-96E3-434D493D2586}" type="presParOf" srcId="{E14F514F-10DF-4941-A1F2-FD05974D4BB0}" destId="{A6BFDC2F-0166-4A7A-ADE5-F246913E6285}" srcOrd="3" destOrd="0" presId="urn:microsoft.com/office/officeart/2018/2/layout/IconVerticalSolidList"/>
    <dgm:cxn modelId="{76CE6081-2B7D-4FC7-8A7A-4940D92D160E}" type="presParOf" srcId="{E14F514F-10DF-4941-A1F2-FD05974D4BB0}" destId="{984B3032-49ED-4DE2-8184-44B4485092D4}" srcOrd="4" destOrd="0" presId="urn:microsoft.com/office/officeart/2018/2/layout/IconVerticalSolidList"/>
    <dgm:cxn modelId="{882C593B-F924-42CC-9374-F9E6B0293253}" type="presParOf" srcId="{984B3032-49ED-4DE2-8184-44B4485092D4}" destId="{5C8A6974-49A4-436C-96F9-B491B9B45CBE}" srcOrd="0" destOrd="0" presId="urn:microsoft.com/office/officeart/2018/2/layout/IconVerticalSolidList"/>
    <dgm:cxn modelId="{2775B8A7-C443-4731-9DA6-5CBF20249D0B}" type="presParOf" srcId="{984B3032-49ED-4DE2-8184-44B4485092D4}" destId="{925EFF61-DAE8-46A7-B408-27C08A198C1B}" srcOrd="1" destOrd="0" presId="urn:microsoft.com/office/officeart/2018/2/layout/IconVerticalSolidList"/>
    <dgm:cxn modelId="{58A29684-16B6-4B29-A10C-95BACEF5C976}" type="presParOf" srcId="{984B3032-49ED-4DE2-8184-44B4485092D4}" destId="{B892780C-C393-487E-A7C9-ECE41406ADCB}" srcOrd="2" destOrd="0" presId="urn:microsoft.com/office/officeart/2018/2/layout/IconVerticalSolidList"/>
    <dgm:cxn modelId="{3F393BCF-895E-4910-862D-368B49B687BF}" type="presParOf" srcId="{984B3032-49ED-4DE2-8184-44B4485092D4}" destId="{DFE221DC-6CD8-4546-9C5D-AA7E307905BE}" srcOrd="3" destOrd="0" presId="urn:microsoft.com/office/officeart/2018/2/layout/IconVerticalSolidList"/>
    <dgm:cxn modelId="{0A406530-2A92-4BB0-A458-7D55C7EDB102}" type="presParOf" srcId="{E14F514F-10DF-4941-A1F2-FD05974D4BB0}" destId="{9E13098F-CFA7-40F5-B39E-DE691432CBCF}" srcOrd="5" destOrd="0" presId="urn:microsoft.com/office/officeart/2018/2/layout/IconVerticalSolidList"/>
    <dgm:cxn modelId="{36D5B10F-7BBE-4B00-883A-A0ABF26CF718}" type="presParOf" srcId="{E14F514F-10DF-4941-A1F2-FD05974D4BB0}" destId="{6A16E904-C2A0-4016-AC8E-B44A230C2E4F}" srcOrd="6" destOrd="0" presId="urn:microsoft.com/office/officeart/2018/2/layout/IconVerticalSolidList"/>
    <dgm:cxn modelId="{3011C947-29D1-4297-8046-66EF305F5A5C}" type="presParOf" srcId="{6A16E904-C2A0-4016-AC8E-B44A230C2E4F}" destId="{71607330-69FF-4C25-A629-D6BFAD02DB33}" srcOrd="0" destOrd="0" presId="urn:microsoft.com/office/officeart/2018/2/layout/IconVerticalSolidList"/>
    <dgm:cxn modelId="{0F6E9E62-2B03-42C2-8054-743B699693E5}" type="presParOf" srcId="{6A16E904-C2A0-4016-AC8E-B44A230C2E4F}" destId="{E27AFAC4-A261-4208-ABA0-9DE1D37D459C}" srcOrd="1" destOrd="0" presId="urn:microsoft.com/office/officeart/2018/2/layout/IconVerticalSolidList"/>
    <dgm:cxn modelId="{A30C56F4-6B2F-4B58-9B65-52002F82365A}" type="presParOf" srcId="{6A16E904-C2A0-4016-AC8E-B44A230C2E4F}" destId="{C4E3F58F-C7DE-4357-BA03-9F9C139D9B23}" srcOrd="2" destOrd="0" presId="urn:microsoft.com/office/officeart/2018/2/layout/IconVerticalSolidList"/>
    <dgm:cxn modelId="{DD99B3E7-D451-4199-A862-0CA43B902047}" type="presParOf" srcId="{6A16E904-C2A0-4016-AC8E-B44A230C2E4F}" destId="{EAA52EA7-062C-4DAE-9B37-B76DF271596D}" srcOrd="3" destOrd="0" presId="urn:microsoft.com/office/officeart/2018/2/layout/IconVerticalSolidList"/>
    <dgm:cxn modelId="{3120A56A-A9F0-4ECA-9681-5D9D39770525}" type="presParOf" srcId="{E14F514F-10DF-4941-A1F2-FD05974D4BB0}" destId="{3CD861C0-E9EB-4408-99C3-5208852E5EBB}" srcOrd="7" destOrd="0" presId="urn:microsoft.com/office/officeart/2018/2/layout/IconVerticalSolidList"/>
    <dgm:cxn modelId="{BA99B075-496C-4278-A5FD-6CD06CE3B39B}" type="presParOf" srcId="{E14F514F-10DF-4941-A1F2-FD05974D4BB0}" destId="{14E79D3D-93EC-4E7E-B144-CAAEB7C6EE14}" srcOrd="8" destOrd="0" presId="urn:microsoft.com/office/officeart/2018/2/layout/IconVerticalSolidList"/>
    <dgm:cxn modelId="{0F03D12E-F2D9-41D5-9F7D-1C848C9DF7B1}" type="presParOf" srcId="{14E79D3D-93EC-4E7E-B144-CAAEB7C6EE14}" destId="{34FFFE4D-1BB0-4E99-BFA2-E57C9B2D0F6C}" srcOrd="0" destOrd="0" presId="urn:microsoft.com/office/officeart/2018/2/layout/IconVerticalSolidList"/>
    <dgm:cxn modelId="{3D7667D2-5200-450E-9CB4-ED560382C21F}" type="presParOf" srcId="{14E79D3D-93EC-4E7E-B144-CAAEB7C6EE14}" destId="{554F1D7D-C3B4-4B54-89F8-8E2E6E4C424D}" srcOrd="1" destOrd="0" presId="urn:microsoft.com/office/officeart/2018/2/layout/IconVerticalSolidList"/>
    <dgm:cxn modelId="{AD02AB38-7863-4F44-9283-2B62F8590E96}" type="presParOf" srcId="{14E79D3D-93EC-4E7E-B144-CAAEB7C6EE14}" destId="{37723E8E-1FE6-45C1-A5D0-6C3DD25C847F}" srcOrd="2" destOrd="0" presId="urn:microsoft.com/office/officeart/2018/2/layout/IconVerticalSolidList"/>
    <dgm:cxn modelId="{5A70647E-9AF9-4A0F-821F-A7BFC6E7EA0F}" type="presParOf" srcId="{14E79D3D-93EC-4E7E-B144-CAAEB7C6EE14}" destId="{D3993823-6A48-45CA-A544-61FEDAE3E0D3}"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ata3.xml><?xml version="1.0" encoding="utf-8"?>
<dgm:dataModel xmlns:dgm="http://schemas.openxmlformats.org/drawingml/2006/diagram" xmlns:a="http://schemas.openxmlformats.org/drawingml/2006/main">
  <dgm:ptLst>
    <dgm:pt modelId="{F2BF0B6B-0EF0-46C2-BA7A-B3661D9F8ADB}"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966A3F9B-0BA3-4197-824D-FB4E1A8A73F4}">
      <dgm:prSet/>
      <dgm:spPr/>
      <dgm:t>
        <a:bodyPr/>
        <a:lstStyle/>
        <a:p>
          <a:r>
            <a:rPr lang="tr-TR"/>
            <a:t>Vücuttaki mekanik hareketlerden kaynaklanan işaretlerdir. Genellikle bir dönüştürücü (transducer) aracılığıyla elektriksel sinyale çevrilirler.</a:t>
          </a:r>
          <a:endParaRPr lang="en-US"/>
        </a:p>
      </dgm:t>
    </dgm:pt>
    <dgm:pt modelId="{4E1BF80E-AD2C-4E97-95CB-2722C1E6EFDA}" type="parTrans" cxnId="{4C785522-2D0D-4467-808C-916592CBB3BC}">
      <dgm:prSet/>
      <dgm:spPr/>
      <dgm:t>
        <a:bodyPr/>
        <a:lstStyle/>
        <a:p>
          <a:endParaRPr lang="en-US"/>
        </a:p>
      </dgm:t>
    </dgm:pt>
    <dgm:pt modelId="{0C346A44-8504-40D1-84A7-68BA4CC7B9A1}" type="sibTrans" cxnId="{4C785522-2D0D-4467-808C-916592CBB3BC}">
      <dgm:prSet/>
      <dgm:spPr/>
      <dgm:t>
        <a:bodyPr/>
        <a:lstStyle/>
        <a:p>
          <a:endParaRPr lang="en-US"/>
        </a:p>
      </dgm:t>
    </dgm:pt>
    <dgm:pt modelId="{CAD3585F-4977-4969-B83C-9A49C6044A64}">
      <dgm:prSet/>
      <dgm:spPr/>
      <dgm:t>
        <a:bodyPr/>
        <a:lstStyle/>
        <a:p>
          <a:r>
            <a:rPr lang="tr-TR" b="1" dirty="0"/>
            <a:t>Kan Basıncı:</a:t>
          </a:r>
          <a:r>
            <a:rPr lang="tr-TR" dirty="0"/>
            <a:t> Arteriyel duvarlardaki basınç değişimleri.</a:t>
          </a:r>
          <a:endParaRPr lang="en-US" dirty="0"/>
        </a:p>
      </dgm:t>
    </dgm:pt>
    <dgm:pt modelId="{66A7BC2A-1451-466E-B424-7B3EF3A666F8}" type="parTrans" cxnId="{49982FDD-610C-4373-95EB-9C1A9D2B44E7}">
      <dgm:prSet/>
      <dgm:spPr/>
      <dgm:t>
        <a:bodyPr/>
        <a:lstStyle/>
        <a:p>
          <a:endParaRPr lang="en-US"/>
        </a:p>
      </dgm:t>
    </dgm:pt>
    <dgm:pt modelId="{3789E721-7E67-4393-8973-5C2BFCEFCBB9}" type="sibTrans" cxnId="{49982FDD-610C-4373-95EB-9C1A9D2B44E7}">
      <dgm:prSet/>
      <dgm:spPr/>
      <dgm:t>
        <a:bodyPr/>
        <a:lstStyle/>
        <a:p>
          <a:endParaRPr lang="en-US"/>
        </a:p>
      </dgm:t>
    </dgm:pt>
    <dgm:pt modelId="{10035093-967F-4C4B-BA2A-024C0431DBC4}">
      <dgm:prSet/>
      <dgm:spPr/>
      <dgm:t>
        <a:bodyPr/>
        <a:lstStyle/>
        <a:p>
          <a:r>
            <a:rPr lang="tr-TR" b="1"/>
            <a:t>Solunum Hacmi:</a:t>
          </a:r>
          <a:r>
            <a:rPr lang="tr-TR"/>
            <a:t> Akciğerlerin mekanik genişlemesi ve daralması.</a:t>
          </a:r>
          <a:endParaRPr lang="en-US"/>
        </a:p>
      </dgm:t>
    </dgm:pt>
    <dgm:pt modelId="{F23D379E-BC5F-415F-A9D6-751ED7AF5E5D}" type="parTrans" cxnId="{433BFFD3-8182-48BA-AB36-92BDDB4E9BDE}">
      <dgm:prSet/>
      <dgm:spPr/>
      <dgm:t>
        <a:bodyPr/>
        <a:lstStyle/>
        <a:p>
          <a:endParaRPr lang="en-US"/>
        </a:p>
      </dgm:t>
    </dgm:pt>
    <dgm:pt modelId="{D48ACADA-C46D-4DD5-B818-4901278D7078}" type="sibTrans" cxnId="{433BFFD3-8182-48BA-AB36-92BDDB4E9BDE}">
      <dgm:prSet/>
      <dgm:spPr/>
      <dgm:t>
        <a:bodyPr/>
        <a:lstStyle/>
        <a:p>
          <a:endParaRPr lang="en-US"/>
        </a:p>
      </dgm:t>
    </dgm:pt>
    <dgm:pt modelId="{C890DCAE-AE83-4449-BA5E-13846DB35BFB}">
      <dgm:prSet/>
      <dgm:spPr/>
      <dgm:t>
        <a:bodyPr/>
        <a:lstStyle/>
        <a:p>
          <a:r>
            <a:rPr lang="tr-TR" b="1"/>
            <a:t>Kas Kuvveti:</a:t>
          </a:r>
          <a:r>
            <a:rPr lang="tr-TR"/>
            <a:t> Kasın kasılma sırasında uyguladığı fiziksel güç.</a:t>
          </a:r>
          <a:endParaRPr lang="en-US"/>
        </a:p>
      </dgm:t>
    </dgm:pt>
    <dgm:pt modelId="{B56B31F1-F835-46CC-A263-41544BF4C2E2}" type="parTrans" cxnId="{2FA0F33A-5A06-42FE-B61C-6A018B6F9CF2}">
      <dgm:prSet/>
      <dgm:spPr/>
      <dgm:t>
        <a:bodyPr/>
        <a:lstStyle/>
        <a:p>
          <a:endParaRPr lang="en-US"/>
        </a:p>
      </dgm:t>
    </dgm:pt>
    <dgm:pt modelId="{C8D6377A-8272-4E5C-A43B-1EC64C94DFA3}" type="sibTrans" cxnId="{2FA0F33A-5A06-42FE-B61C-6A018B6F9CF2}">
      <dgm:prSet/>
      <dgm:spPr/>
      <dgm:t>
        <a:bodyPr/>
        <a:lstStyle/>
        <a:p>
          <a:endParaRPr lang="en-US"/>
        </a:p>
      </dgm:t>
    </dgm:pt>
    <dgm:pt modelId="{C3EF03B4-4AE9-4842-9BA1-5F8CF7868E12}" type="pres">
      <dgm:prSet presAssocID="{F2BF0B6B-0EF0-46C2-BA7A-B3661D9F8ADB}" presName="root" presStyleCnt="0">
        <dgm:presLayoutVars>
          <dgm:dir/>
          <dgm:resizeHandles val="exact"/>
        </dgm:presLayoutVars>
      </dgm:prSet>
      <dgm:spPr/>
    </dgm:pt>
    <dgm:pt modelId="{1E90E9F6-375D-4C5E-A950-B651E8737F21}" type="pres">
      <dgm:prSet presAssocID="{966A3F9B-0BA3-4197-824D-FB4E1A8A73F4}" presName="compNode" presStyleCnt="0"/>
      <dgm:spPr/>
    </dgm:pt>
    <dgm:pt modelId="{2F398252-E0DE-417A-ACAD-622DA69BC23F}" type="pres">
      <dgm:prSet presAssocID="{966A3F9B-0BA3-4197-824D-FB4E1A8A73F4}" presName="bgRect" presStyleLbl="bgShp" presStyleIdx="0" presStyleCnt="4"/>
      <dgm:spPr/>
    </dgm:pt>
    <dgm:pt modelId="{BC10AFB9-4661-4F14-AE70-C3F9A24E08C4}" type="pres">
      <dgm:prSet presAssocID="{966A3F9B-0BA3-4197-824D-FB4E1A8A73F4}" presName="iconRect" presStyleLbl="node1" presStyleIdx="0" presStyleCnt="4"/>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Dans adımları düz dolguyla"/>
        </a:ext>
      </dgm:extLst>
    </dgm:pt>
    <dgm:pt modelId="{7FED5A41-ED29-419E-AF40-87813F582FAD}" type="pres">
      <dgm:prSet presAssocID="{966A3F9B-0BA3-4197-824D-FB4E1A8A73F4}" presName="spaceRect" presStyleCnt="0"/>
      <dgm:spPr/>
    </dgm:pt>
    <dgm:pt modelId="{CB8B47B1-62B8-483C-AD18-CD2869E1660E}" type="pres">
      <dgm:prSet presAssocID="{966A3F9B-0BA3-4197-824D-FB4E1A8A73F4}" presName="parTx" presStyleLbl="revTx" presStyleIdx="0" presStyleCnt="4">
        <dgm:presLayoutVars>
          <dgm:chMax val="0"/>
          <dgm:chPref val="0"/>
        </dgm:presLayoutVars>
      </dgm:prSet>
      <dgm:spPr/>
    </dgm:pt>
    <dgm:pt modelId="{BA93A2C8-F93A-4AA3-9C9A-86C4C36CEE22}" type="pres">
      <dgm:prSet presAssocID="{0C346A44-8504-40D1-84A7-68BA4CC7B9A1}" presName="sibTrans" presStyleCnt="0"/>
      <dgm:spPr/>
    </dgm:pt>
    <dgm:pt modelId="{14DD0733-0D50-43AE-8B3B-B2C7F83F88B6}" type="pres">
      <dgm:prSet presAssocID="{CAD3585F-4977-4969-B83C-9A49C6044A64}" presName="compNode" presStyleCnt="0"/>
      <dgm:spPr/>
    </dgm:pt>
    <dgm:pt modelId="{914E20FA-349B-43AF-853C-4C03016C0D6D}" type="pres">
      <dgm:prSet presAssocID="{CAD3585F-4977-4969-B83C-9A49C6044A64}" presName="bgRect" presStyleLbl="bgShp" presStyleIdx="1" presStyleCnt="4"/>
      <dgm:spPr/>
    </dgm:pt>
    <dgm:pt modelId="{97F78B1E-5094-4AB5-AEF0-09034DF81ED7}" type="pres">
      <dgm:prSet presAssocID="{CAD3585F-4977-4969-B83C-9A49C6044A64}" presName="iconRect" presStyleLbl="node1" presStyleIdx="1" presStyleCnt="4"/>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Kalp (organ) düz dolguyla"/>
        </a:ext>
      </dgm:extLst>
    </dgm:pt>
    <dgm:pt modelId="{2A636FF9-6DFC-4555-B9E2-347ECFB03EDB}" type="pres">
      <dgm:prSet presAssocID="{CAD3585F-4977-4969-B83C-9A49C6044A64}" presName="spaceRect" presStyleCnt="0"/>
      <dgm:spPr/>
    </dgm:pt>
    <dgm:pt modelId="{7ACDAD2D-E107-40CF-B3FA-B167C1D7B90D}" type="pres">
      <dgm:prSet presAssocID="{CAD3585F-4977-4969-B83C-9A49C6044A64}" presName="parTx" presStyleLbl="revTx" presStyleIdx="1" presStyleCnt="4">
        <dgm:presLayoutVars>
          <dgm:chMax val="0"/>
          <dgm:chPref val="0"/>
        </dgm:presLayoutVars>
      </dgm:prSet>
      <dgm:spPr/>
    </dgm:pt>
    <dgm:pt modelId="{452428F0-F2E6-488B-9434-FF700EC72121}" type="pres">
      <dgm:prSet presAssocID="{3789E721-7E67-4393-8973-5C2BFCEFCBB9}" presName="sibTrans" presStyleCnt="0"/>
      <dgm:spPr/>
    </dgm:pt>
    <dgm:pt modelId="{647067A4-A13D-44C4-AE06-FC8897D385F9}" type="pres">
      <dgm:prSet presAssocID="{10035093-967F-4C4B-BA2A-024C0431DBC4}" presName="compNode" presStyleCnt="0"/>
      <dgm:spPr/>
    </dgm:pt>
    <dgm:pt modelId="{4DB74620-A394-4C9D-9882-504F15C83FE4}" type="pres">
      <dgm:prSet presAssocID="{10035093-967F-4C4B-BA2A-024C0431DBC4}" presName="bgRect" presStyleLbl="bgShp" presStyleIdx="2" presStyleCnt="4"/>
      <dgm:spPr/>
    </dgm:pt>
    <dgm:pt modelId="{F46F6C90-879D-4375-8C32-D7D9F89F40F7}" type="pres">
      <dgm:prSet presAssocID="{10035093-967F-4C4B-BA2A-024C0431DBC4}"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Akciğer"/>
        </a:ext>
      </dgm:extLst>
    </dgm:pt>
    <dgm:pt modelId="{2F9B6C51-9C0D-4B39-8334-FFC063E189F0}" type="pres">
      <dgm:prSet presAssocID="{10035093-967F-4C4B-BA2A-024C0431DBC4}" presName="spaceRect" presStyleCnt="0"/>
      <dgm:spPr/>
    </dgm:pt>
    <dgm:pt modelId="{68919A19-7291-4B33-B7F3-6074AF5888C6}" type="pres">
      <dgm:prSet presAssocID="{10035093-967F-4C4B-BA2A-024C0431DBC4}" presName="parTx" presStyleLbl="revTx" presStyleIdx="2" presStyleCnt="4">
        <dgm:presLayoutVars>
          <dgm:chMax val="0"/>
          <dgm:chPref val="0"/>
        </dgm:presLayoutVars>
      </dgm:prSet>
      <dgm:spPr/>
    </dgm:pt>
    <dgm:pt modelId="{94C7754A-9D43-47C6-925F-F69E7AABEDC5}" type="pres">
      <dgm:prSet presAssocID="{D48ACADA-C46D-4DD5-B818-4901278D7078}" presName="sibTrans" presStyleCnt="0"/>
      <dgm:spPr/>
    </dgm:pt>
    <dgm:pt modelId="{D3A3C2AA-9763-45E7-A8AF-28498826A4BC}" type="pres">
      <dgm:prSet presAssocID="{C890DCAE-AE83-4449-BA5E-13846DB35BFB}" presName="compNode" presStyleCnt="0"/>
      <dgm:spPr/>
    </dgm:pt>
    <dgm:pt modelId="{61E78873-9F64-4EA0-95AD-C6F253D19F96}" type="pres">
      <dgm:prSet presAssocID="{C890DCAE-AE83-4449-BA5E-13846DB35BFB}" presName="bgRect" presStyleLbl="bgShp" presStyleIdx="3" presStyleCnt="4"/>
      <dgm:spPr/>
    </dgm:pt>
    <dgm:pt modelId="{4AA5FA3E-A8AA-40C3-8058-5DC4F905C647}" type="pres">
      <dgm:prSet presAssocID="{C890DCAE-AE83-4449-BA5E-13846DB35BFB}"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Muscle Arm"/>
        </a:ext>
      </dgm:extLst>
    </dgm:pt>
    <dgm:pt modelId="{CB5F80D4-AA10-42E1-A07A-A45747DF468B}" type="pres">
      <dgm:prSet presAssocID="{C890DCAE-AE83-4449-BA5E-13846DB35BFB}" presName="spaceRect" presStyleCnt="0"/>
      <dgm:spPr/>
    </dgm:pt>
    <dgm:pt modelId="{6B93C4D9-D8C8-4FA6-A1D2-8B0534D9B4CF}" type="pres">
      <dgm:prSet presAssocID="{C890DCAE-AE83-4449-BA5E-13846DB35BFB}" presName="parTx" presStyleLbl="revTx" presStyleIdx="3" presStyleCnt="4">
        <dgm:presLayoutVars>
          <dgm:chMax val="0"/>
          <dgm:chPref val="0"/>
        </dgm:presLayoutVars>
      </dgm:prSet>
      <dgm:spPr/>
    </dgm:pt>
  </dgm:ptLst>
  <dgm:cxnLst>
    <dgm:cxn modelId="{735B5D03-E025-4C5B-B70D-4AE51A49CD88}" type="presOf" srcId="{10035093-967F-4C4B-BA2A-024C0431DBC4}" destId="{68919A19-7291-4B33-B7F3-6074AF5888C6}" srcOrd="0" destOrd="0" presId="urn:microsoft.com/office/officeart/2018/2/layout/IconVerticalSolidList"/>
    <dgm:cxn modelId="{2990FE0A-9EF5-4694-B467-6B14FAAFD424}" type="presOf" srcId="{966A3F9B-0BA3-4197-824D-FB4E1A8A73F4}" destId="{CB8B47B1-62B8-483C-AD18-CD2869E1660E}" srcOrd="0" destOrd="0" presId="urn:microsoft.com/office/officeart/2018/2/layout/IconVerticalSolidList"/>
    <dgm:cxn modelId="{4C785522-2D0D-4467-808C-916592CBB3BC}" srcId="{F2BF0B6B-0EF0-46C2-BA7A-B3661D9F8ADB}" destId="{966A3F9B-0BA3-4197-824D-FB4E1A8A73F4}" srcOrd="0" destOrd="0" parTransId="{4E1BF80E-AD2C-4E97-95CB-2722C1E6EFDA}" sibTransId="{0C346A44-8504-40D1-84A7-68BA4CC7B9A1}"/>
    <dgm:cxn modelId="{FEE2232C-B4A8-437B-8D99-786EF943AC2E}" type="presOf" srcId="{CAD3585F-4977-4969-B83C-9A49C6044A64}" destId="{7ACDAD2D-E107-40CF-B3FA-B167C1D7B90D}" srcOrd="0" destOrd="0" presId="urn:microsoft.com/office/officeart/2018/2/layout/IconVerticalSolidList"/>
    <dgm:cxn modelId="{2FA0F33A-5A06-42FE-B61C-6A018B6F9CF2}" srcId="{F2BF0B6B-0EF0-46C2-BA7A-B3661D9F8ADB}" destId="{C890DCAE-AE83-4449-BA5E-13846DB35BFB}" srcOrd="3" destOrd="0" parTransId="{B56B31F1-F835-46CC-A263-41544BF4C2E2}" sibTransId="{C8D6377A-8272-4E5C-A43B-1EC64C94DFA3}"/>
    <dgm:cxn modelId="{ED211A4A-BF59-407F-BAD0-FCE33F804F89}" type="presOf" srcId="{C890DCAE-AE83-4449-BA5E-13846DB35BFB}" destId="{6B93C4D9-D8C8-4FA6-A1D2-8B0534D9B4CF}" srcOrd="0" destOrd="0" presId="urn:microsoft.com/office/officeart/2018/2/layout/IconVerticalSolidList"/>
    <dgm:cxn modelId="{CAC5854F-E642-4865-BF51-1859B140C1EE}" type="presOf" srcId="{F2BF0B6B-0EF0-46C2-BA7A-B3661D9F8ADB}" destId="{C3EF03B4-4AE9-4842-9BA1-5F8CF7868E12}" srcOrd="0" destOrd="0" presId="urn:microsoft.com/office/officeart/2018/2/layout/IconVerticalSolidList"/>
    <dgm:cxn modelId="{433BFFD3-8182-48BA-AB36-92BDDB4E9BDE}" srcId="{F2BF0B6B-0EF0-46C2-BA7A-B3661D9F8ADB}" destId="{10035093-967F-4C4B-BA2A-024C0431DBC4}" srcOrd="2" destOrd="0" parTransId="{F23D379E-BC5F-415F-A9D6-751ED7AF5E5D}" sibTransId="{D48ACADA-C46D-4DD5-B818-4901278D7078}"/>
    <dgm:cxn modelId="{49982FDD-610C-4373-95EB-9C1A9D2B44E7}" srcId="{F2BF0B6B-0EF0-46C2-BA7A-B3661D9F8ADB}" destId="{CAD3585F-4977-4969-B83C-9A49C6044A64}" srcOrd="1" destOrd="0" parTransId="{66A7BC2A-1451-466E-B424-7B3EF3A666F8}" sibTransId="{3789E721-7E67-4393-8973-5C2BFCEFCBB9}"/>
    <dgm:cxn modelId="{CB051283-B2AA-423F-B19C-35E765D0706A}" type="presParOf" srcId="{C3EF03B4-4AE9-4842-9BA1-5F8CF7868E12}" destId="{1E90E9F6-375D-4C5E-A950-B651E8737F21}" srcOrd="0" destOrd="0" presId="urn:microsoft.com/office/officeart/2018/2/layout/IconVerticalSolidList"/>
    <dgm:cxn modelId="{20D329C8-A1F2-438C-B29F-B32A5A4E2F47}" type="presParOf" srcId="{1E90E9F6-375D-4C5E-A950-B651E8737F21}" destId="{2F398252-E0DE-417A-ACAD-622DA69BC23F}" srcOrd="0" destOrd="0" presId="urn:microsoft.com/office/officeart/2018/2/layout/IconVerticalSolidList"/>
    <dgm:cxn modelId="{2EC610F7-BA9E-461B-ABD6-D83DF49B8CF0}" type="presParOf" srcId="{1E90E9F6-375D-4C5E-A950-B651E8737F21}" destId="{BC10AFB9-4661-4F14-AE70-C3F9A24E08C4}" srcOrd="1" destOrd="0" presId="urn:microsoft.com/office/officeart/2018/2/layout/IconVerticalSolidList"/>
    <dgm:cxn modelId="{22B9E400-2C38-44EA-853E-E91ED59461B0}" type="presParOf" srcId="{1E90E9F6-375D-4C5E-A950-B651E8737F21}" destId="{7FED5A41-ED29-419E-AF40-87813F582FAD}" srcOrd="2" destOrd="0" presId="urn:microsoft.com/office/officeart/2018/2/layout/IconVerticalSolidList"/>
    <dgm:cxn modelId="{B32FAE23-BC14-4AE6-B8EF-5FFAF94CCBAE}" type="presParOf" srcId="{1E90E9F6-375D-4C5E-A950-B651E8737F21}" destId="{CB8B47B1-62B8-483C-AD18-CD2869E1660E}" srcOrd="3" destOrd="0" presId="urn:microsoft.com/office/officeart/2018/2/layout/IconVerticalSolidList"/>
    <dgm:cxn modelId="{0F2716CF-2761-41A9-9FAE-A639349DCBF4}" type="presParOf" srcId="{C3EF03B4-4AE9-4842-9BA1-5F8CF7868E12}" destId="{BA93A2C8-F93A-4AA3-9C9A-86C4C36CEE22}" srcOrd="1" destOrd="0" presId="urn:microsoft.com/office/officeart/2018/2/layout/IconVerticalSolidList"/>
    <dgm:cxn modelId="{7BE9E4E9-33E2-4ED0-BB6D-69C1D9ECFC02}" type="presParOf" srcId="{C3EF03B4-4AE9-4842-9BA1-5F8CF7868E12}" destId="{14DD0733-0D50-43AE-8B3B-B2C7F83F88B6}" srcOrd="2" destOrd="0" presId="urn:microsoft.com/office/officeart/2018/2/layout/IconVerticalSolidList"/>
    <dgm:cxn modelId="{C857F12D-A550-491A-B130-2BE9441D1A66}" type="presParOf" srcId="{14DD0733-0D50-43AE-8B3B-B2C7F83F88B6}" destId="{914E20FA-349B-43AF-853C-4C03016C0D6D}" srcOrd="0" destOrd="0" presId="urn:microsoft.com/office/officeart/2018/2/layout/IconVerticalSolidList"/>
    <dgm:cxn modelId="{80451F7E-C305-4833-BFE3-F14907E0E86A}" type="presParOf" srcId="{14DD0733-0D50-43AE-8B3B-B2C7F83F88B6}" destId="{97F78B1E-5094-4AB5-AEF0-09034DF81ED7}" srcOrd="1" destOrd="0" presId="urn:microsoft.com/office/officeart/2018/2/layout/IconVerticalSolidList"/>
    <dgm:cxn modelId="{B0EA7F0B-AD59-4614-8D28-13BCD7D3782C}" type="presParOf" srcId="{14DD0733-0D50-43AE-8B3B-B2C7F83F88B6}" destId="{2A636FF9-6DFC-4555-B9E2-347ECFB03EDB}" srcOrd="2" destOrd="0" presId="urn:microsoft.com/office/officeart/2018/2/layout/IconVerticalSolidList"/>
    <dgm:cxn modelId="{E4395D62-2AE5-48C6-BD2B-4559A48BAA17}" type="presParOf" srcId="{14DD0733-0D50-43AE-8B3B-B2C7F83F88B6}" destId="{7ACDAD2D-E107-40CF-B3FA-B167C1D7B90D}" srcOrd="3" destOrd="0" presId="urn:microsoft.com/office/officeart/2018/2/layout/IconVerticalSolidList"/>
    <dgm:cxn modelId="{777AA02D-F144-40C7-AF0E-2C43A2D8CEE5}" type="presParOf" srcId="{C3EF03B4-4AE9-4842-9BA1-5F8CF7868E12}" destId="{452428F0-F2E6-488B-9434-FF700EC72121}" srcOrd="3" destOrd="0" presId="urn:microsoft.com/office/officeart/2018/2/layout/IconVerticalSolidList"/>
    <dgm:cxn modelId="{4D77A571-004B-4DB8-AB95-3DBF92060799}" type="presParOf" srcId="{C3EF03B4-4AE9-4842-9BA1-5F8CF7868E12}" destId="{647067A4-A13D-44C4-AE06-FC8897D385F9}" srcOrd="4" destOrd="0" presId="urn:microsoft.com/office/officeart/2018/2/layout/IconVerticalSolidList"/>
    <dgm:cxn modelId="{9A4D996F-623A-4C0B-A044-C110FFB33089}" type="presParOf" srcId="{647067A4-A13D-44C4-AE06-FC8897D385F9}" destId="{4DB74620-A394-4C9D-9882-504F15C83FE4}" srcOrd="0" destOrd="0" presId="urn:microsoft.com/office/officeart/2018/2/layout/IconVerticalSolidList"/>
    <dgm:cxn modelId="{1DEE5CF0-691B-4886-8CF4-28A4735BB7B7}" type="presParOf" srcId="{647067A4-A13D-44C4-AE06-FC8897D385F9}" destId="{F46F6C90-879D-4375-8C32-D7D9F89F40F7}" srcOrd="1" destOrd="0" presId="urn:microsoft.com/office/officeart/2018/2/layout/IconVerticalSolidList"/>
    <dgm:cxn modelId="{D3AC386A-2208-4378-8254-B0F26FE44E2B}" type="presParOf" srcId="{647067A4-A13D-44C4-AE06-FC8897D385F9}" destId="{2F9B6C51-9C0D-4B39-8334-FFC063E189F0}" srcOrd="2" destOrd="0" presId="urn:microsoft.com/office/officeart/2018/2/layout/IconVerticalSolidList"/>
    <dgm:cxn modelId="{9DE9C43D-5A76-48EF-B15D-BC39787D456C}" type="presParOf" srcId="{647067A4-A13D-44C4-AE06-FC8897D385F9}" destId="{68919A19-7291-4B33-B7F3-6074AF5888C6}" srcOrd="3" destOrd="0" presId="urn:microsoft.com/office/officeart/2018/2/layout/IconVerticalSolidList"/>
    <dgm:cxn modelId="{9AEE4792-E06E-4FD2-B2C3-09A494F5537C}" type="presParOf" srcId="{C3EF03B4-4AE9-4842-9BA1-5F8CF7868E12}" destId="{94C7754A-9D43-47C6-925F-F69E7AABEDC5}" srcOrd="5" destOrd="0" presId="urn:microsoft.com/office/officeart/2018/2/layout/IconVerticalSolidList"/>
    <dgm:cxn modelId="{13287745-9AB7-4DCB-A0BC-500CD3A13E8E}" type="presParOf" srcId="{C3EF03B4-4AE9-4842-9BA1-5F8CF7868E12}" destId="{D3A3C2AA-9763-45E7-A8AF-28498826A4BC}" srcOrd="6" destOrd="0" presId="urn:microsoft.com/office/officeart/2018/2/layout/IconVerticalSolidList"/>
    <dgm:cxn modelId="{1BA83273-E556-4630-A39E-73CF5416570D}" type="presParOf" srcId="{D3A3C2AA-9763-45E7-A8AF-28498826A4BC}" destId="{61E78873-9F64-4EA0-95AD-C6F253D19F96}" srcOrd="0" destOrd="0" presId="urn:microsoft.com/office/officeart/2018/2/layout/IconVerticalSolidList"/>
    <dgm:cxn modelId="{5376FDE9-499A-40E5-A768-81429ABC2CB5}" type="presParOf" srcId="{D3A3C2AA-9763-45E7-A8AF-28498826A4BC}" destId="{4AA5FA3E-A8AA-40C3-8058-5DC4F905C647}" srcOrd="1" destOrd="0" presId="urn:microsoft.com/office/officeart/2018/2/layout/IconVerticalSolidList"/>
    <dgm:cxn modelId="{6C18D1F1-1B82-425C-8409-88FF4D585216}" type="presParOf" srcId="{D3A3C2AA-9763-45E7-A8AF-28498826A4BC}" destId="{CB5F80D4-AA10-42E1-A07A-A45747DF468B}" srcOrd="2" destOrd="0" presId="urn:microsoft.com/office/officeart/2018/2/layout/IconVerticalSolidList"/>
    <dgm:cxn modelId="{AC9D2766-5400-4C07-91B9-D698FEAB1A81}" type="presParOf" srcId="{D3A3C2AA-9763-45E7-A8AF-28498826A4BC}" destId="{6B93C4D9-D8C8-4FA6-A1D2-8B0534D9B4CF}"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2BF0B6B-0EF0-46C2-BA7A-B3661D9F8ADB}"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966A3F9B-0BA3-4197-824D-FB4E1A8A73F4}">
      <dgm:prSet/>
      <dgm:spPr/>
      <dgm:t>
        <a:bodyPr/>
        <a:lstStyle/>
        <a:p>
          <a:pPr>
            <a:lnSpc>
              <a:spcPct val="100000"/>
            </a:lnSpc>
          </a:pPr>
          <a:r>
            <a:rPr lang="tr-TR"/>
            <a:t>Vücut sıvılarındaki (kan, idrar, hücre içi sıvı) kimyasal maddelerin konsantrasyonu ile ilgilidir.</a:t>
          </a:r>
          <a:endParaRPr lang="en-US" dirty="0"/>
        </a:p>
      </dgm:t>
    </dgm:pt>
    <dgm:pt modelId="{4E1BF80E-AD2C-4E97-95CB-2722C1E6EFDA}" type="parTrans" cxnId="{4C785522-2D0D-4467-808C-916592CBB3BC}">
      <dgm:prSet/>
      <dgm:spPr/>
      <dgm:t>
        <a:bodyPr/>
        <a:lstStyle/>
        <a:p>
          <a:endParaRPr lang="en-US"/>
        </a:p>
      </dgm:t>
    </dgm:pt>
    <dgm:pt modelId="{0C346A44-8504-40D1-84A7-68BA4CC7B9A1}" type="sibTrans" cxnId="{4C785522-2D0D-4467-808C-916592CBB3BC}">
      <dgm:prSet/>
      <dgm:spPr/>
      <dgm:t>
        <a:bodyPr/>
        <a:lstStyle/>
        <a:p>
          <a:endParaRPr lang="en-US"/>
        </a:p>
      </dgm:t>
    </dgm:pt>
    <dgm:pt modelId="{7EEAA900-FDC5-4396-ABB9-3D97B5CFF50E}">
      <dgm:prSet/>
      <dgm:spPr/>
      <dgm:t>
        <a:bodyPr/>
        <a:lstStyle/>
        <a:p>
          <a:pPr>
            <a:lnSpc>
              <a:spcPct val="100000"/>
            </a:lnSpc>
          </a:pPr>
          <a:r>
            <a:rPr lang="tr-TR" b="1" dirty="0"/>
            <a:t>Glikoz Seviyesi: </a:t>
          </a:r>
          <a:r>
            <a:rPr lang="tr-TR" b="0" dirty="0"/>
            <a:t>Kandaki şeker seviyesi</a:t>
          </a:r>
          <a:endParaRPr lang="en-US" b="1" dirty="0"/>
        </a:p>
      </dgm:t>
    </dgm:pt>
    <dgm:pt modelId="{7E886273-227D-4933-B1A5-85E80ADFBE6B}" type="parTrans" cxnId="{E1F21A6F-9E60-4785-B468-A1A662CB6C4B}">
      <dgm:prSet/>
      <dgm:spPr/>
      <dgm:t>
        <a:bodyPr/>
        <a:lstStyle/>
        <a:p>
          <a:endParaRPr lang="tr-TR"/>
        </a:p>
      </dgm:t>
    </dgm:pt>
    <dgm:pt modelId="{8D0AAF0D-47B9-444B-814D-E5164621AECB}" type="sibTrans" cxnId="{E1F21A6F-9E60-4785-B468-A1A662CB6C4B}">
      <dgm:prSet/>
      <dgm:spPr/>
      <dgm:t>
        <a:bodyPr/>
        <a:lstStyle/>
        <a:p>
          <a:endParaRPr lang="tr-TR"/>
        </a:p>
      </dgm:t>
    </dgm:pt>
    <dgm:pt modelId="{3C2F08F0-8CB0-4B30-BCD9-EF449458FEEC}">
      <dgm:prSet/>
      <dgm:spPr/>
      <dgm:t>
        <a:bodyPr/>
        <a:lstStyle/>
        <a:p>
          <a:pPr>
            <a:lnSpc>
              <a:spcPct val="100000"/>
            </a:lnSpc>
          </a:pPr>
          <a:r>
            <a:rPr lang="tr-TR" b="1" dirty="0"/>
            <a:t>pH Değeri: </a:t>
          </a:r>
          <a:r>
            <a:rPr lang="tr-TR" b="0" dirty="0"/>
            <a:t>Kan asiditesi</a:t>
          </a:r>
          <a:r>
            <a:rPr lang="tr-TR" b="1" dirty="0"/>
            <a:t> </a:t>
          </a:r>
          <a:endParaRPr lang="en-US" b="1" dirty="0"/>
        </a:p>
      </dgm:t>
    </dgm:pt>
    <dgm:pt modelId="{E0B9B273-DC25-4B92-AD42-960362E6C2B7}" type="parTrans" cxnId="{224E186E-867B-4DBB-AC67-503EB0A2FF26}">
      <dgm:prSet/>
      <dgm:spPr/>
      <dgm:t>
        <a:bodyPr/>
        <a:lstStyle/>
        <a:p>
          <a:endParaRPr lang="tr-TR"/>
        </a:p>
      </dgm:t>
    </dgm:pt>
    <dgm:pt modelId="{2E03EC58-536C-42EF-9BE4-FAE5FBC69EDC}" type="sibTrans" cxnId="{224E186E-867B-4DBB-AC67-503EB0A2FF26}">
      <dgm:prSet/>
      <dgm:spPr/>
      <dgm:t>
        <a:bodyPr/>
        <a:lstStyle/>
        <a:p>
          <a:endParaRPr lang="tr-TR"/>
        </a:p>
      </dgm:t>
    </dgm:pt>
    <dgm:pt modelId="{B8E65322-06C3-436F-8322-AAC4606DAA4C}">
      <dgm:prSet/>
      <dgm:spPr/>
      <dgm:t>
        <a:bodyPr/>
        <a:lstStyle/>
        <a:p>
          <a:pPr>
            <a:lnSpc>
              <a:spcPct val="100000"/>
            </a:lnSpc>
          </a:pPr>
          <a:r>
            <a:rPr lang="tr-TR" dirty="0"/>
            <a:t>Kandaki gaz oranları</a:t>
          </a:r>
          <a:endParaRPr lang="en-US" dirty="0"/>
        </a:p>
      </dgm:t>
    </dgm:pt>
    <dgm:pt modelId="{A2A04E99-5F2D-4B5F-9053-F676D1763006}" type="parTrans" cxnId="{1571138F-44AE-4077-99B9-AF0517978A64}">
      <dgm:prSet/>
      <dgm:spPr/>
      <dgm:t>
        <a:bodyPr/>
        <a:lstStyle/>
        <a:p>
          <a:endParaRPr lang="tr-TR"/>
        </a:p>
      </dgm:t>
    </dgm:pt>
    <dgm:pt modelId="{6E1973A7-5C99-4D87-91EA-0457F672D3E2}" type="sibTrans" cxnId="{1571138F-44AE-4077-99B9-AF0517978A64}">
      <dgm:prSet/>
      <dgm:spPr/>
      <dgm:t>
        <a:bodyPr/>
        <a:lstStyle/>
        <a:p>
          <a:endParaRPr lang="tr-TR"/>
        </a:p>
      </dgm:t>
    </dgm:pt>
    <dgm:pt modelId="{C3EF03B4-4AE9-4842-9BA1-5F8CF7868E12}" type="pres">
      <dgm:prSet presAssocID="{F2BF0B6B-0EF0-46C2-BA7A-B3661D9F8ADB}" presName="root" presStyleCnt="0">
        <dgm:presLayoutVars>
          <dgm:dir/>
          <dgm:resizeHandles val="exact"/>
        </dgm:presLayoutVars>
      </dgm:prSet>
      <dgm:spPr/>
    </dgm:pt>
    <dgm:pt modelId="{1E90E9F6-375D-4C5E-A950-B651E8737F21}" type="pres">
      <dgm:prSet presAssocID="{966A3F9B-0BA3-4197-824D-FB4E1A8A73F4}" presName="compNode" presStyleCnt="0"/>
      <dgm:spPr/>
    </dgm:pt>
    <dgm:pt modelId="{2F398252-E0DE-417A-ACAD-622DA69BC23F}" type="pres">
      <dgm:prSet presAssocID="{966A3F9B-0BA3-4197-824D-FB4E1A8A73F4}" presName="bgRect" presStyleLbl="bgShp" presStyleIdx="0" presStyleCnt="4"/>
      <dgm:spPr/>
    </dgm:pt>
    <dgm:pt modelId="{BC10AFB9-4661-4F14-AE70-C3F9A24E08C4}" type="pres">
      <dgm:prSet presAssocID="{966A3F9B-0BA3-4197-824D-FB4E1A8A73F4}" presName="iconRect" presStyleLbl="node1" presStyleIdx="0" presStyleCnt="4"/>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Beher düz dolguyla"/>
        </a:ext>
      </dgm:extLst>
    </dgm:pt>
    <dgm:pt modelId="{7FED5A41-ED29-419E-AF40-87813F582FAD}" type="pres">
      <dgm:prSet presAssocID="{966A3F9B-0BA3-4197-824D-FB4E1A8A73F4}" presName="spaceRect" presStyleCnt="0"/>
      <dgm:spPr/>
    </dgm:pt>
    <dgm:pt modelId="{CB8B47B1-62B8-483C-AD18-CD2869E1660E}" type="pres">
      <dgm:prSet presAssocID="{966A3F9B-0BA3-4197-824D-FB4E1A8A73F4}" presName="parTx" presStyleLbl="revTx" presStyleIdx="0" presStyleCnt="4">
        <dgm:presLayoutVars>
          <dgm:chMax val="0"/>
          <dgm:chPref val="0"/>
        </dgm:presLayoutVars>
      </dgm:prSet>
      <dgm:spPr/>
    </dgm:pt>
    <dgm:pt modelId="{BA93A2C8-F93A-4AA3-9C9A-86C4C36CEE22}" type="pres">
      <dgm:prSet presAssocID="{0C346A44-8504-40D1-84A7-68BA4CC7B9A1}" presName="sibTrans" presStyleCnt="0"/>
      <dgm:spPr/>
    </dgm:pt>
    <dgm:pt modelId="{541F801D-D6B9-46B0-ADFF-FB230D0076AA}" type="pres">
      <dgm:prSet presAssocID="{7EEAA900-FDC5-4396-ABB9-3D97B5CFF50E}" presName="compNode" presStyleCnt="0"/>
      <dgm:spPr/>
    </dgm:pt>
    <dgm:pt modelId="{DCC46F89-E21B-4BE8-BF88-C7D715FF8AC4}" type="pres">
      <dgm:prSet presAssocID="{7EEAA900-FDC5-4396-ABB9-3D97B5CFF50E}" presName="bgRect" presStyleLbl="bgShp" presStyleIdx="1" presStyleCnt="4"/>
      <dgm:spPr/>
    </dgm:pt>
    <dgm:pt modelId="{C27D20CE-1445-4411-BA5A-4901AFC261EF}" type="pres">
      <dgm:prSet presAssocID="{7EEAA900-FDC5-4396-ABB9-3D97B5CFF50E}"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Onay işareti"/>
        </a:ext>
      </dgm:extLst>
    </dgm:pt>
    <dgm:pt modelId="{3F476D9A-28CC-4A3F-8A87-BA6920A83515}" type="pres">
      <dgm:prSet presAssocID="{7EEAA900-FDC5-4396-ABB9-3D97B5CFF50E}" presName="spaceRect" presStyleCnt="0"/>
      <dgm:spPr/>
    </dgm:pt>
    <dgm:pt modelId="{3D283E77-D127-4592-B252-616EFEE1D4D7}" type="pres">
      <dgm:prSet presAssocID="{7EEAA900-FDC5-4396-ABB9-3D97B5CFF50E}" presName="parTx" presStyleLbl="revTx" presStyleIdx="1" presStyleCnt="4">
        <dgm:presLayoutVars>
          <dgm:chMax val="0"/>
          <dgm:chPref val="0"/>
        </dgm:presLayoutVars>
      </dgm:prSet>
      <dgm:spPr/>
    </dgm:pt>
    <dgm:pt modelId="{4582C7E7-0405-4D7E-B759-5C5663A4CBD5}" type="pres">
      <dgm:prSet presAssocID="{8D0AAF0D-47B9-444B-814D-E5164621AECB}" presName="sibTrans" presStyleCnt="0"/>
      <dgm:spPr/>
    </dgm:pt>
    <dgm:pt modelId="{EEBD640A-A9B3-4730-AF62-2B58B47F7419}" type="pres">
      <dgm:prSet presAssocID="{3C2F08F0-8CB0-4B30-BCD9-EF449458FEEC}" presName="compNode" presStyleCnt="0"/>
      <dgm:spPr/>
    </dgm:pt>
    <dgm:pt modelId="{FBD291A7-3CA4-4B2C-82BD-F0C17B45DE32}" type="pres">
      <dgm:prSet presAssocID="{3C2F08F0-8CB0-4B30-BCD9-EF449458FEEC}" presName="bgRect" presStyleLbl="bgShp" presStyleIdx="2" presStyleCnt="4"/>
      <dgm:spPr/>
    </dgm:pt>
    <dgm:pt modelId="{7357D21E-D5E4-4BA9-9196-0E52629E59BA}" type="pres">
      <dgm:prSet presAssocID="{3C2F08F0-8CB0-4B30-BCD9-EF449458FEEC}"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Upward trend"/>
        </a:ext>
      </dgm:extLst>
    </dgm:pt>
    <dgm:pt modelId="{61524A9D-911E-4F93-A5E8-7A422160CA72}" type="pres">
      <dgm:prSet presAssocID="{3C2F08F0-8CB0-4B30-BCD9-EF449458FEEC}" presName="spaceRect" presStyleCnt="0"/>
      <dgm:spPr/>
    </dgm:pt>
    <dgm:pt modelId="{BC0A7FE6-93C4-444C-9FE9-D03DC229A4CA}" type="pres">
      <dgm:prSet presAssocID="{3C2F08F0-8CB0-4B30-BCD9-EF449458FEEC}" presName="parTx" presStyleLbl="revTx" presStyleIdx="2" presStyleCnt="4">
        <dgm:presLayoutVars>
          <dgm:chMax val="0"/>
          <dgm:chPref val="0"/>
        </dgm:presLayoutVars>
      </dgm:prSet>
      <dgm:spPr/>
    </dgm:pt>
    <dgm:pt modelId="{24BE76EA-5BE4-449E-8539-BFE1ED7D5975}" type="pres">
      <dgm:prSet presAssocID="{2E03EC58-536C-42EF-9BE4-FAE5FBC69EDC}" presName="sibTrans" presStyleCnt="0"/>
      <dgm:spPr/>
    </dgm:pt>
    <dgm:pt modelId="{1EBEE0D3-7C00-4EB8-8948-0286B8E6268C}" type="pres">
      <dgm:prSet presAssocID="{B8E65322-06C3-436F-8322-AAC4606DAA4C}" presName="compNode" presStyleCnt="0"/>
      <dgm:spPr/>
    </dgm:pt>
    <dgm:pt modelId="{D03ABB8D-6F47-4D96-86EA-1D113EB3C546}" type="pres">
      <dgm:prSet presAssocID="{B8E65322-06C3-436F-8322-AAC4606DAA4C}" presName="bgRect" presStyleLbl="bgShp" presStyleIdx="3" presStyleCnt="4"/>
      <dgm:spPr/>
    </dgm:pt>
    <dgm:pt modelId="{BDF2B18E-602C-4771-B2B9-32FB460F63E4}" type="pres">
      <dgm:prSet presAssocID="{B8E65322-06C3-436F-8322-AAC4606DAA4C}"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Gösterge"/>
        </a:ext>
      </dgm:extLst>
    </dgm:pt>
    <dgm:pt modelId="{EEAB4570-9336-4DAE-A6EC-B63A669FE57A}" type="pres">
      <dgm:prSet presAssocID="{B8E65322-06C3-436F-8322-AAC4606DAA4C}" presName="spaceRect" presStyleCnt="0"/>
      <dgm:spPr/>
    </dgm:pt>
    <dgm:pt modelId="{39D9DBB1-50D1-4958-A561-531D097A550F}" type="pres">
      <dgm:prSet presAssocID="{B8E65322-06C3-436F-8322-AAC4606DAA4C}" presName="parTx" presStyleLbl="revTx" presStyleIdx="3" presStyleCnt="4">
        <dgm:presLayoutVars>
          <dgm:chMax val="0"/>
          <dgm:chPref val="0"/>
        </dgm:presLayoutVars>
      </dgm:prSet>
      <dgm:spPr/>
    </dgm:pt>
  </dgm:ptLst>
  <dgm:cxnLst>
    <dgm:cxn modelId="{2990FE0A-9EF5-4694-B467-6B14FAAFD424}" type="presOf" srcId="{966A3F9B-0BA3-4197-824D-FB4E1A8A73F4}" destId="{CB8B47B1-62B8-483C-AD18-CD2869E1660E}" srcOrd="0" destOrd="0" presId="urn:microsoft.com/office/officeart/2018/2/layout/IconVerticalSolidList"/>
    <dgm:cxn modelId="{F6131F18-704D-4D23-9E94-34F4C5CFBB73}" type="presOf" srcId="{7EEAA900-FDC5-4396-ABB9-3D97B5CFF50E}" destId="{3D283E77-D127-4592-B252-616EFEE1D4D7}" srcOrd="0" destOrd="0" presId="urn:microsoft.com/office/officeart/2018/2/layout/IconVerticalSolidList"/>
    <dgm:cxn modelId="{4C785522-2D0D-4467-808C-916592CBB3BC}" srcId="{F2BF0B6B-0EF0-46C2-BA7A-B3661D9F8ADB}" destId="{966A3F9B-0BA3-4197-824D-FB4E1A8A73F4}" srcOrd="0" destOrd="0" parTransId="{4E1BF80E-AD2C-4E97-95CB-2722C1E6EFDA}" sibTransId="{0C346A44-8504-40D1-84A7-68BA4CC7B9A1}"/>
    <dgm:cxn modelId="{6F6DFB62-3A45-48F3-B104-C2151563F218}" type="presOf" srcId="{3C2F08F0-8CB0-4B30-BCD9-EF449458FEEC}" destId="{BC0A7FE6-93C4-444C-9FE9-D03DC229A4CA}" srcOrd="0" destOrd="0" presId="urn:microsoft.com/office/officeart/2018/2/layout/IconVerticalSolidList"/>
    <dgm:cxn modelId="{849BF26A-9FCB-44A5-9F2F-1CE3DF75F105}" type="presOf" srcId="{B8E65322-06C3-436F-8322-AAC4606DAA4C}" destId="{39D9DBB1-50D1-4958-A561-531D097A550F}" srcOrd="0" destOrd="0" presId="urn:microsoft.com/office/officeart/2018/2/layout/IconVerticalSolidList"/>
    <dgm:cxn modelId="{224E186E-867B-4DBB-AC67-503EB0A2FF26}" srcId="{F2BF0B6B-0EF0-46C2-BA7A-B3661D9F8ADB}" destId="{3C2F08F0-8CB0-4B30-BCD9-EF449458FEEC}" srcOrd="2" destOrd="0" parTransId="{E0B9B273-DC25-4B92-AD42-960362E6C2B7}" sibTransId="{2E03EC58-536C-42EF-9BE4-FAE5FBC69EDC}"/>
    <dgm:cxn modelId="{E1F21A6F-9E60-4785-B468-A1A662CB6C4B}" srcId="{F2BF0B6B-0EF0-46C2-BA7A-B3661D9F8ADB}" destId="{7EEAA900-FDC5-4396-ABB9-3D97B5CFF50E}" srcOrd="1" destOrd="0" parTransId="{7E886273-227D-4933-B1A5-85E80ADFBE6B}" sibTransId="{8D0AAF0D-47B9-444B-814D-E5164621AECB}"/>
    <dgm:cxn modelId="{CAC5854F-E642-4865-BF51-1859B140C1EE}" type="presOf" srcId="{F2BF0B6B-0EF0-46C2-BA7A-B3661D9F8ADB}" destId="{C3EF03B4-4AE9-4842-9BA1-5F8CF7868E12}" srcOrd="0" destOrd="0" presId="urn:microsoft.com/office/officeart/2018/2/layout/IconVerticalSolidList"/>
    <dgm:cxn modelId="{1571138F-44AE-4077-99B9-AF0517978A64}" srcId="{F2BF0B6B-0EF0-46C2-BA7A-B3661D9F8ADB}" destId="{B8E65322-06C3-436F-8322-AAC4606DAA4C}" srcOrd="3" destOrd="0" parTransId="{A2A04E99-5F2D-4B5F-9053-F676D1763006}" sibTransId="{6E1973A7-5C99-4D87-91EA-0457F672D3E2}"/>
    <dgm:cxn modelId="{CB051283-B2AA-423F-B19C-35E765D0706A}" type="presParOf" srcId="{C3EF03B4-4AE9-4842-9BA1-5F8CF7868E12}" destId="{1E90E9F6-375D-4C5E-A950-B651E8737F21}" srcOrd="0" destOrd="0" presId="urn:microsoft.com/office/officeart/2018/2/layout/IconVerticalSolidList"/>
    <dgm:cxn modelId="{20D329C8-A1F2-438C-B29F-B32A5A4E2F47}" type="presParOf" srcId="{1E90E9F6-375D-4C5E-A950-B651E8737F21}" destId="{2F398252-E0DE-417A-ACAD-622DA69BC23F}" srcOrd="0" destOrd="0" presId="urn:microsoft.com/office/officeart/2018/2/layout/IconVerticalSolidList"/>
    <dgm:cxn modelId="{2EC610F7-BA9E-461B-ABD6-D83DF49B8CF0}" type="presParOf" srcId="{1E90E9F6-375D-4C5E-A950-B651E8737F21}" destId="{BC10AFB9-4661-4F14-AE70-C3F9A24E08C4}" srcOrd="1" destOrd="0" presId="urn:microsoft.com/office/officeart/2018/2/layout/IconVerticalSolidList"/>
    <dgm:cxn modelId="{22B9E400-2C38-44EA-853E-E91ED59461B0}" type="presParOf" srcId="{1E90E9F6-375D-4C5E-A950-B651E8737F21}" destId="{7FED5A41-ED29-419E-AF40-87813F582FAD}" srcOrd="2" destOrd="0" presId="urn:microsoft.com/office/officeart/2018/2/layout/IconVerticalSolidList"/>
    <dgm:cxn modelId="{B32FAE23-BC14-4AE6-B8EF-5FFAF94CCBAE}" type="presParOf" srcId="{1E90E9F6-375D-4C5E-A950-B651E8737F21}" destId="{CB8B47B1-62B8-483C-AD18-CD2869E1660E}" srcOrd="3" destOrd="0" presId="urn:microsoft.com/office/officeart/2018/2/layout/IconVerticalSolidList"/>
    <dgm:cxn modelId="{0F2716CF-2761-41A9-9FAE-A639349DCBF4}" type="presParOf" srcId="{C3EF03B4-4AE9-4842-9BA1-5F8CF7868E12}" destId="{BA93A2C8-F93A-4AA3-9C9A-86C4C36CEE22}" srcOrd="1" destOrd="0" presId="urn:microsoft.com/office/officeart/2018/2/layout/IconVerticalSolidList"/>
    <dgm:cxn modelId="{288C130D-CE93-41AB-8DDE-C02C3D97F7E9}" type="presParOf" srcId="{C3EF03B4-4AE9-4842-9BA1-5F8CF7868E12}" destId="{541F801D-D6B9-46B0-ADFF-FB230D0076AA}" srcOrd="2" destOrd="0" presId="urn:microsoft.com/office/officeart/2018/2/layout/IconVerticalSolidList"/>
    <dgm:cxn modelId="{2B0EBA6A-7046-4680-81F5-AE8348362945}" type="presParOf" srcId="{541F801D-D6B9-46B0-ADFF-FB230D0076AA}" destId="{DCC46F89-E21B-4BE8-BF88-C7D715FF8AC4}" srcOrd="0" destOrd="0" presId="urn:microsoft.com/office/officeart/2018/2/layout/IconVerticalSolidList"/>
    <dgm:cxn modelId="{99049B6A-E004-4540-9701-BD34FCC85951}" type="presParOf" srcId="{541F801D-D6B9-46B0-ADFF-FB230D0076AA}" destId="{C27D20CE-1445-4411-BA5A-4901AFC261EF}" srcOrd="1" destOrd="0" presId="urn:microsoft.com/office/officeart/2018/2/layout/IconVerticalSolidList"/>
    <dgm:cxn modelId="{95A211F5-E235-47FC-8417-3A5ED58B12B0}" type="presParOf" srcId="{541F801D-D6B9-46B0-ADFF-FB230D0076AA}" destId="{3F476D9A-28CC-4A3F-8A87-BA6920A83515}" srcOrd="2" destOrd="0" presId="urn:microsoft.com/office/officeart/2018/2/layout/IconVerticalSolidList"/>
    <dgm:cxn modelId="{0D971B0A-D070-4D44-92F8-14D6155FE460}" type="presParOf" srcId="{541F801D-D6B9-46B0-ADFF-FB230D0076AA}" destId="{3D283E77-D127-4592-B252-616EFEE1D4D7}" srcOrd="3" destOrd="0" presId="urn:microsoft.com/office/officeart/2018/2/layout/IconVerticalSolidList"/>
    <dgm:cxn modelId="{878B701F-DBEF-4764-BA21-50340F0F1D73}" type="presParOf" srcId="{C3EF03B4-4AE9-4842-9BA1-5F8CF7868E12}" destId="{4582C7E7-0405-4D7E-B759-5C5663A4CBD5}" srcOrd="3" destOrd="0" presId="urn:microsoft.com/office/officeart/2018/2/layout/IconVerticalSolidList"/>
    <dgm:cxn modelId="{E39D3B3A-75CA-4F71-9617-F1793E311B24}" type="presParOf" srcId="{C3EF03B4-4AE9-4842-9BA1-5F8CF7868E12}" destId="{EEBD640A-A9B3-4730-AF62-2B58B47F7419}" srcOrd="4" destOrd="0" presId="urn:microsoft.com/office/officeart/2018/2/layout/IconVerticalSolidList"/>
    <dgm:cxn modelId="{8DCCDBD9-CDE9-457F-B15F-C1D7891BBDE1}" type="presParOf" srcId="{EEBD640A-A9B3-4730-AF62-2B58B47F7419}" destId="{FBD291A7-3CA4-4B2C-82BD-F0C17B45DE32}" srcOrd="0" destOrd="0" presId="urn:microsoft.com/office/officeart/2018/2/layout/IconVerticalSolidList"/>
    <dgm:cxn modelId="{624E3EF7-1CA3-4767-8F0F-B69E25F51236}" type="presParOf" srcId="{EEBD640A-A9B3-4730-AF62-2B58B47F7419}" destId="{7357D21E-D5E4-4BA9-9196-0E52629E59BA}" srcOrd="1" destOrd="0" presId="urn:microsoft.com/office/officeart/2018/2/layout/IconVerticalSolidList"/>
    <dgm:cxn modelId="{F53E12F0-49EB-42E7-95A9-11AED01CEA28}" type="presParOf" srcId="{EEBD640A-A9B3-4730-AF62-2B58B47F7419}" destId="{61524A9D-911E-4F93-A5E8-7A422160CA72}" srcOrd="2" destOrd="0" presId="urn:microsoft.com/office/officeart/2018/2/layout/IconVerticalSolidList"/>
    <dgm:cxn modelId="{012E7519-61CB-4C33-BCD6-726FC2071C3E}" type="presParOf" srcId="{EEBD640A-A9B3-4730-AF62-2B58B47F7419}" destId="{BC0A7FE6-93C4-444C-9FE9-D03DC229A4CA}" srcOrd="3" destOrd="0" presId="urn:microsoft.com/office/officeart/2018/2/layout/IconVerticalSolidList"/>
    <dgm:cxn modelId="{BF4CB15B-AE14-4F62-B0F8-6DAE9DBDA2BB}" type="presParOf" srcId="{C3EF03B4-4AE9-4842-9BA1-5F8CF7868E12}" destId="{24BE76EA-5BE4-449E-8539-BFE1ED7D5975}" srcOrd="5" destOrd="0" presId="urn:microsoft.com/office/officeart/2018/2/layout/IconVerticalSolidList"/>
    <dgm:cxn modelId="{86317D89-A539-4CB1-9345-15B32DC708FE}" type="presParOf" srcId="{C3EF03B4-4AE9-4842-9BA1-5F8CF7868E12}" destId="{1EBEE0D3-7C00-4EB8-8948-0286B8E6268C}" srcOrd="6" destOrd="0" presId="urn:microsoft.com/office/officeart/2018/2/layout/IconVerticalSolidList"/>
    <dgm:cxn modelId="{45C1038B-7966-4059-A71F-A675AC80DF3A}" type="presParOf" srcId="{1EBEE0D3-7C00-4EB8-8948-0286B8E6268C}" destId="{D03ABB8D-6F47-4D96-86EA-1D113EB3C546}" srcOrd="0" destOrd="0" presId="urn:microsoft.com/office/officeart/2018/2/layout/IconVerticalSolidList"/>
    <dgm:cxn modelId="{40338061-3F5C-48BE-89FE-DE026EC3383E}" type="presParOf" srcId="{1EBEE0D3-7C00-4EB8-8948-0286B8E6268C}" destId="{BDF2B18E-602C-4771-B2B9-32FB460F63E4}" srcOrd="1" destOrd="0" presId="urn:microsoft.com/office/officeart/2018/2/layout/IconVerticalSolidList"/>
    <dgm:cxn modelId="{B1453D5E-428C-4AA4-848C-954BBD099B7E}" type="presParOf" srcId="{1EBEE0D3-7C00-4EB8-8948-0286B8E6268C}" destId="{EEAB4570-9336-4DAE-A6EC-B63A669FE57A}" srcOrd="2" destOrd="0" presId="urn:microsoft.com/office/officeart/2018/2/layout/IconVerticalSolidList"/>
    <dgm:cxn modelId="{6C7B08E0-A4F7-40AE-9956-B9AE8D9B7AD9}" type="presParOf" srcId="{1EBEE0D3-7C00-4EB8-8948-0286B8E6268C}" destId="{39D9DBB1-50D1-4958-A561-531D097A550F}"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F2BF0B6B-0EF0-46C2-BA7A-B3661D9F8ADB}"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966A3F9B-0BA3-4197-824D-FB4E1A8A73F4}">
      <dgm:prSet/>
      <dgm:spPr/>
      <dgm:t>
        <a:bodyPr/>
        <a:lstStyle/>
        <a:p>
          <a:pPr>
            <a:lnSpc>
              <a:spcPct val="100000"/>
            </a:lnSpc>
          </a:pPr>
          <a:r>
            <a:rPr lang="tr-TR"/>
            <a:t>Vücut fonksiyonları sırasında oluşan ses dalgalarıdır.</a:t>
          </a:r>
          <a:endParaRPr lang="en-US" dirty="0"/>
        </a:p>
      </dgm:t>
    </dgm:pt>
    <dgm:pt modelId="{4E1BF80E-AD2C-4E97-95CB-2722C1E6EFDA}" type="parTrans" cxnId="{4C785522-2D0D-4467-808C-916592CBB3BC}">
      <dgm:prSet/>
      <dgm:spPr/>
      <dgm:t>
        <a:bodyPr/>
        <a:lstStyle/>
        <a:p>
          <a:endParaRPr lang="en-US"/>
        </a:p>
      </dgm:t>
    </dgm:pt>
    <dgm:pt modelId="{0C346A44-8504-40D1-84A7-68BA4CC7B9A1}" type="sibTrans" cxnId="{4C785522-2D0D-4467-808C-916592CBB3BC}">
      <dgm:prSet/>
      <dgm:spPr/>
      <dgm:t>
        <a:bodyPr/>
        <a:lstStyle/>
        <a:p>
          <a:endParaRPr lang="en-US"/>
        </a:p>
      </dgm:t>
    </dgm:pt>
    <dgm:pt modelId="{20DA1716-3504-427A-AFB7-15767151D477}">
      <dgm:prSet/>
      <dgm:spPr/>
      <dgm:t>
        <a:bodyPr/>
        <a:lstStyle/>
        <a:p>
          <a:pPr>
            <a:lnSpc>
              <a:spcPct val="100000"/>
            </a:lnSpc>
          </a:pPr>
          <a:r>
            <a:rPr lang="tr-TR" b="1" dirty="0"/>
            <a:t>Kalp Sesleri:</a:t>
          </a:r>
          <a:r>
            <a:rPr lang="tr-TR" dirty="0"/>
            <a:t> Kapakçıkların açılıp kapanma sesleri (</a:t>
          </a:r>
          <a:r>
            <a:rPr lang="tr-TR" dirty="0" err="1"/>
            <a:t>Fonokardiyografi</a:t>
          </a:r>
          <a:r>
            <a:rPr lang="tr-TR" dirty="0"/>
            <a:t>).</a:t>
          </a:r>
          <a:endParaRPr lang="en-US" dirty="0"/>
        </a:p>
      </dgm:t>
    </dgm:pt>
    <dgm:pt modelId="{9857D12F-6D19-4A7F-A92A-2E98505F1CC0}" type="parTrans" cxnId="{B41F24A4-5D80-4EB2-BDE7-B9A45D7B36D3}">
      <dgm:prSet/>
      <dgm:spPr/>
      <dgm:t>
        <a:bodyPr/>
        <a:lstStyle/>
        <a:p>
          <a:endParaRPr lang="tr-TR"/>
        </a:p>
      </dgm:t>
    </dgm:pt>
    <dgm:pt modelId="{B9CD3935-5DEA-4B34-B90A-9AC69F8C894F}" type="sibTrans" cxnId="{B41F24A4-5D80-4EB2-BDE7-B9A45D7B36D3}">
      <dgm:prSet/>
      <dgm:spPr/>
      <dgm:t>
        <a:bodyPr/>
        <a:lstStyle/>
        <a:p>
          <a:endParaRPr lang="tr-TR"/>
        </a:p>
      </dgm:t>
    </dgm:pt>
    <dgm:pt modelId="{BDB24C6A-D5EE-4DBF-8EF8-C44486EE62D4}">
      <dgm:prSet/>
      <dgm:spPr/>
      <dgm:t>
        <a:bodyPr/>
        <a:lstStyle/>
        <a:p>
          <a:pPr>
            <a:lnSpc>
              <a:spcPct val="100000"/>
            </a:lnSpc>
          </a:pPr>
          <a:r>
            <a:rPr lang="tr-TR" b="1" dirty="0"/>
            <a:t>Solunum Sesleri:</a:t>
          </a:r>
          <a:r>
            <a:rPr lang="tr-TR" dirty="0"/>
            <a:t> Akciğerlerden geçen havanın yarattığı sesler.</a:t>
          </a:r>
          <a:endParaRPr lang="en-US" dirty="0"/>
        </a:p>
      </dgm:t>
    </dgm:pt>
    <dgm:pt modelId="{70009CB6-4977-421C-8C04-8622FC304668}" type="parTrans" cxnId="{D7B1F14F-487D-437B-9711-39FCDB61ACCE}">
      <dgm:prSet/>
      <dgm:spPr/>
      <dgm:t>
        <a:bodyPr/>
        <a:lstStyle/>
        <a:p>
          <a:endParaRPr lang="tr-TR"/>
        </a:p>
      </dgm:t>
    </dgm:pt>
    <dgm:pt modelId="{1DC6655A-EDA7-4609-8CCF-C91E36D39599}" type="sibTrans" cxnId="{D7B1F14F-487D-437B-9711-39FCDB61ACCE}">
      <dgm:prSet/>
      <dgm:spPr/>
      <dgm:t>
        <a:bodyPr/>
        <a:lstStyle/>
        <a:p>
          <a:endParaRPr lang="tr-TR"/>
        </a:p>
      </dgm:t>
    </dgm:pt>
    <dgm:pt modelId="{C3EF03B4-4AE9-4842-9BA1-5F8CF7868E12}" type="pres">
      <dgm:prSet presAssocID="{F2BF0B6B-0EF0-46C2-BA7A-B3661D9F8ADB}" presName="root" presStyleCnt="0">
        <dgm:presLayoutVars>
          <dgm:dir/>
          <dgm:resizeHandles val="exact"/>
        </dgm:presLayoutVars>
      </dgm:prSet>
      <dgm:spPr/>
    </dgm:pt>
    <dgm:pt modelId="{1E90E9F6-375D-4C5E-A950-B651E8737F21}" type="pres">
      <dgm:prSet presAssocID="{966A3F9B-0BA3-4197-824D-FB4E1A8A73F4}" presName="compNode" presStyleCnt="0"/>
      <dgm:spPr/>
    </dgm:pt>
    <dgm:pt modelId="{2F398252-E0DE-417A-ACAD-622DA69BC23F}" type="pres">
      <dgm:prSet presAssocID="{966A3F9B-0BA3-4197-824D-FB4E1A8A73F4}" presName="bgRect" presStyleLbl="bgShp" presStyleIdx="0" presStyleCnt="3"/>
      <dgm:spPr/>
    </dgm:pt>
    <dgm:pt modelId="{BC10AFB9-4661-4F14-AE70-C3F9A24E08C4}" type="pres">
      <dgm:prSet presAssocID="{966A3F9B-0BA3-4197-824D-FB4E1A8A73F4}"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Kaynakçı"/>
        </a:ext>
      </dgm:extLst>
    </dgm:pt>
    <dgm:pt modelId="{7FED5A41-ED29-419E-AF40-87813F582FAD}" type="pres">
      <dgm:prSet presAssocID="{966A3F9B-0BA3-4197-824D-FB4E1A8A73F4}" presName="spaceRect" presStyleCnt="0"/>
      <dgm:spPr/>
    </dgm:pt>
    <dgm:pt modelId="{CB8B47B1-62B8-483C-AD18-CD2869E1660E}" type="pres">
      <dgm:prSet presAssocID="{966A3F9B-0BA3-4197-824D-FB4E1A8A73F4}" presName="parTx" presStyleLbl="revTx" presStyleIdx="0" presStyleCnt="3">
        <dgm:presLayoutVars>
          <dgm:chMax val="0"/>
          <dgm:chPref val="0"/>
        </dgm:presLayoutVars>
      </dgm:prSet>
      <dgm:spPr/>
    </dgm:pt>
    <dgm:pt modelId="{BA93A2C8-F93A-4AA3-9C9A-86C4C36CEE22}" type="pres">
      <dgm:prSet presAssocID="{0C346A44-8504-40D1-84A7-68BA4CC7B9A1}" presName="sibTrans" presStyleCnt="0"/>
      <dgm:spPr/>
    </dgm:pt>
    <dgm:pt modelId="{BB97AF2E-7032-43FE-8CDF-7484A4B67FD2}" type="pres">
      <dgm:prSet presAssocID="{20DA1716-3504-427A-AFB7-15767151D477}" presName="compNode" presStyleCnt="0"/>
      <dgm:spPr/>
    </dgm:pt>
    <dgm:pt modelId="{22F7CFFA-0E6D-4673-8F22-3768BE89A4CD}" type="pres">
      <dgm:prSet presAssocID="{20DA1716-3504-427A-AFB7-15767151D477}" presName="bgRect" presStyleLbl="bgShp" presStyleIdx="1" presStyleCnt="3"/>
      <dgm:spPr/>
    </dgm:pt>
    <dgm:pt modelId="{048F65AF-D0BF-4CF5-A14C-9EA31DCE1358}" type="pres">
      <dgm:prSet presAssocID="{20DA1716-3504-427A-AFB7-15767151D477}" presName="iconRect" presStyleLbl="node1" presStyleIdx="1" presStyleCnt="3"/>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dgm:spPr>
      <dgm:extLst>
        <a:ext uri="{E40237B7-FDA0-4F09-8148-C483321AD2D9}">
          <dgm14:cNvPr xmlns:dgm14="http://schemas.microsoft.com/office/drawing/2010/diagram" id="0" name="" descr="Atan kalp düz dolguyla"/>
        </a:ext>
      </dgm:extLst>
    </dgm:pt>
    <dgm:pt modelId="{5CD7EDE3-1961-4A89-BABA-9A01D2006F10}" type="pres">
      <dgm:prSet presAssocID="{20DA1716-3504-427A-AFB7-15767151D477}" presName="spaceRect" presStyleCnt="0"/>
      <dgm:spPr/>
    </dgm:pt>
    <dgm:pt modelId="{51E7D42F-99B4-4EF0-9354-7CECD09A247E}" type="pres">
      <dgm:prSet presAssocID="{20DA1716-3504-427A-AFB7-15767151D477}" presName="parTx" presStyleLbl="revTx" presStyleIdx="1" presStyleCnt="3">
        <dgm:presLayoutVars>
          <dgm:chMax val="0"/>
          <dgm:chPref val="0"/>
        </dgm:presLayoutVars>
      </dgm:prSet>
      <dgm:spPr/>
    </dgm:pt>
    <dgm:pt modelId="{FC730E71-FC1B-4B56-90B8-8B66424B0C52}" type="pres">
      <dgm:prSet presAssocID="{B9CD3935-5DEA-4B34-B90A-9AC69F8C894F}" presName="sibTrans" presStyleCnt="0"/>
      <dgm:spPr/>
    </dgm:pt>
    <dgm:pt modelId="{99A93C16-1C6C-4C0A-BCE4-98600E361B39}" type="pres">
      <dgm:prSet presAssocID="{BDB24C6A-D5EE-4DBF-8EF8-C44486EE62D4}" presName="compNode" presStyleCnt="0"/>
      <dgm:spPr/>
    </dgm:pt>
    <dgm:pt modelId="{7D2C715E-6E2F-416C-AADB-02C27D30192B}" type="pres">
      <dgm:prSet presAssocID="{BDB24C6A-D5EE-4DBF-8EF8-C44486EE62D4}" presName="bgRect" presStyleLbl="bgShp" presStyleIdx="2" presStyleCnt="3"/>
      <dgm:spPr/>
    </dgm:pt>
    <dgm:pt modelId="{0F33179C-7C02-44B1-879A-4E1D456BB141}" type="pres">
      <dgm:prSet presAssocID="{BDB24C6A-D5EE-4DBF-8EF8-C44486EE62D4}" presName="iconRect" presStyleLbl="node1" presStyleIdx="2" presStyleCnt="3"/>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dgm:spPr>
      <dgm:extLst>
        <a:ext uri="{E40237B7-FDA0-4F09-8148-C483321AD2D9}">
          <dgm14:cNvPr xmlns:dgm14="http://schemas.microsoft.com/office/drawing/2010/diagram" id="0" name="" descr="Akciğer düz dolguyla"/>
        </a:ext>
      </dgm:extLst>
    </dgm:pt>
    <dgm:pt modelId="{CD0E0F0F-F1E9-420B-9F1F-B0CD96B41DA7}" type="pres">
      <dgm:prSet presAssocID="{BDB24C6A-D5EE-4DBF-8EF8-C44486EE62D4}" presName="spaceRect" presStyleCnt="0"/>
      <dgm:spPr/>
    </dgm:pt>
    <dgm:pt modelId="{3774F339-8E6C-4B5F-AAAD-AD66E5C08506}" type="pres">
      <dgm:prSet presAssocID="{BDB24C6A-D5EE-4DBF-8EF8-C44486EE62D4}" presName="parTx" presStyleLbl="revTx" presStyleIdx="2" presStyleCnt="3">
        <dgm:presLayoutVars>
          <dgm:chMax val="0"/>
          <dgm:chPref val="0"/>
        </dgm:presLayoutVars>
      </dgm:prSet>
      <dgm:spPr/>
    </dgm:pt>
  </dgm:ptLst>
  <dgm:cxnLst>
    <dgm:cxn modelId="{2990FE0A-9EF5-4694-B467-6B14FAAFD424}" type="presOf" srcId="{966A3F9B-0BA3-4197-824D-FB4E1A8A73F4}" destId="{CB8B47B1-62B8-483C-AD18-CD2869E1660E}" srcOrd="0" destOrd="0" presId="urn:microsoft.com/office/officeart/2018/2/layout/IconVerticalSolidList"/>
    <dgm:cxn modelId="{4C785522-2D0D-4467-808C-916592CBB3BC}" srcId="{F2BF0B6B-0EF0-46C2-BA7A-B3661D9F8ADB}" destId="{966A3F9B-0BA3-4197-824D-FB4E1A8A73F4}" srcOrd="0" destOrd="0" parTransId="{4E1BF80E-AD2C-4E97-95CB-2722C1E6EFDA}" sibTransId="{0C346A44-8504-40D1-84A7-68BA4CC7B9A1}"/>
    <dgm:cxn modelId="{A554C532-9ABA-4A91-BCD5-47574713AA53}" type="presOf" srcId="{BDB24C6A-D5EE-4DBF-8EF8-C44486EE62D4}" destId="{3774F339-8E6C-4B5F-AAAD-AD66E5C08506}" srcOrd="0" destOrd="0" presId="urn:microsoft.com/office/officeart/2018/2/layout/IconVerticalSolidList"/>
    <dgm:cxn modelId="{CAC5854F-E642-4865-BF51-1859B140C1EE}" type="presOf" srcId="{F2BF0B6B-0EF0-46C2-BA7A-B3661D9F8ADB}" destId="{C3EF03B4-4AE9-4842-9BA1-5F8CF7868E12}" srcOrd="0" destOrd="0" presId="urn:microsoft.com/office/officeart/2018/2/layout/IconVerticalSolidList"/>
    <dgm:cxn modelId="{D7B1F14F-487D-437B-9711-39FCDB61ACCE}" srcId="{F2BF0B6B-0EF0-46C2-BA7A-B3661D9F8ADB}" destId="{BDB24C6A-D5EE-4DBF-8EF8-C44486EE62D4}" srcOrd="2" destOrd="0" parTransId="{70009CB6-4977-421C-8C04-8622FC304668}" sibTransId="{1DC6655A-EDA7-4609-8CCF-C91E36D39599}"/>
    <dgm:cxn modelId="{B41F24A4-5D80-4EB2-BDE7-B9A45D7B36D3}" srcId="{F2BF0B6B-0EF0-46C2-BA7A-B3661D9F8ADB}" destId="{20DA1716-3504-427A-AFB7-15767151D477}" srcOrd="1" destOrd="0" parTransId="{9857D12F-6D19-4A7F-A92A-2E98505F1CC0}" sibTransId="{B9CD3935-5DEA-4B34-B90A-9AC69F8C894F}"/>
    <dgm:cxn modelId="{6248A3B1-AFF2-4257-9226-16E8AC509AC2}" type="presOf" srcId="{20DA1716-3504-427A-AFB7-15767151D477}" destId="{51E7D42F-99B4-4EF0-9354-7CECD09A247E}" srcOrd="0" destOrd="0" presId="urn:microsoft.com/office/officeart/2018/2/layout/IconVerticalSolidList"/>
    <dgm:cxn modelId="{CB051283-B2AA-423F-B19C-35E765D0706A}" type="presParOf" srcId="{C3EF03B4-4AE9-4842-9BA1-5F8CF7868E12}" destId="{1E90E9F6-375D-4C5E-A950-B651E8737F21}" srcOrd="0" destOrd="0" presId="urn:microsoft.com/office/officeart/2018/2/layout/IconVerticalSolidList"/>
    <dgm:cxn modelId="{20D329C8-A1F2-438C-B29F-B32A5A4E2F47}" type="presParOf" srcId="{1E90E9F6-375D-4C5E-A950-B651E8737F21}" destId="{2F398252-E0DE-417A-ACAD-622DA69BC23F}" srcOrd="0" destOrd="0" presId="urn:microsoft.com/office/officeart/2018/2/layout/IconVerticalSolidList"/>
    <dgm:cxn modelId="{2EC610F7-BA9E-461B-ABD6-D83DF49B8CF0}" type="presParOf" srcId="{1E90E9F6-375D-4C5E-A950-B651E8737F21}" destId="{BC10AFB9-4661-4F14-AE70-C3F9A24E08C4}" srcOrd="1" destOrd="0" presId="urn:microsoft.com/office/officeart/2018/2/layout/IconVerticalSolidList"/>
    <dgm:cxn modelId="{22B9E400-2C38-44EA-853E-E91ED59461B0}" type="presParOf" srcId="{1E90E9F6-375D-4C5E-A950-B651E8737F21}" destId="{7FED5A41-ED29-419E-AF40-87813F582FAD}" srcOrd="2" destOrd="0" presId="urn:microsoft.com/office/officeart/2018/2/layout/IconVerticalSolidList"/>
    <dgm:cxn modelId="{B32FAE23-BC14-4AE6-B8EF-5FFAF94CCBAE}" type="presParOf" srcId="{1E90E9F6-375D-4C5E-A950-B651E8737F21}" destId="{CB8B47B1-62B8-483C-AD18-CD2869E1660E}" srcOrd="3" destOrd="0" presId="urn:microsoft.com/office/officeart/2018/2/layout/IconVerticalSolidList"/>
    <dgm:cxn modelId="{0F2716CF-2761-41A9-9FAE-A639349DCBF4}" type="presParOf" srcId="{C3EF03B4-4AE9-4842-9BA1-5F8CF7868E12}" destId="{BA93A2C8-F93A-4AA3-9C9A-86C4C36CEE22}" srcOrd="1" destOrd="0" presId="urn:microsoft.com/office/officeart/2018/2/layout/IconVerticalSolidList"/>
    <dgm:cxn modelId="{21178992-90EA-456E-8ADE-91B4F46D267E}" type="presParOf" srcId="{C3EF03B4-4AE9-4842-9BA1-5F8CF7868E12}" destId="{BB97AF2E-7032-43FE-8CDF-7484A4B67FD2}" srcOrd="2" destOrd="0" presId="urn:microsoft.com/office/officeart/2018/2/layout/IconVerticalSolidList"/>
    <dgm:cxn modelId="{9640354B-3223-4C03-A598-681F25F9B8A3}" type="presParOf" srcId="{BB97AF2E-7032-43FE-8CDF-7484A4B67FD2}" destId="{22F7CFFA-0E6D-4673-8F22-3768BE89A4CD}" srcOrd="0" destOrd="0" presId="urn:microsoft.com/office/officeart/2018/2/layout/IconVerticalSolidList"/>
    <dgm:cxn modelId="{15D5CF2C-67FE-41DA-8E4A-DC03F465B07A}" type="presParOf" srcId="{BB97AF2E-7032-43FE-8CDF-7484A4B67FD2}" destId="{048F65AF-D0BF-4CF5-A14C-9EA31DCE1358}" srcOrd="1" destOrd="0" presId="urn:microsoft.com/office/officeart/2018/2/layout/IconVerticalSolidList"/>
    <dgm:cxn modelId="{F250F1B8-84D9-4EBB-9568-856307E013FF}" type="presParOf" srcId="{BB97AF2E-7032-43FE-8CDF-7484A4B67FD2}" destId="{5CD7EDE3-1961-4A89-BABA-9A01D2006F10}" srcOrd="2" destOrd="0" presId="urn:microsoft.com/office/officeart/2018/2/layout/IconVerticalSolidList"/>
    <dgm:cxn modelId="{57264BCF-5DF2-424A-A306-03BF5AA346B7}" type="presParOf" srcId="{BB97AF2E-7032-43FE-8CDF-7484A4B67FD2}" destId="{51E7D42F-99B4-4EF0-9354-7CECD09A247E}" srcOrd="3" destOrd="0" presId="urn:microsoft.com/office/officeart/2018/2/layout/IconVerticalSolidList"/>
    <dgm:cxn modelId="{62025678-4E84-4F2D-9B2C-BBDA57CD2F1A}" type="presParOf" srcId="{C3EF03B4-4AE9-4842-9BA1-5F8CF7868E12}" destId="{FC730E71-FC1B-4B56-90B8-8B66424B0C52}" srcOrd="3" destOrd="0" presId="urn:microsoft.com/office/officeart/2018/2/layout/IconVerticalSolidList"/>
    <dgm:cxn modelId="{0FAC5F40-2BF2-4A96-8847-7ABB72984FEF}" type="presParOf" srcId="{C3EF03B4-4AE9-4842-9BA1-5F8CF7868E12}" destId="{99A93C16-1C6C-4C0A-BCE4-98600E361B39}" srcOrd="4" destOrd="0" presId="urn:microsoft.com/office/officeart/2018/2/layout/IconVerticalSolidList"/>
    <dgm:cxn modelId="{44E383BF-202B-48FA-AE71-33987349548E}" type="presParOf" srcId="{99A93C16-1C6C-4C0A-BCE4-98600E361B39}" destId="{7D2C715E-6E2F-416C-AADB-02C27D30192B}" srcOrd="0" destOrd="0" presId="urn:microsoft.com/office/officeart/2018/2/layout/IconVerticalSolidList"/>
    <dgm:cxn modelId="{CCF6052E-795A-4252-B41B-2AA40BAF1FDA}" type="presParOf" srcId="{99A93C16-1C6C-4C0A-BCE4-98600E361B39}" destId="{0F33179C-7C02-44B1-879A-4E1D456BB141}" srcOrd="1" destOrd="0" presId="urn:microsoft.com/office/officeart/2018/2/layout/IconVerticalSolidList"/>
    <dgm:cxn modelId="{DD3D57ED-3DAE-4330-BA64-9F9FC19558AE}" type="presParOf" srcId="{99A93C16-1C6C-4C0A-BCE4-98600E361B39}" destId="{CD0E0F0F-F1E9-420B-9F1F-B0CD96B41DA7}" srcOrd="2" destOrd="0" presId="urn:microsoft.com/office/officeart/2018/2/layout/IconVerticalSolidList"/>
    <dgm:cxn modelId="{091BEB93-4F75-4394-B04C-8C037DED0346}" type="presParOf" srcId="{99A93C16-1C6C-4C0A-BCE4-98600E361B39}" destId="{3774F339-8E6C-4B5F-AAAD-AD66E5C08506}"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F2BF0B6B-0EF0-46C2-BA7A-B3661D9F8ADB}"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966A3F9B-0BA3-4197-824D-FB4E1A8A73F4}">
      <dgm:prSet/>
      <dgm:spPr/>
      <dgm:t>
        <a:bodyPr/>
        <a:lstStyle/>
        <a:p>
          <a:pPr>
            <a:lnSpc>
              <a:spcPct val="100000"/>
            </a:lnSpc>
          </a:pPr>
          <a:r>
            <a:rPr lang="tr-TR" dirty="0"/>
            <a:t>Vücudun metabolik faaliyetleri sonucu ortaya çıkan sıcaklık değişimleridir.</a:t>
          </a:r>
          <a:endParaRPr lang="en-US" dirty="0"/>
        </a:p>
      </dgm:t>
    </dgm:pt>
    <dgm:pt modelId="{4E1BF80E-AD2C-4E97-95CB-2722C1E6EFDA}" type="parTrans" cxnId="{4C785522-2D0D-4467-808C-916592CBB3BC}">
      <dgm:prSet/>
      <dgm:spPr/>
      <dgm:t>
        <a:bodyPr/>
        <a:lstStyle/>
        <a:p>
          <a:endParaRPr lang="en-US"/>
        </a:p>
      </dgm:t>
    </dgm:pt>
    <dgm:pt modelId="{0C346A44-8504-40D1-84A7-68BA4CC7B9A1}" type="sibTrans" cxnId="{4C785522-2D0D-4467-808C-916592CBB3BC}">
      <dgm:prSet/>
      <dgm:spPr/>
      <dgm:t>
        <a:bodyPr/>
        <a:lstStyle/>
        <a:p>
          <a:endParaRPr lang="en-US"/>
        </a:p>
      </dgm:t>
    </dgm:pt>
    <dgm:pt modelId="{7201B1DD-7E5A-4E55-BFC5-8BC23F10D116}">
      <dgm:prSet/>
      <dgm:spPr/>
      <dgm:t>
        <a:bodyPr/>
        <a:lstStyle/>
        <a:p>
          <a:pPr>
            <a:lnSpc>
              <a:spcPct val="100000"/>
            </a:lnSpc>
          </a:pPr>
          <a:r>
            <a:rPr lang="tr-TR" b="1" dirty="0"/>
            <a:t>Vücut Isısı:</a:t>
          </a:r>
          <a:r>
            <a:rPr lang="tr-TR" dirty="0"/>
            <a:t> Genel veya bölgesel sıcaklık haritaları (Termografi).</a:t>
          </a:r>
          <a:endParaRPr lang="en-US" dirty="0"/>
        </a:p>
      </dgm:t>
    </dgm:pt>
    <dgm:pt modelId="{937B87C5-0E57-4719-B982-1646F537AF6E}" type="parTrans" cxnId="{8E1C568B-3B5C-41F9-916C-1B547CCE1B2B}">
      <dgm:prSet/>
      <dgm:spPr/>
      <dgm:t>
        <a:bodyPr/>
        <a:lstStyle/>
        <a:p>
          <a:endParaRPr lang="tr-TR"/>
        </a:p>
      </dgm:t>
    </dgm:pt>
    <dgm:pt modelId="{43904985-F699-4A90-8D29-FFCAD2CC4960}" type="sibTrans" cxnId="{8E1C568B-3B5C-41F9-916C-1B547CCE1B2B}">
      <dgm:prSet/>
      <dgm:spPr/>
      <dgm:t>
        <a:bodyPr/>
        <a:lstStyle/>
        <a:p>
          <a:endParaRPr lang="tr-TR"/>
        </a:p>
      </dgm:t>
    </dgm:pt>
    <dgm:pt modelId="{C3EF03B4-4AE9-4842-9BA1-5F8CF7868E12}" type="pres">
      <dgm:prSet presAssocID="{F2BF0B6B-0EF0-46C2-BA7A-B3661D9F8ADB}" presName="root" presStyleCnt="0">
        <dgm:presLayoutVars>
          <dgm:dir/>
          <dgm:resizeHandles val="exact"/>
        </dgm:presLayoutVars>
      </dgm:prSet>
      <dgm:spPr/>
    </dgm:pt>
    <dgm:pt modelId="{1E90E9F6-375D-4C5E-A950-B651E8737F21}" type="pres">
      <dgm:prSet presAssocID="{966A3F9B-0BA3-4197-824D-FB4E1A8A73F4}" presName="compNode" presStyleCnt="0"/>
      <dgm:spPr/>
    </dgm:pt>
    <dgm:pt modelId="{2F398252-E0DE-417A-ACAD-622DA69BC23F}" type="pres">
      <dgm:prSet presAssocID="{966A3F9B-0BA3-4197-824D-FB4E1A8A73F4}" presName="bgRect" presStyleLbl="bgShp" presStyleIdx="0" presStyleCnt="2"/>
      <dgm:spPr/>
    </dgm:pt>
    <dgm:pt modelId="{BC10AFB9-4661-4F14-AE70-C3F9A24E08C4}" type="pres">
      <dgm:prSet presAssocID="{966A3F9B-0BA3-4197-824D-FB4E1A8A73F4}" presName="iconRect" presStyleLbl="node1" presStyleIdx="0" presStyleCnt="2"/>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Yüksek sıcaklık düz dolguyla"/>
        </a:ext>
      </dgm:extLst>
    </dgm:pt>
    <dgm:pt modelId="{7FED5A41-ED29-419E-AF40-87813F582FAD}" type="pres">
      <dgm:prSet presAssocID="{966A3F9B-0BA3-4197-824D-FB4E1A8A73F4}" presName="spaceRect" presStyleCnt="0"/>
      <dgm:spPr/>
    </dgm:pt>
    <dgm:pt modelId="{CB8B47B1-62B8-483C-AD18-CD2869E1660E}" type="pres">
      <dgm:prSet presAssocID="{966A3F9B-0BA3-4197-824D-FB4E1A8A73F4}" presName="parTx" presStyleLbl="revTx" presStyleIdx="0" presStyleCnt="2">
        <dgm:presLayoutVars>
          <dgm:chMax val="0"/>
          <dgm:chPref val="0"/>
        </dgm:presLayoutVars>
      </dgm:prSet>
      <dgm:spPr/>
    </dgm:pt>
    <dgm:pt modelId="{BA93A2C8-F93A-4AA3-9C9A-86C4C36CEE22}" type="pres">
      <dgm:prSet presAssocID="{0C346A44-8504-40D1-84A7-68BA4CC7B9A1}" presName="sibTrans" presStyleCnt="0"/>
      <dgm:spPr/>
    </dgm:pt>
    <dgm:pt modelId="{E3519833-7E12-4F39-B5D7-6BBBC697533C}" type="pres">
      <dgm:prSet presAssocID="{7201B1DD-7E5A-4E55-BFC5-8BC23F10D116}" presName="compNode" presStyleCnt="0"/>
      <dgm:spPr/>
    </dgm:pt>
    <dgm:pt modelId="{46AF63B6-EAFB-41AD-8B6C-E78B527D6CED}" type="pres">
      <dgm:prSet presAssocID="{7201B1DD-7E5A-4E55-BFC5-8BC23F10D116}" presName="bgRect" presStyleLbl="bgShp" presStyleIdx="1" presStyleCnt="2"/>
      <dgm:spPr/>
    </dgm:pt>
    <dgm:pt modelId="{19F90A54-63B6-4783-B540-D49276C81B73}" type="pres">
      <dgm:prSet presAssocID="{7201B1DD-7E5A-4E55-BFC5-8BC23F10D116}"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Low Temperature"/>
        </a:ext>
      </dgm:extLst>
    </dgm:pt>
    <dgm:pt modelId="{96565A52-BF67-4F5F-9585-29B9B2ECF06B}" type="pres">
      <dgm:prSet presAssocID="{7201B1DD-7E5A-4E55-BFC5-8BC23F10D116}" presName="spaceRect" presStyleCnt="0"/>
      <dgm:spPr/>
    </dgm:pt>
    <dgm:pt modelId="{FCC3775C-DD55-4585-86B8-73720B9D4B2E}" type="pres">
      <dgm:prSet presAssocID="{7201B1DD-7E5A-4E55-BFC5-8BC23F10D116}" presName="parTx" presStyleLbl="revTx" presStyleIdx="1" presStyleCnt="2">
        <dgm:presLayoutVars>
          <dgm:chMax val="0"/>
          <dgm:chPref val="0"/>
        </dgm:presLayoutVars>
      </dgm:prSet>
      <dgm:spPr/>
    </dgm:pt>
  </dgm:ptLst>
  <dgm:cxnLst>
    <dgm:cxn modelId="{2990FE0A-9EF5-4694-B467-6B14FAAFD424}" type="presOf" srcId="{966A3F9B-0BA3-4197-824D-FB4E1A8A73F4}" destId="{CB8B47B1-62B8-483C-AD18-CD2869E1660E}" srcOrd="0" destOrd="0" presId="urn:microsoft.com/office/officeart/2018/2/layout/IconVerticalSolidList"/>
    <dgm:cxn modelId="{4C785522-2D0D-4467-808C-916592CBB3BC}" srcId="{F2BF0B6B-0EF0-46C2-BA7A-B3661D9F8ADB}" destId="{966A3F9B-0BA3-4197-824D-FB4E1A8A73F4}" srcOrd="0" destOrd="0" parTransId="{4E1BF80E-AD2C-4E97-95CB-2722C1E6EFDA}" sibTransId="{0C346A44-8504-40D1-84A7-68BA4CC7B9A1}"/>
    <dgm:cxn modelId="{152DDA46-827D-4C11-9ED7-F49E4E7430E3}" type="presOf" srcId="{7201B1DD-7E5A-4E55-BFC5-8BC23F10D116}" destId="{FCC3775C-DD55-4585-86B8-73720B9D4B2E}" srcOrd="0" destOrd="0" presId="urn:microsoft.com/office/officeart/2018/2/layout/IconVerticalSolidList"/>
    <dgm:cxn modelId="{CAC5854F-E642-4865-BF51-1859B140C1EE}" type="presOf" srcId="{F2BF0B6B-0EF0-46C2-BA7A-B3661D9F8ADB}" destId="{C3EF03B4-4AE9-4842-9BA1-5F8CF7868E12}" srcOrd="0" destOrd="0" presId="urn:microsoft.com/office/officeart/2018/2/layout/IconVerticalSolidList"/>
    <dgm:cxn modelId="{8E1C568B-3B5C-41F9-916C-1B547CCE1B2B}" srcId="{F2BF0B6B-0EF0-46C2-BA7A-B3661D9F8ADB}" destId="{7201B1DD-7E5A-4E55-BFC5-8BC23F10D116}" srcOrd="1" destOrd="0" parTransId="{937B87C5-0E57-4719-B982-1646F537AF6E}" sibTransId="{43904985-F699-4A90-8D29-FFCAD2CC4960}"/>
    <dgm:cxn modelId="{CB051283-B2AA-423F-B19C-35E765D0706A}" type="presParOf" srcId="{C3EF03B4-4AE9-4842-9BA1-5F8CF7868E12}" destId="{1E90E9F6-375D-4C5E-A950-B651E8737F21}" srcOrd="0" destOrd="0" presId="urn:microsoft.com/office/officeart/2018/2/layout/IconVerticalSolidList"/>
    <dgm:cxn modelId="{20D329C8-A1F2-438C-B29F-B32A5A4E2F47}" type="presParOf" srcId="{1E90E9F6-375D-4C5E-A950-B651E8737F21}" destId="{2F398252-E0DE-417A-ACAD-622DA69BC23F}" srcOrd="0" destOrd="0" presId="urn:microsoft.com/office/officeart/2018/2/layout/IconVerticalSolidList"/>
    <dgm:cxn modelId="{2EC610F7-BA9E-461B-ABD6-D83DF49B8CF0}" type="presParOf" srcId="{1E90E9F6-375D-4C5E-A950-B651E8737F21}" destId="{BC10AFB9-4661-4F14-AE70-C3F9A24E08C4}" srcOrd="1" destOrd="0" presId="urn:microsoft.com/office/officeart/2018/2/layout/IconVerticalSolidList"/>
    <dgm:cxn modelId="{22B9E400-2C38-44EA-853E-E91ED59461B0}" type="presParOf" srcId="{1E90E9F6-375D-4C5E-A950-B651E8737F21}" destId="{7FED5A41-ED29-419E-AF40-87813F582FAD}" srcOrd="2" destOrd="0" presId="urn:microsoft.com/office/officeart/2018/2/layout/IconVerticalSolidList"/>
    <dgm:cxn modelId="{B32FAE23-BC14-4AE6-B8EF-5FFAF94CCBAE}" type="presParOf" srcId="{1E90E9F6-375D-4C5E-A950-B651E8737F21}" destId="{CB8B47B1-62B8-483C-AD18-CD2869E1660E}" srcOrd="3" destOrd="0" presId="urn:microsoft.com/office/officeart/2018/2/layout/IconVerticalSolidList"/>
    <dgm:cxn modelId="{0F2716CF-2761-41A9-9FAE-A639349DCBF4}" type="presParOf" srcId="{C3EF03B4-4AE9-4842-9BA1-5F8CF7868E12}" destId="{BA93A2C8-F93A-4AA3-9C9A-86C4C36CEE22}" srcOrd="1" destOrd="0" presId="urn:microsoft.com/office/officeart/2018/2/layout/IconVerticalSolidList"/>
    <dgm:cxn modelId="{21846A17-4C76-4D8F-BBAB-DB7A62F99EDE}" type="presParOf" srcId="{C3EF03B4-4AE9-4842-9BA1-5F8CF7868E12}" destId="{E3519833-7E12-4F39-B5D7-6BBBC697533C}" srcOrd="2" destOrd="0" presId="urn:microsoft.com/office/officeart/2018/2/layout/IconVerticalSolidList"/>
    <dgm:cxn modelId="{BA13A71E-91B6-4294-956F-E12141428245}" type="presParOf" srcId="{E3519833-7E12-4F39-B5D7-6BBBC697533C}" destId="{46AF63B6-EAFB-41AD-8B6C-E78B527D6CED}" srcOrd="0" destOrd="0" presId="urn:microsoft.com/office/officeart/2018/2/layout/IconVerticalSolidList"/>
    <dgm:cxn modelId="{21858F68-33CC-43DB-8A1C-AA4F0D52BA23}" type="presParOf" srcId="{E3519833-7E12-4F39-B5D7-6BBBC697533C}" destId="{19F90A54-63B6-4783-B540-D49276C81B73}" srcOrd="1" destOrd="0" presId="urn:microsoft.com/office/officeart/2018/2/layout/IconVerticalSolidList"/>
    <dgm:cxn modelId="{4FF60A4C-A210-4DA2-B198-BDC08F3008C2}" type="presParOf" srcId="{E3519833-7E12-4F39-B5D7-6BBBC697533C}" destId="{96565A52-BF67-4F5F-9585-29B9B2ECF06B}" srcOrd="2" destOrd="0" presId="urn:microsoft.com/office/officeart/2018/2/layout/IconVerticalSolidList"/>
    <dgm:cxn modelId="{39EDF83D-1079-4A5F-83E7-5D9CE674FDE5}" type="presParOf" srcId="{E3519833-7E12-4F39-B5D7-6BBBC697533C}" destId="{FCC3775C-DD55-4585-86B8-73720B9D4B2E}"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E332BEC5-326B-4FC6-83E2-95E584740A75}" type="doc">
      <dgm:prSet loTypeId="urn:microsoft.com/office/officeart/2005/8/layout/process4" loCatId="process" qsTypeId="urn:microsoft.com/office/officeart/2005/8/quickstyle/simple4" qsCatId="simple" csTypeId="urn:microsoft.com/office/officeart/2005/8/colors/colorful2" csCatId="colorful"/>
      <dgm:spPr/>
      <dgm:t>
        <a:bodyPr/>
        <a:lstStyle/>
        <a:p>
          <a:endParaRPr lang="en-US"/>
        </a:p>
      </dgm:t>
    </dgm:pt>
    <dgm:pt modelId="{5CA9AA53-DC07-44DE-8649-C57949CEA482}">
      <dgm:prSet/>
      <dgm:spPr/>
      <dgm:t>
        <a:bodyPr/>
        <a:lstStyle/>
        <a:p>
          <a:r>
            <a:rPr lang="tr-TR"/>
            <a:t>Vücudumuzdaki hücrelerin tümüne yakınının zarında membran potansiyeli oluşur. Sinir ve kas hücreleri gibi hücreler ise uyarılabilme özelliğine sahiptir.</a:t>
          </a:r>
          <a:endParaRPr lang="en-US"/>
        </a:p>
      </dgm:t>
    </dgm:pt>
    <dgm:pt modelId="{B7936049-ECB3-4958-9974-D490FBD6BEB0}" type="parTrans" cxnId="{C55F265E-66FE-4E14-A383-588885A595A6}">
      <dgm:prSet/>
      <dgm:spPr/>
      <dgm:t>
        <a:bodyPr/>
        <a:lstStyle/>
        <a:p>
          <a:endParaRPr lang="en-US"/>
        </a:p>
      </dgm:t>
    </dgm:pt>
    <dgm:pt modelId="{B221BF3B-BE58-4410-9030-FFEF5155EC35}" type="sibTrans" cxnId="{C55F265E-66FE-4E14-A383-588885A595A6}">
      <dgm:prSet/>
      <dgm:spPr/>
      <dgm:t>
        <a:bodyPr/>
        <a:lstStyle/>
        <a:p>
          <a:endParaRPr lang="en-US"/>
        </a:p>
      </dgm:t>
    </dgm:pt>
    <dgm:pt modelId="{48221DDA-6AED-42F6-A1D0-C1C6192C5120}">
      <dgm:prSet/>
      <dgm:spPr/>
      <dgm:t>
        <a:bodyPr/>
        <a:lstStyle/>
        <a:p>
          <a:r>
            <a:rPr lang="tr-TR"/>
            <a:t>Bu hücreler membranları boyunca darbe şeklinde değişen elektrokimyasal değişimleri iletebilmektedir. Bez hücreleri gibi diğer bir takım hücrelerde ise membran potansiyelinin değişimi, uyarılabilir hücrelerde görülen şekilde olmamakla beraber bu hücrelerin bir çok fonksiyonlarını kontrol bakımından çok önemlidir</a:t>
          </a:r>
          <a:endParaRPr lang="en-US"/>
        </a:p>
      </dgm:t>
    </dgm:pt>
    <dgm:pt modelId="{C549F74E-89A9-4CC2-AD10-93DA3BBFBB3D}" type="parTrans" cxnId="{0A476573-A9DE-49B6-8448-FBAB9DCCB97E}">
      <dgm:prSet/>
      <dgm:spPr/>
      <dgm:t>
        <a:bodyPr/>
        <a:lstStyle/>
        <a:p>
          <a:endParaRPr lang="en-US"/>
        </a:p>
      </dgm:t>
    </dgm:pt>
    <dgm:pt modelId="{3819EA20-A19B-4648-A7BF-595D8E34099A}" type="sibTrans" cxnId="{0A476573-A9DE-49B6-8448-FBAB9DCCB97E}">
      <dgm:prSet/>
      <dgm:spPr/>
      <dgm:t>
        <a:bodyPr/>
        <a:lstStyle/>
        <a:p>
          <a:endParaRPr lang="en-US"/>
        </a:p>
      </dgm:t>
    </dgm:pt>
    <dgm:pt modelId="{802ADD92-1A9D-44E2-A9D6-22A3C8C79DB7}" type="pres">
      <dgm:prSet presAssocID="{E332BEC5-326B-4FC6-83E2-95E584740A75}" presName="Name0" presStyleCnt="0">
        <dgm:presLayoutVars>
          <dgm:dir/>
          <dgm:animLvl val="lvl"/>
          <dgm:resizeHandles val="exact"/>
        </dgm:presLayoutVars>
      </dgm:prSet>
      <dgm:spPr/>
    </dgm:pt>
    <dgm:pt modelId="{5C0A4CF5-DE13-4767-B387-4FB2906917F3}" type="pres">
      <dgm:prSet presAssocID="{48221DDA-6AED-42F6-A1D0-C1C6192C5120}" presName="boxAndChildren" presStyleCnt="0"/>
      <dgm:spPr/>
    </dgm:pt>
    <dgm:pt modelId="{CA85A248-5219-4029-BB28-6CD4AED335A6}" type="pres">
      <dgm:prSet presAssocID="{48221DDA-6AED-42F6-A1D0-C1C6192C5120}" presName="parentTextBox" presStyleLbl="node1" presStyleIdx="0" presStyleCnt="2"/>
      <dgm:spPr/>
    </dgm:pt>
    <dgm:pt modelId="{A0D64A2A-BC97-4170-87BD-BBBC3785274D}" type="pres">
      <dgm:prSet presAssocID="{B221BF3B-BE58-4410-9030-FFEF5155EC35}" presName="sp" presStyleCnt="0"/>
      <dgm:spPr/>
    </dgm:pt>
    <dgm:pt modelId="{0120A690-2AD6-4766-9C32-3B08136831E0}" type="pres">
      <dgm:prSet presAssocID="{5CA9AA53-DC07-44DE-8649-C57949CEA482}" presName="arrowAndChildren" presStyleCnt="0"/>
      <dgm:spPr/>
    </dgm:pt>
    <dgm:pt modelId="{36279BF4-FA91-46A7-A247-B0249EEBF4B6}" type="pres">
      <dgm:prSet presAssocID="{5CA9AA53-DC07-44DE-8649-C57949CEA482}" presName="parentTextArrow" presStyleLbl="node1" presStyleIdx="1" presStyleCnt="2"/>
      <dgm:spPr/>
    </dgm:pt>
  </dgm:ptLst>
  <dgm:cxnLst>
    <dgm:cxn modelId="{F2D9EC38-7E8A-4E46-BE42-E117B38E5D5F}" type="presOf" srcId="{5CA9AA53-DC07-44DE-8649-C57949CEA482}" destId="{36279BF4-FA91-46A7-A247-B0249EEBF4B6}" srcOrd="0" destOrd="0" presId="urn:microsoft.com/office/officeart/2005/8/layout/process4"/>
    <dgm:cxn modelId="{0EBEF55C-3D3F-4CC2-BE6C-AC2B01EC7871}" type="presOf" srcId="{48221DDA-6AED-42F6-A1D0-C1C6192C5120}" destId="{CA85A248-5219-4029-BB28-6CD4AED335A6}" srcOrd="0" destOrd="0" presId="urn:microsoft.com/office/officeart/2005/8/layout/process4"/>
    <dgm:cxn modelId="{C55F265E-66FE-4E14-A383-588885A595A6}" srcId="{E332BEC5-326B-4FC6-83E2-95E584740A75}" destId="{5CA9AA53-DC07-44DE-8649-C57949CEA482}" srcOrd="0" destOrd="0" parTransId="{B7936049-ECB3-4958-9974-D490FBD6BEB0}" sibTransId="{B221BF3B-BE58-4410-9030-FFEF5155EC35}"/>
    <dgm:cxn modelId="{0A476573-A9DE-49B6-8448-FBAB9DCCB97E}" srcId="{E332BEC5-326B-4FC6-83E2-95E584740A75}" destId="{48221DDA-6AED-42F6-A1D0-C1C6192C5120}" srcOrd="1" destOrd="0" parTransId="{C549F74E-89A9-4CC2-AD10-93DA3BBFBB3D}" sibTransId="{3819EA20-A19B-4648-A7BF-595D8E34099A}"/>
    <dgm:cxn modelId="{2C8D1CFC-CBF1-44F9-B658-29F2A1C8E390}" type="presOf" srcId="{E332BEC5-326B-4FC6-83E2-95E584740A75}" destId="{802ADD92-1A9D-44E2-A9D6-22A3C8C79DB7}" srcOrd="0" destOrd="0" presId="urn:microsoft.com/office/officeart/2005/8/layout/process4"/>
    <dgm:cxn modelId="{9F21A262-B856-4075-9ED9-FD20444A96B6}" type="presParOf" srcId="{802ADD92-1A9D-44E2-A9D6-22A3C8C79DB7}" destId="{5C0A4CF5-DE13-4767-B387-4FB2906917F3}" srcOrd="0" destOrd="0" presId="urn:microsoft.com/office/officeart/2005/8/layout/process4"/>
    <dgm:cxn modelId="{F2986A2C-75ED-4BE2-A0A0-B4CADDF88182}" type="presParOf" srcId="{5C0A4CF5-DE13-4767-B387-4FB2906917F3}" destId="{CA85A248-5219-4029-BB28-6CD4AED335A6}" srcOrd="0" destOrd="0" presId="urn:microsoft.com/office/officeart/2005/8/layout/process4"/>
    <dgm:cxn modelId="{3337DBD5-3AFE-4EF5-8DA6-1AC49DCEDF21}" type="presParOf" srcId="{802ADD92-1A9D-44E2-A9D6-22A3C8C79DB7}" destId="{A0D64A2A-BC97-4170-87BD-BBBC3785274D}" srcOrd="1" destOrd="0" presId="urn:microsoft.com/office/officeart/2005/8/layout/process4"/>
    <dgm:cxn modelId="{53A64825-26EE-401A-9807-E65AFC598C26}" type="presParOf" srcId="{802ADD92-1A9D-44E2-A9D6-22A3C8C79DB7}" destId="{0120A690-2AD6-4766-9C32-3B08136831E0}" srcOrd="2" destOrd="0" presId="urn:microsoft.com/office/officeart/2005/8/layout/process4"/>
    <dgm:cxn modelId="{1AAA3E42-6D8B-4BE5-B00F-C2EC125F7261}" type="presParOf" srcId="{0120A690-2AD6-4766-9C32-3B08136831E0}" destId="{36279BF4-FA91-46A7-A247-B0249EEBF4B6}" srcOrd="0"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7FE4E75C-5D95-4CB8-874B-1B68C01DDC3E}" type="doc">
      <dgm:prSet loTypeId="urn:microsoft.com/office/officeart/2018/2/layout/IconVerticalSolidList" loCatId="icon" qsTypeId="urn:microsoft.com/office/officeart/2005/8/quickstyle/simple1" qsCatId="simple" csTypeId="urn:microsoft.com/office/officeart/2018/5/colors/Iconchunking_neutralicontext_colorful5" csCatId="colorful" phldr="1"/>
      <dgm:spPr/>
      <dgm:t>
        <a:bodyPr/>
        <a:lstStyle/>
        <a:p>
          <a:endParaRPr lang="en-US"/>
        </a:p>
      </dgm:t>
    </dgm:pt>
    <dgm:pt modelId="{85E092F3-6A0D-46AC-835D-9BFCBBA81493}">
      <dgm:prSet/>
      <dgm:spPr/>
      <dgm:t>
        <a:bodyPr/>
        <a:lstStyle/>
        <a:p>
          <a:pPr>
            <a:lnSpc>
              <a:spcPct val="100000"/>
            </a:lnSpc>
          </a:pPr>
          <a:r>
            <a:rPr lang="en-US"/>
            <a:t>Biyopotansiyelleri en genel ölçme yöntemi, vücut yüzeyinden yapılan ölçümlerdir. Bu</a:t>
          </a:r>
          <a:r>
            <a:rPr lang="tr-TR"/>
            <a:t> </a:t>
          </a:r>
          <a:r>
            <a:rPr lang="en-US"/>
            <a:t>durumda alttaki birçok hücrenin aksiyon potansiyellerinin yüzeye gelen toplamı</a:t>
          </a:r>
          <a:r>
            <a:rPr lang="tr-TR"/>
            <a:t> </a:t>
          </a:r>
          <a:r>
            <a:rPr lang="en-US"/>
            <a:t>alınmaktadır. </a:t>
          </a:r>
          <a:endParaRPr lang="en-US" dirty="0"/>
        </a:p>
      </dgm:t>
    </dgm:pt>
    <dgm:pt modelId="{7BF88B41-2155-4EB6-B2E9-773FB9C31668}" type="parTrans" cxnId="{6B31958F-B233-4492-B1A9-2B8C671ED5A3}">
      <dgm:prSet/>
      <dgm:spPr/>
      <dgm:t>
        <a:bodyPr/>
        <a:lstStyle/>
        <a:p>
          <a:endParaRPr lang="en-US"/>
        </a:p>
      </dgm:t>
    </dgm:pt>
    <dgm:pt modelId="{06D57D1E-1ADB-4D96-9E66-DF468AEF791D}" type="sibTrans" cxnId="{6B31958F-B233-4492-B1A9-2B8C671ED5A3}">
      <dgm:prSet/>
      <dgm:spPr/>
      <dgm:t>
        <a:bodyPr/>
        <a:lstStyle/>
        <a:p>
          <a:endParaRPr lang="en-US"/>
        </a:p>
      </dgm:t>
    </dgm:pt>
    <dgm:pt modelId="{5B12D640-11CE-493A-A8DF-206BB8465283}">
      <dgm:prSet/>
      <dgm:spPr/>
      <dgm:t>
        <a:bodyPr/>
        <a:lstStyle/>
        <a:p>
          <a:pPr>
            <a:lnSpc>
              <a:spcPct val="100000"/>
            </a:lnSpc>
          </a:pPr>
          <a:r>
            <a:rPr lang="en-US"/>
            <a:t>Bazı ölçümlerde ise bir sinire, kasa veya beynin belirli bölgelerine batırılan</a:t>
          </a:r>
          <a:r>
            <a:rPr lang="tr-TR"/>
            <a:t> </a:t>
          </a:r>
          <a:r>
            <a:rPr lang="en-US"/>
            <a:t>iğne elektrotlar yardımıyla ölçüm yapılır. </a:t>
          </a:r>
        </a:p>
      </dgm:t>
    </dgm:pt>
    <dgm:pt modelId="{9A0C6472-939B-414E-B229-F721D5793ADB}" type="parTrans" cxnId="{457B69B6-143B-42DA-AA74-E131CDA87FEF}">
      <dgm:prSet/>
      <dgm:spPr/>
      <dgm:t>
        <a:bodyPr/>
        <a:lstStyle/>
        <a:p>
          <a:endParaRPr lang="en-US"/>
        </a:p>
      </dgm:t>
    </dgm:pt>
    <dgm:pt modelId="{22FA4D13-C050-4190-BD93-4EC62C54B451}" type="sibTrans" cxnId="{457B69B6-143B-42DA-AA74-E131CDA87FEF}">
      <dgm:prSet/>
      <dgm:spPr/>
      <dgm:t>
        <a:bodyPr/>
        <a:lstStyle/>
        <a:p>
          <a:endParaRPr lang="en-US"/>
        </a:p>
      </dgm:t>
    </dgm:pt>
    <dgm:pt modelId="{50904FF3-15CA-402D-AFC2-E01DD1203EB4}">
      <dgm:prSet/>
      <dgm:spPr/>
      <dgm:t>
        <a:bodyPr/>
        <a:lstStyle/>
        <a:p>
          <a:pPr>
            <a:lnSpc>
              <a:spcPct val="100000"/>
            </a:lnSpc>
          </a:pPr>
          <a:r>
            <a:rPr lang="en-US"/>
            <a:t>Genel olarak algılama amaçlı kullanılan elektrotları şu şekilde sıralamak mümkündür</a:t>
          </a:r>
        </a:p>
      </dgm:t>
    </dgm:pt>
    <dgm:pt modelId="{4AFB18F5-A7A4-4B40-8626-B706ADF8D70A}" type="parTrans" cxnId="{0910811A-8203-4F99-AEBC-22D2FAFDF017}">
      <dgm:prSet/>
      <dgm:spPr/>
      <dgm:t>
        <a:bodyPr/>
        <a:lstStyle/>
        <a:p>
          <a:endParaRPr lang="en-US"/>
        </a:p>
      </dgm:t>
    </dgm:pt>
    <dgm:pt modelId="{13D9936D-63FA-4994-AFAA-ADA8DA3A4898}" type="sibTrans" cxnId="{0910811A-8203-4F99-AEBC-22D2FAFDF017}">
      <dgm:prSet/>
      <dgm:spPr/>
      <dgm:t>
        <a:bodyPr/>
        <a:lstStyle/>
        <a:p>
          <a:endParaRPr lang="en-US"/>
        </a:p>
      </dgm:t>
    </dgm:pt>
    <dgm:pt modelId="{D001FD44-1814-4464-A0C7-F2BA97F781EE}">
      <dgm:prSet/>
      <dgm:spPr/>
      <dgm:t>
        <a:bodyPr/>
        <a:lstStyle/>
        <a:p>
          <a:pPr>
            <a:lnSpc>
              <a:spcPct val="100000"/>
            </a:lnSpc>
          </a:pPr>
          <a:r>
            <a:rPr lang="tr-TR"/>
            <a:t>- </a:t>
          </a:r>
          <a:r>
            <a:rPr lang="en-US"/>
            <a:t>Yüzey elektrotları</a:t>
          </a:r>
        </a:p>
      </dgm:t>
    </dgm:pt>
    <dgm:pt modelId="{C49706B8-E29B-45B3-B111-E45F9F0F84FF}" type="parTrans" cxnId="{23A3D8B1-429B-4929-990D-52B002C18111}">
      <dgm:prSet/>
      <dgm:spPr/>
      <dgm:t>
        <a:bodyPr/>
        <a:lstStyle/>
        <a:p>
          <a:endParaRPr lang="en-US"/>
        </a:p>
      </dgm:t>
    </dgm:pt>
    <dgm:pt modelId="{819FE1EC-8A6F-4D60-9FBE-2A6A97D35EE6}" type="sibTrans" cxnId="{23A3D8B1-429B-4929-990D-52B002C18111}">
      <dgm:prSet/>
      <dgm:spPr/>
      <dgm:t>
        <a:bodyPr/>
        <a:lstStyle/>
        <a:p>
          <a:endParaRPr lang="en-US"/>
        </a:p>
      </dgm:t>
    </dgm:pt>
    <dgm:pt modelId="{21D6FB50-6BE5-4F65-8C26-6E2C79AF21AC}">
      <dgm:prSet/>
      <dgm:spPr/>
      <dgm:t>
        <a:bodyPr/>
        <a:lstStyle/>
        <a:p>
          <a:pPr>
            <a:lnSpc>
              <a:spcPct val="100000"/>
            </a:lnSpc>
          </a:pPr>
          <a:r>
            <a:rPr lang="tr-TR"/>
            <a:t>- </a:t>
          </a:r>
          <a:r>
            <a:rPr lang="en-US"/>
            <a:t>Dahili elektrotlar</a:t>
          </a:r>
        </a:p>
      </dgm:t>
    </dgm:pt>
    <dgm:pt modelId="{5A057284-3AC5-4324-A48B-73034D853DBB}" type="parTrans" cxnId="{9533D90E-45EE-45B1-9752-D7A7F5E1D6CB}">
      <dgm:prSet/>
      <dgm:spPr/>
      <dgm:t>
        <a:bodyPr/>
        <a:lstStyle/>
        <a:p>
          <a:endParaRPr lang="en-US"/>
        </a:p>
      </dgm:t>
    </dgm:pt>
    <dgm:pt modelId="{45C13221-20ED-4F2F-B126-9391DFAFAB26}" type="sibTrans" cxnId="{9533D90E-45EE-45B1-9752-D7A7F5E1D6CB}">
      <dgm:prSet/>
      <dgm:spPr/>
      <dgm:t>
        <a:bodyPr/>
        <a:lstStyle/>
        <a:p>
          <a:endParaRPr lang="en-US"/>
        </a:p>
      </dgm:t>
    </dgm:pt>
    <dgm:pt modelId="{F4A705BF-2426-4A16-8A1D-938625A8BD08}">
      <dgm:prSet/>
      <dgm:spPr/>
      <dgm:t>
        <a:bodyPr/>
        <a:lstStyle/>
        <a:p>
          <a:pPr>
            <a:lnSpc>
              <a:spcPct val="100000"/>
            </a:lnSpc>
          </a:pPr>
          <a:r>
            <a:rPr lang="tr-TR"/>
            <a:t>- </a:t>
          </a:r>
          <a:r>
            <a:rPr lang="en-US"/>
            <a:t>Mikroelektrotlar</a:t>
          </a:r>
        </a:p>
      </dgm:t>
    </dgm:pt>
    <dgm:pt modelId="{F1A5DD8E-FC86-4C99-A841-4F44445D3BC9}" type="parTrans" cxnId="{17437DE8-50BB-4BE6-8379-9D09A998F3E7}">
      <dgm:prSet/>
      <dgm:spPr/>
      <dgm:t>
        <a:bodyPr/>
        <a:lstStyle/>
        <a:p>
          <a:endParaRPr lang="en-US"/>
        </a:p>
      </dgm:t>
    </dgm:pt>
    <dgm:pt modelId="{0048369A-7921-4927-B1C0-D456913B316E}" type="sibTrans" cxnId="{17437DE8-50BB-4BE6-8379-9D09A998F3E7}">
      <dgm:prSet/>
      <dgm:spPr/>
      <dgm:t>
        <a:bodyPr/>
        <a:lstStyle/>
        <a:p>
          <a:endParaRPr lang="en-US"/>
        </a:p>
      </dgm:t>
    </dgm:pt>
    <dgm:pt modelId="{75884D13-D4C0-41FD-B6E8-FAE97E14920A}">
      <dgm:prSet/>
      <dgm:spPr/>
      <dgm:t>
        <a:bodyPr/>
        <a:lstStyle/>
        <a:p>
          <a:pPr>
            <a:lnSpc>
              <a:spcPct val="100000"/>
            </a:lnSpc>
          </a:pPr>
          <a:r>
            <a:rPr lang="tr-TR"/>
            <a:t>- </a:t>
          </a:r>
          <a:r>
            <a:rPr lang="en-US"/>
            <a:t>Değişik tipteki elektrotlar</a:t>
          </a:r>
        </a:p>
      </dgm:t>
    </dgm:pt>
    <dgm:pt modelId="{3C739365-6B1E-4890-8647-7CED6186C488}" type="parTrans" cxnId="{E67B1345-7463-4D13-B319-1597EE1F035D}">
      <dgm:prSet/>
      <dgm:spPr/>
      <dgm:t>
        <a:bodyPr/>
        <a:lstStyle/>
        <a:p>
          <a:endParaRPr lang="en-US"/>
        </a:p>
      </dgm:t>
    </dgm:pt>
    <dgm:pt modelId="{D1B05470-CC47-4FA6-BA0D-15970FEBEFAC}" type="sibTrans" cxnId="{E67B1345-7463-4D13-B319-1597EE1F035D}">
      <dgm:prSet/>
      <dgm:spPr/>
      <dgm:t>
        <a:bodyPr/>
        <a:lstStyle/>
        <a:p>
          <a:endParaRPr lang="en-US"/>
        </a:p>
      </dgm:t>
    </dgm:pt>
    <dgm:pt modelId="{E3003016-FA34-408A-869E-DBF78E4D9680}" type="pres">
      <dgm:prSet presAssocID="{7FE4E75C-5D95-4CB8-874B-1B68C01DDC3E}" presName="root" presStyleCnt="0">
        <dgm:presLayoutVars>
          <dgm:dir/>
          <dgm:resizeHandles val="exact"/>
        </dgm:presLayoutVars>
      </dgm:prSet>
      <dgm:spPr/>
    </dgm:pt>
    <dgm:pt modelId="{7D981BC3-E065-4890-A741-5677B7AE0909}" type="pres">
      <dgm:prSet presAssocID="{85E092F3-6A0D-46AC-835D-9BFCBBA81493}" presName="compNode" presStyleCnt="0"/>
      <dgm:spPr/>
    </dgm:pt>
    <dgm:pt modelId="{03DDCA56-9004-4536-96F4-AE60FD329ED1}" type="pres">
      <dgm:prSet presAssocID="{85E092F3-6A0D-46AC-835D-9BFCBBA81493}" presName="bgRect" presStyleLbl="bgShp" presStyleIdx="0" presStyleCnt="3"/>
      <dgm:spPr/>
    </dgm:pt>
    <dgm:pt modelId="{C0016558-B510-4A33-A26E-F1081699639A}" type="pres">
      <dgm:prSet presAssocID="{85E092F3-6A0D-46AC-835D-9BFCBBA81493}"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Neutral Face with No Fill"/>
        </a:ext>
      </dgm:extLst>
    </dgm:pt>
    <dgm:pt modelId="{50DA4EB6-F852-4491-B8E8-5B934435A079}" type="pres">
      <dgm:prSet presAssocID="{85E092F3-6A0D-46AC-835D-9BFCBBA81493}" presName="spaceRect" presStyleCnt="0"/>
      <dgm:spPr/>
    </dgm:pt>
    <dgm:pt modelId="{148C521E-F728-4E04-9F86-2024DF446CCD}" type="pres">
      <dgm:prSet presAssocID="{85E092F3-6A0D-46AC-835D-9BFCBBA81493}" presName="parTx" presStyleLbl="revTx" presStyleIdx="0" presStyleCnt="4">
        <dgm:presLayoutVars>
          <dgm:chMax val="0"/>
          <dgm:chPref val="0"/>
        </dgm:presLayoutVars>
      </dgm:prSet>
      <dgm:spPr/>
    </dgm:pt>
    <dgm:pt modelId="{19AEB033-6A59-41B3-8DB5-F55BC3690560}" type="pres">
      <dgm:prSet presAssocID="{06D57D1E-1ADB-4D96-9E66-DF468AEF791D}" presName="sibTrans" presStyleCnt="0"/>
      <dgm:spPr/>
    </dgm:pt>
    <dgm:pt modelId="{52D6BB43-EBAB-4262-BE23-7AF31764B705}" type="pres">
      <dgm:prSet presAssocID="{5B12D640-11CE-493A-A8DF-206BB8465283}" presName="compNode" presStyleCnt="0"/>
      <dgm:spPr/>
    </dgm:pt>
    <dgm:pt modelId="{EBE705D9-863E-43FA-B817-7B047C6665E5}" type="pres">
      <dgm:prSet presAssocID="{5B12D640-11CE-493A-A8DF-206BB8465283}" presName="bgRect" presStyleLbl="bgShp" presStyleIdx="1" presStyleCnt="3"/>
      <dgm:spPr/>
    </dgm:pt>
    <dgm:pt modelId="{940DD94A-51D8-491A-BBFB-4033C426040A}" type="pres">
      <dgm:prSet presAssocID="{5B12D640-11CE-493A-A8DF-206BB8465283}"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İğne"/>
        </a:ext>
      </dgm:extLst>
    </dgm:pt>
    <dgm:pt modelId="{75941B6B-03EF-4F52-8DA8-CEF152FD5069}" type="pres">
      <dgm:prSet presAssocID="{5B12D640-11CE-493A-A8DF-206BB8465283}" presName="spaceRect" presStyleCnt="0"/>
      <dgm:spPr/>
    </dgm:pt>
    <dgm:pt modelId="{C7E94CAA-C736-4E66-93DF-F914DC048DB7}" type="pres">
      <dgm:prSet presAssocID="{5B12D640-11CE-493A-A8DF-206BB8465283}" presName="parTx" presStyleLbl="revTx" presStyleIdx="1" presStyleCnt="4">
        <dgm:presLayoutVars>
          <dgm:chMax val="0"/>
          <dgm:chPref val="0"/>
        </dgm:presLayoutVars>
      </dgm:prSet>
      <dgm:spPr/>
    </dgm:pt>
    <dgm:pt modelId="{97395B2F-41F8-49F0-B7A5-C8CA5D463C77}" type="pres">
      <dgm:prSet presAssocID="{22FA4D13-C050-4190-BD93-4EC62C54B451}" presName="sibTrans" presStyleCnt="0"/>
      <dgm:spPr/>
    </dgm:pt>
    <dgm:pt modelId="{0838A285-F941-4778-9357-CC105864D145}" type="pres">
      <dgm:prSet presAssocID="{50904FF3-15CA-402D-AFC2-E01DD1203EB4}" presName="compNode" presStyleCnt="0"/>
      <dgm:spPr/>
    </dgm:pt>
    <dgm:pt modelId="{5C8B2A43-387B-4C82-B1B3-515367F2D6B7}" type="pres">
      <dgm:prSet presAssocID="{50904FF3-15CA-402D-AFC2-E01DD1203EB4}" presName="bgRect" presStyleLbl="bgShp" presStyleIdx="2" presStyleCnt="3"/>
      <dgm:spPr/>
    </dgm:pt>
    <dgm:pt modelId="{7537F91D-B74B-4CC2-AD1E-DEE2B6C27132}" type="pres">
      <dgm:prSet presAssocID="{50904FF3-15CA-402D-AFC2-E01DD1203EB4}"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Onay işareti"/>
        </a:ext>
      </dgm:extLst>
    </dgm:pt>
    <dgm:pt modelId="{142F7134-78E5-4878-BCD5-3FF64C6B0169}" type="pres">
      <dgm:prSet presAssocID="{50904FF3-15CA-402D-AFC2-E01DD1203EB4}" presName="spaceRect" presStyleCnt="0"/>
      <dgm:spPr/>
    </dgm:pt>
    <dgm:pt modelId="{CAD456E0-62D0-4302-B059-383CC5447179}" type="pres">
      <dgm:prSet presAssocID="{50904FF3-15CA-402D-AFC2-E01DD1203EB4}" presName="parTx" presStyleLbl="revTx" presStyleIdx="2" presStyleCnt="4">
        <dgm:presLayoutVars>
          <dgm:chMax val="0"/>
          <dgm:chPref val="0"/>
        </dgm:presLayoutVars>
      </dgm:prSet>
      <dgm:spPr/>
    </dgm:pt>
    <dgm:pt modelId="{A453C680-CDAD-46B4-9143-97F78990F38C}" type="pres">
      <dgm:prSet presAssocID="{50904FF3-15CA-402D-AFC2-E01DD1203EB4}" presName="desTx" presStyleLbl="revTx" presStyleIdx="3" presStyleCnt="4">
        <dgm:presLayoutVars/>
      </dgm:prSet>
      <dgm:spPr/>
    </dgm:pt>
  </dgm:ptLst>
  <dgm:cxnLst>
    <dgm:cxn modelId="{9533D90E-45EE-45B1-9752-D7A7F5E1D6CB}" srcId="{50904FF3-15CA-402D-AFC2-E01DD1203EB4}" destId="{21D6FB50-6BE5-4F65-8C26-6E2C79AF21AC}" srcOrd="1" destOrd="0" parTransId="{5A057284-3AC5-4324-A48B-73034D853DBB}" sibTransId="{45C13221-20ED-4F2F-B126-9391DFAFAB26}"/>
    <dgm:cxn modelId="{0910811A-8203-4F99-AEBC-22D2FAFDF017}" srcId="{7FE4E75C-5D95-4CB8-874B-1B68C01DDC3E}" destId="{50904FF3-15CA-402D-AFC2-E01DD1203EB4}" srcOrd="2" destOrd="0" parTransId="{4AFB18F5-A7A4-4B40-8626-B706ADF8D70A}" sibTransId="{13D9936D-63FA-4994-AFAA-ADA8DA3A4898}"/>
    <dgm:cxn modelId="{37122A2E-D59B-42EC-A760-9DFAED9E4FDD}" type="presOf" srcId="{D001FD44-1814-4464-A0C7-F2BA97F781EE}" destId="{A453C680-CDAD-46B4-9143-97F78990F38C}" srcOrd="0" destOrd="0" presId="urn:microsoft.com/office/officeart/2018/2/layout/IconVerticalSolidList"/>
    <dgm:cxn modelId="{FD772B2F-100F-4F51-A33C-255CA681E41A}" type="presOf" srcId="{50904FF3-15CA-402D-AFC2-E01DD1203EB4}" destId="{CAD456E0-62D0-4302-B059-383CC5447179}" srcOrd="0" destOrd="0" presId="urn:microsoft.com/office/officeart/2018/2/layout/IconVerticalSolidList"/>
    <dgm:cxn modelId="{7E330C5B-BBC1-40E9-AE43-87BC06B97E0C}" type="presOf" srcId="{85E092F3-6A0D-46AC-835D-9BFCBBA81493}" destId="{148C521E-F728-4E04-9F86-2024DF446CCD}" srcOrd="0" destOrd="0" presId="urn:microsoft.com/office/officeart/2018/2/layout/IconVerticalSolidList"/>
    <dgm:cxn modelId="{E67B1345-7463-4D13-B319-1597EE1F035D}" srcId="{50904FF3-15CA-402D-AFC2-E01DD1203EB4}" destId="{75884D13-D4C0-41FD-B6E8-FAE97E14920A}" srcOrd="3" destOrd="0" parTransId="{3C739365-6B1E-4890-8647-7CED6186C488}" sibTransId="{D1B05470-CC47-4FA6-BA0D-15970FEBEFAC}"/>
    <dgm:cxn modelId="{65029A51-052F-4153-BD13-D98FBF32BFF8}" type="presOf" srcId="{21D6FB50-6BE5-4F65-8C26-6E2C79AF21AC}" destId="{A453C680-CDAD-46B4-9143-97F78990F38C}" srcOrd="0" destOrd="1" presId="urn:microsoft.com/office/officeart/2018/2/layout/IconVerticalSolidList"/>
    <dgm:cxn modelId="{6B31958F-B233-4492-B1A9-2B8C671ED5A3}" srcId="{7FE4E75C-5D95-4CB8-874B-1B68C01DDC3E}" destId="{85E092F3-6A0D-46AC-835D-9BFCBBA81493}" srcOrd="0" destOrd="0" parTransId="{7BF88B41-2155-4EB6-B2E9-773FB9C31668}" sibTransId="{06D57D1E-1ADB-4D96-9E66-DF468AEF791D}"/>
    <dgm:cxn modelId="{23A3D8B1-429B-4929-990D-52B002C18111}" srcId="{50904FF3-15CA-402D-AFC2-E01DD1203EB4}" destId="{D001FD44-1814-4464-A0C7-F2BA97F781EE}" srcOrd="0" destOrd="0" parTransId="{C49706B8-E29B-45B3-B111-E45F9F0F84FF}" sibTransId="{819FE1EC-8A6F-4D60-9FBE-2A6A97D35EE6}"/>
    <dgm:cxn modelId="{457B69B6-143B-42DA-AA74-E131CDA87FEF}" srcId="{7FE4E75C-5D95-4CB8-874B-1B68C01DDC3E}" destId="{5B12D640-11CE-493A-A8DF-206BB8465283}" srcOrd="1" destOrd="0" parTransId="{9A0C6472-939B-414E-B229-F721D5793ADB}" sibTransId="{22FA4D13-C050-4190-BD93-4EC62C54B451}"/>
    <dgm:cxn modelId="{B3A7C5C1-A1B5-4730-9F5A-073085573AB6}" type="presOf" srcId="{75884D13-D4C0-41FD-B6E8-FAE97E14920A}" destId="{A453C680-CDAD-46B4-9143-97F78990F38C}" srcOrd="0" destOrd="3" presId="urn:microsoft.com/office/officeart/2018/2/layout/IconVerticalSolidList"/>
    <dgm:cxn modelId="{4A6170D9-B5FD-436A-BADB-D334BC64A8A6}" type="presOf" srcId="{7FE4E75C-5D95-4CB8-874B-1B68C01DDC3E}" destId="{E3003016-FA34-408A-869E-DBF78E4D9680}" srcOrd="0" destOrd="0" presId="urn:microsoft.com/office/officeart/2018/2/layout/IconVerticalSolidList"/>
    <dgm:cxn modelId="{CA23F7D9-1094-47F5-A740-2E86D82D6010}" type="presOf" srcId="{F4A705BF-2426-4A16-8A1D-938625A8BD08}" destId="{A453C680-CDAD-46B4-9143-97F78990F38C}" srcOrd="0" destOrd="2" presId="urn:microsoft.com/office/officeart/2018/2/layout/IconVerticalSolidList"/>
    <dgm:cxn modelId="{309A53DD-E5B4-49DB-ACBF-71F6C8B78971}" type="presOf" srcId="{5B12D640-11CE-493A-A8DF-206BB8465283}" destId="{C7E94CAA-C736-4E66-93DF-F914DC048DB7}" srcOrd="0" destOrd="0" presId="urn:microsoft.com/office/officeart/2018/2/layout/IconVerticalSolidList"/>
    <dgm:cxn modelId="{17437DE8-50BB-4BE6-8379-9D09A998F3E7}" srcId="{50904FF3-15CA-402D-AFC2-E01DD1203EB4}" destId="{F4A705BF-2426-4A16-8A1D-938625A8BD08}" srcOrd="2" destOrd="0" parTransId="{F1A5DD8E-FC86-4C99-A841-4F44445D3BC9}" sibTransId="{0048369A-7921-4927-B1C0-D456913B316E}"/>
    <dgm:cxn modelId="{E55B8E7B-941F-459F-A93F-5BB1BD22CFCC}" type="presParOf" srcId="{E3003016-FA34-408A-869E-DBF78E4D9680}" destId="{7D981BC3-E065-4890-A741-5677B7AE0909}" srcOrd="0" destOrd="0" presId="urn:microsoft.com/office/officeart/2018/2/layout/IconVerticalSolidList"/>
    <dgm:cxn modelId="{32C433E5-AD11-4AD1-9F35-1CB59C74B006}" type="presParOf" srcId="{7D981BC3-E065-4890-A741-5677B7AE0909}" destId="{03DDCA56-9004-4536-96F4-AE60FD329ED1}" srcOrd="0" destOrd="0" presId="urn:microsoft.com/office/officeart/2018/2/layout/IconVerticalSolidList"/>
    <dgm:cxn modelId="{AA6C4E61-D3C0-4DC5-BC25-A4EBD94C6BB8}" type="presParOf" srcId="{7D981BC3-E065-4890-A741-5677B7AE0909}" destId="{C0016558-B510-4A33-A26E-F1081699639A}" srcOrd="1" destOrd="0" presId="urn:microsoft.com/office/officeart/2018/2/layout/IconVerticalSolidList"/>
    <dgm:cxn modelId="{0A0C58A8-E230-427C-A188-70C330DCA397}" type="presParOf" srcId="{7D981BC3-E065-4890-A741-5677B7AE0909}" destId="{50DA4EB6-F852-4491-B8E8-5B934435A079}" srcOrd="2" destOrd="0" presId="urn:microsoft.com/office/officeart/2018/2/layout/IconVerticalSolidList"/>
    <dgm:cxn modelId="{200BABD6-2F77-44CF-B6C6-5B3A23ABC04C}" type="presParOf" srcId="{7D981BC3-E065-4890-A741-5677B7AE0909}" destId="{148C521E-F728-4E04-9F86-2024DF446CCD}" srcOrd="3" destOrd="0" presId="urn:microsoft.com/office/officeart/2018/2/layout/IconVerticalSolidList"/>
    <dgm:cxn modelId="{B0707CB9-2D4A-446A-AAEA-E39E1A50CC1F}" type="presParOf" srcId="{E3003016-FA34-408A-869E-DBF78E4D9680}" destId="{19AEB033-6A59-41B3-8DB5-F55BC3690560}" srcOrd="1" destOrd="0" presId="urn:microsoft.com/office/officeart/2018/2/layout/IconVerticalSolidList"/>
    <dgm:cxn modelId="{DE95A03E-9E0F-461D-B3F8-819CABF33DA6}" type="presParOf" srcId="{E3003016-FA34-408A-869E-DBF78E4D9680}" destId="{52D6BB43-EBAB-4262-BE23-7AF31764B705}" srcOrd="2" destOrd="0" presId="urn:microsoft.com/office/officeart/2018/2/layout/IconVerticalSolidList"/>
    <dgm:cxn modelId="{A7CD4522-B9E4-4523-8214-D8F272C96B67}" type="presParOf" srcId="{52D6BB43-EBAB-4262-BE23-7AF31764B705}" destId="{EBE705D9-863E-43FA-B817-7B047C6665E5}" srcOrd="0" destOrd="0" presId="urn:microsoft.com/office/officeart/2018/2/layout/IconVerticalSolidList"/>
    <dgm:cxn modelId="{9D4149D8-6FA6-49CD-9DEA-C77BBD268CC7}" type="presParOf" srcId="{52D6BB43-EBAB-4262-BE23-7AF31764B705}" destId="{940DD94A-51D8-491A-BBFB-4033C426040A}" srcOrd="1" destOrd="0" presId="urn:microsoft.com/office/officeart/2018/2/layout/IconVerticalSolidList"/>
    <dgm:cxn modelId="{CF0BBDC1-3C71-43A1-B2C8-8BB3247B79DF}" type="presParOf" srcId="{52D6BB43-EBAB-4262-BE23-7AF31764B705}" destId="{75941B6B-03EF-4F52-8DA8-CEF152FD5069}" srcOrd="2" destOrd="0" presId="urn:microsoft.com/office/officeart/2018/2/layout/IconVerticalSolidList"/>
    <dgm:cxn modelId="{B34191B4-25B0-4082-8B24-28DD4F56DE77}" type="presParOf" srcId="{52D6BB43-EBAB-4262-BE23-7AF31764B705}" destId="{C7E94CAA-C736-4E66-93DF-F914DC048DB7}" srcOrd="3" destOrd="0" presId="urn:microsoft.com/office/officeart/2018/2/layout/IconVerticalSolidList"/>
    <dgm:cxn modelId="{9326FBE6-43AE-442E-AADE-E466B68BA702}" type="presParOf" srcId="{E3003016-FA34-408A-869E-DBF78E4D9680}" destId="{97395B2F-41F8-49F0-B7A5-C8CA5D463C77}" srcOrd="3" destOrd="0" presId="urn:microsoft.com/office/officeart/2018/2/layout/IconVerticalSolidList"/>
    <dgm:cxn modelId="{B0317A05-C1BC-4108-B382-A5FA75E15AA0}" type="presParOf" srcId="{E3003016-FA34-408A-869E-DBF78E4D9680}" destId="{0838A285-F941-4778-9357-CC105864D145}" srcOrd="4" destOrd="0" presId="urn:microsoft.com/office/officeart/2018/2/layout/IconVerticalSolidList"/>
    <dgm:cxn modelId="{F007ACE6-A6BD-41A8-9B69-356896493DC5}" type="presParOf" srcId="{0838A285-F941-4778-9357-CC105864D145}" destId="{5C8B2A43-387B-4C82-B1B3-515367F2D6B7}" srcOrd="0" destOrd="0" presId="urn:microsoft.com/office/officeart/2018/2/layout/IconVerticalSolidList"/>
    <dgm:cxn modelId="{9EF3FC4A-D3DE-4AC6-BD37-B75DF6A10059}" type="presParOf" srcId="{0838A285-F941-4778-9357-CC105864D145}" destId="{7537F91D-B74B-4CC2-AD1E-DEE2B6C27132}" srcOrd="1" destOrd="0" presId="urn:microsoft.com/office/officeart/2018/2/layout/IconVerticalSolidList"/>
    <dgm:cxn modelId="{6A09A88D-8460-405F-8DBF-B7CC28A35B8A}" type="presParOf" srcId="{0838A285-F941-4778-9357-CC105864D145}" destId="{142F7134-78E5-4878-BCD5-3FF64C6B0169}" srcOrd="2" destOrd="0" presId="urn:microsoft.com/office/officeart/2018/2/layout/IconVerticalSolidList"/>
    <dgm:cxn modelId="{EAA0BF9B-E275-46C7-AE73-2F815CA950CC}" type="presParOf" srcId="{0838A285-F941-4778-9357-CC105864D145}" destId="{CAD456E0-62D0-4302-B059-383CC5447179}" srcOrd="3" destOrd="0" presId="urn:microsoft.com/office/officeart/2018/2/layout/IconVerticalSolidList"/>
    <dgm:cxn modelId="{671A40DD-5842-4E70-9072-3274E07D0B8E}" type="presParOf" srcId="{0838A285-F941-4778-9357-CC105864D145}" destId="{A453C680-CDAD-46B4-9143-97F78990F38C}" srcOrd="4"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0373CA6-9928-4324-8B7F-DA5EC499DB8D}">
      <dsp:nvSpPr>
        <dsp:cNvPr id="0" name=""/>
        <dsp:cNvSpPr/>
      </dsp:nvSpPr>
      <dsp:spPr>
        <a:xfrm>
          <a:off x="0" y="1659"/>
          <a:ext cx="5638998" cy="706974"/>
        </a:xfrm>
        <a:prstGeom prst="roundRect">
          <a:avLst>
            <a:gd name="adj" fmla="val 10000"/>
          </a:avLst>
        </a:prstGeom>
        <a:solidFill>
          <a:schemeClr val="accent3"/>
        </a:solidFill>
        <a:ln>
          <a:noFill/>
        </a:ln>
        <a:effectLst/>
      </dsp:spPr>
      <dsp:style>
        <a:lnRef idx="0">
          <a:scrgbClr r="0" g="0" b="0"/>
        </a:lnRef>
        <a:fillRef idx="1">
          <a:scrgbClr r="0" g="0" b="0"/>
        </a:fillRef>
        <a:effectRef idx="2">
          <a:scrgbClr r="0" g="0" b="0"/>
        </a:effectRef>
        <a:fontRef idx="minor"/>
      </dsp:style>
    </dsp:sp>
    <dsp:sp modelId="{EF7D4CBC-7F82-4A39-B778-0F74CBCC97E6}">
      <dsp:nvSpPr>
        <dsp:cNvPr id="0" name=""/>
        <dsp:cNvSpPr/>
      </dsp:nvSpPr>
      <dsp:spPr>
        <a:xfrm>
          <a:off x="213859" y="160728"/>
          <a:ext cx="388835" cy="38883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9A81B0CD-52D9-4DF3-96A3-00E25D95CCA7}">
      <dsp:nvSpPr>
        <dsp:cNvPr id="0" name=""/>
        <dsp:cNvSpPr/>
      </dsp:nvSpPr>
      <dsp:spPr>
        <a:xfrm>
          <a:off x="816555" y="1659"/>
          <a:ext cx="4822442" cy="7069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4821" tIns="74821" rIns="74821" bIns="74821" numCol="1" spcCol="1270" anchor="ctr" anchorCtr="0">
          <a:noAutofit/>
        </a:bodyPr>
        <a:lstStyle/>
        <a:p>
          <a:pPr marL="0" lvl="0" indent="0" algn="l" defTabSz="533400">
            <a:lnSpc>
              <a:spcPct val="100000"/>
            </a:lnSpc>
            <a:spcBef>
              <a:spcPct val="0"/>
            </a:spcBef>
            <a:spcAft>
              <a:spcPct val="35000"/>
            </a:spcAft>
            <a:buNone/>
          </a:pPr>
          <a:r>
            <a:rPr lang="tr-TR" sz="1200" b="1" kern="1200"/>
            <a:t>Subje (Özne):</a:t>
          </a:r>
          <a:r>
            <a:rPr lang="tr-TR" sz="1200" kern="1200"/>
            <a:t> Üzerinde ölçüm yapılan canlı organizmadır (genellikle insan).</a:t>
          </a:r>
          <a:endParaRPr lang="en-US" sz="1200" kern="1200" dirty="0"/>
        </a:p>
      </dsp:txBody>
      <dsp:txXfrm>
        <a:off x="816555" y="1659"/>
        <a:ext cx="4822442" cy="706974"/>
      </dsp:txXfrm>
    </dsp:sp>
    <dsp:sp modelId="{D7EB5EF6-7E3C-4719-9CA7-5E553F13DF5A}">
      <dsp:nvSpPr>
        <dsp:cNvPr id="0" name=""/>
        <dsp:cNvSpPr/>
      </dsp:nvSpPr>
      <dsp:spPr>
        <a:xfrm>
          <a:off x="0" y="885377"/>
          <a:ext cx="5638998" cy="706974"/>
        </a:xfrm>
        <a:prstGeom prst="roundRect">
          <a:avLst>
            <a:gd name="adj" fmla="val 10000"/>
          </a:avLst>
        </a:prstGeom>
        <a:solidFill>
          <a:schemeClr val="accent3"/>
        </a:solidFill>
        <a:ln>
          <a:noFill/>
        </a:ln>
        <a:effectLst/>
      </dsp:spPr>
      <dsp:style>
        <a:lnRef idx="0">
          <a:scrgbClr r="0" g="0" b="0"/>
        </a:lnRef>
        <a:fillRef idx="1">
          <a:scrgbClr r="0" g="0" b="0"/>
        </a:fillRef>
        <a:effectRef idx="2">
          <a:scrgbClr r="0" g="0" b="0"/>
        </a:effectRef>
        <a:fontRef idx="minor"/>
      </dsp:style>
    </dsp:sp>
    <dsp:sp modelId="{B4B7E3F9-4C79-4A62-8C3A-24720D527D0E}">
      <dsp:nvSpPr>
        <dsp:cNvPr id="0" name=""/>
        <dsp:cNvSpPr/>
      </dsp:nvSpPr>
      <dsp:spPr>
        <a:xfrm>
          <a:off x="213859" y="1044446"/>
          <a:ext cx="388835" cy="38883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0B369B6A-9391-4234-BFF1-876CAB8333DD}">
      <dsp:nvSpPr>
        <dsp:cNvPr id="0" name=""/>
        <dsp:cNvSpPr/>
      </dsp:nvSpPr>
      <dsp:spPr>
        <a:xfrm>
          <a:off x="816555" y="885377"/>
          <a:ext cx="4822442" cy="7069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4821" tIns="74821" rIns="74821" bIns="74821" numCol="1" spcCol="1270" anchor="ctr" anchorCtr="0">
          <a:noAutofit/>
        </a:bodyPr>
        <a:lstStyle/>
        <a:p>
          <a:pPr marL="0" lvl="0" indent="0" algn="l" defTabSz="533400">
            <a:lnSpc>
              <a:spcPct val="100000"/>
            </a:lnSpc>
            <a:spcBef>
              <a:spcPct val="0"/>
            </a:spcBef>
            <a:spcAft>
              <a:spcPct val="35000"/>
            </a:spcAft>
            <a:buNone/>
          </a:pPr>
          <a:r>
            <a:rPr lang="tr-TR" sz="1200" b="1" kern="1200"/>
            <a:t>Uyarıcı (Stimulus):</a:t>
          </a:r>
          <a:r>
            <a:rPr lang="tr-TR" sz="1200" kern="1200"/>
            <a:t> Bazı ölçümlerde (örneğin görsel veya işitsel tepkilerin ölçülmesinde) organizmaya dışarıdan bir uyarı verilmesi gerekir. Bu ünite, gerekli uyarıyı (ışık, ses veya elektriksel uyarı) üretir ve subjeye uygular.</a:t>
          </a:r>
          <a:endParaRPr lang="en-US" sz="1200" kern="1200"/>
        </a:p>
      </dsp:txBody>
      <dsp:txXfrm>
        <a:off x="816555" y="885377"/>
        <a:ext cx="4822442" cy="706974"/>
      </dsp:txXfrm>
    </dsp:sp>
    <dsp:sp modelId="{68239FB4-1046-4F13-9F9A-06B94339A7C1}">
      <dsp:nvSpPr>
        <dsp:cNvPr id="0" name=""/>
        <dsp:cNvSpPr/>
      </dsp:nvSpPr>
      <dsp:spPr>
        <a:xfrm>
          <a:off x="0" y="1769095"/>
          <a:ext cx="5638998" cy="706974"/>
        </a:xfrm>
        <a:prstGeom prst="roundRect">
          <a:avLst>
            <a:gd name="adj" fmla="val 10000"/>
          </a:avLst>
        </a:prstGeom>
        <a:solidFill>
          <a:schemeClr val="accent3"/>
        </a:solidFill>
        <a:ln>
          <a:noFill/>
        </a:ln>
        <a:effectLst/>
      </dsp:spPr>
      <dsp:style>
        <a:lnRef idx="0">
          <a:scrgbClr r="0" g="0" b="0"/>
        </a:lnRef>
        <a:fillRef idx="1">
          <a:scrgbClr r="0" g="0" b="0"/>
        </a:fillRef>
        <a:effectRef idx="2">
          <a:scrgbClr r="0" g="0" b="0"/>
        </a:effectRef>
        <a:fontRef idx="minor"/>
      </dsp:style>
    </dsp:sp>
    <dsp:sp modelId="{04307427-6BC3-47AC-9E89-E5AEE0797199}">
      <dsp:nvSpPr>
        <dsp:cNvPr id="0" name=""/>
        <dsp:cNvSpPr/>
      </dsp:nvSpPr>
      <dsp:spPr>
        <a:xfrm>
          <a:off x="213859" y="1928164"/>
          <a:ext cx="388835" cy="38883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4BF65111-6028-4B1D-B697-B1EF93C8E7CB}">
      <dsp:nvSpPr>
        <dsp:cNvPr id="0" name=""/>
        <dsp:cNvSpPr/>
      </dsp:nvSpPr>
      <dsp:spPr>
        <a:xfrm>
          <a:off x="816555" y="1769095"/>
          <a:ext cx="4822442" cy="706974"/>
        </a:xfrm>
        <a:prstGeom prst="rect">
          <a:avLst/>
        </a:prstGeom>
        <a:solidFill>
          <a:schemeClr val="accent3"/>
        </a:solidFill>
        <a:ln>
          <a:noFill/>
        </a:ln>
        <a:effectLst/>
      </dsp:spPr>
      <dsp:style>
        <a:lnRef idx="0">
          <a:scrgbClr r="0" g="0" b="0"/>
        </a:lnRef>
        <a:fillRef idx="0">
          <a:scrgbClr r="0" g="0" b="0"/>
        </a:fillRef>
        <a:effectRef idx="0">
          <a:scrgbClr r="0" g="0" b="0"/>
        </a:effectRef>
        <a:fontRef idx="minor"/>
      </dsp:style>
      <dsp:txBody>
        <a:bodyPr spcFirstLastPara="0" vert="horz" wrap="square" lIns="74821" tIns="74821" rIns="74821" bIns="74821" numCol="1" spcCol="1270" anchor="ctr" anchorCtr="0">
          <a:noAutofit/>
        </a:bodyPr>
        <a:lstStyle/>
        <a:p>
          <a:pPr marL="0" lvl="0" indent="0" algn="l" defTabSz="533400">
            <a:lnSpc>
              <a:spcPct val="100000"/>
            </a:lnSpc>
            <a:spcBef>
              <a:spcPct val="0"/>
            </a:spcBef>
            <a:spcAft>
              <a:spcPct val="35000"/>
            </a:spcAft>
            <a:buNone/>
          </a:pPr>
          <a:r>
            <a:rPr lang="tr-TR" sz="1200" b="1" kern="1200" dirty="0"/>
            <a:t>Dönüştürücü (</a:t>
          </a:r>
          <a:r>
            <a:rPr lang="tr-TR" sz="1200" b="1" kern="1200" dirty="0" err="1"/>
            <a:t>Transducer</a:t>
          </a:r>
          <a:r>
            <a:rPr lang="tr-TR" sz="1200" b="1" kern="1200" dirty="0"/>
            <a:t>):</a:t>
          </a:r>
          <a:r>
            <a:rPr lang="tr-TR" sz="1200" kern="1200" dirty="0"/>
            <a:t> Fizyolojik büyüklükleri (sıcaklık, basınç, akış vb.) elektriksel işaretlere çevirir. Dönüştürücü çıkışı daima elektriksel bir işarettir.</a:t>
          </a:r>
          <a:endParaRPr lang="en-US" sz="1200" kern="1200" dirty="0"/>
        </a:p>
      </dsp:txBody>
      <dsp:txXfrm>
        <a:off x="816555" y="1769095"/>
        <a:ext cx="4822442" cy="706974"/>
      </dsp:txXfrm>
    </dsp:sp>
    <dsp:sp modelId="{D4B144B1-740F-4504-99AA-A73BF6A06125}">
      <dsp:nvSpPr>
        <dsp:cNvPr id="0" name=""/>
        <dsp:cNvSpPr/>
      </dsp:nvSpPr>
      <dsp:spPr>
        <a:xfrm>
          <a:off x="0" y="2652813"/>
          <a:ext cx="5638998" cy="706974"/>
        </a:xfrm>
        <a:prstGeom prst="roundRect">
          <a:avLst>
            <a:gd name="adj" fmla="val 10000"/>
          </a:avLst>
        </a:prstGeom>
        <a:solidFill>
          <a:schemeClr val="accent3"/>
        </a:solidFill>
        <a:ln>
          <a:noFill/>
        </a:ln>
        <a:effectLst/>
      </dsp:spPr>
      <dsp:style>
        <a:lnRef idx="0">
          <a:scrgbClr r="0" g="0" b="0"/>
        </a:lnRef>
        <a:fillRef idx="1">
          <a:scrgbClr r="0" g="0" b="0"/>
        </a:fillRef>
        <a:effectRef idx="2">
          <a:scrgbClr r="0" g="0" b="0"/>
        </a:effectRef>
        <a:fontRef idx="minor"/>
      </dsp:style>
    </dsp:sp>
    <dsp:sp modelId="{D728A44C-9176-4D16-9732-4AD1A3D6DB18}">
      <dsp:nvSpPr>
        <dsp:cNvPr id="0" name=""/>
        <dsp:cNvSpPr/>
      </dsp:nvSpPr>
      <dsp:spPr>
        <a:xfrm>
          <a:off x="213859" y="2811882"/>
          <a:ext cx="388835" cy="388835"/>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3A55286C-4FBD-4CF0-871B-F2316103147A}">
      <dsp:nvSpPr>
        <dsp:cNvPr id="0" name=""/>
        <dsp:cNvSpPr/>
      </dsp:nvSpPr>
      <dsp:spPr>
        <a:xfrm>
          <a:off x="816555" y="2652813"/>
          <a:ext cx="4822442" cy="7069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4821" tIns="74821" rIns="74821" bIns="74821" numCol="1" spcCol="1270" anchor="ctr" anchorCtr="0">
          <a:noAutofit/>
        </a:bodyPr>
        <a:lstStyle/>
        <a:p>
          <a:pPr marL="0" lvl="0" indent="0" algn="l" defTabSz="533400">
            <a:lnSpc>
              <a:spcPct val="100000"/>
            </a:lnSpc>
            <a:spcBef>
              <a:spcPct val="0"/>
            </a:spcBef>
            <a:spcAft>
              <a:spcPct val="35000"/>
            </a:spcAft>
            <a:buNone/>
          </a:pPr>
          <a:r>
            <a:rPr lang="tr-TR" sz="1200" b="1" kern="1200"/>
            <a:t>İşaret İşleme:</a:t>
          </a:r>
          <a:r>
            <a:rPr lang="tr-TR" sz="1200" kern="1200"/>
            <a:t> Dönüştürücüden gelen elektriksel işareti, görüntüleme veya kaydetme ünitelerine uygun hale getirmek için işler (örneğin kuvvetlendirir).</a:t>
          </a:r>
          <a:endParaRPr lang="en-US" sz="1200" kern="1200"/>
        </a:p>
      </dsp:txBody>
      <dsp:txXfrm>
        <a:off x="816555" y="2652813"/>
        <a:ext cx="4822442" cy="706974"/>
      </dsp:txXfrm>
    </dsp:sp>
    <dsp:sp modelId="{9927899B-40C2-4024-8F48-66ECB4440318}">
      <dsp:nvSpPr>
        <dsp:cNvPr id="0" name=""/>
        <dsp:cNvSpPr/>
      </dsp:nvSpPr>
      <dsp:spPr>
        <a:xfrm>
          <a:off x="0" y="3536531"/>
          <a:ext cx="5638998" cy="706974"/>
        </a:xfrm>
        <a:prstGeom prst="roundRect">
          <a:avLst>
            <a:gd name="adj" fmla="val 10000"/>
          </a:avLst>
        </a:prstGeom>
        <a:solidFill>
          <a:schemeClr val="accent3"/>
        </a:solidFill>
        <a:ln>
          <a:noFill/>
        </a:ln>
        <a:effectLst/>
      </dsp:spPr>
      <dsp:style>
        <a:lnRef idx="0">
          <a:scrgbClr r="0" g="0" b="0"/>
        </a:lnRef>
        <a:fillRef idx="1">
          <a:scrgbClr r="0" g="0" b="0"/>
        </a:fillRef>
        <a:effectRef idx="2">
          <a:scrgbClr r="0" g="0" b="0"/>
        </a:effectRef>
        <a:fontRef idx="minor"/>
      </dsp:style>
    </dsp:sp>
    <dsp:sp modelId="{49AC6053-3F24-414C-B668-4894DE26E010}">
      <dsp:nvSpPr>
        <dsp:cNvPr id="0" name=""/>
        <dsp:cNvSpPr/>
      </dsp:nvSpPr>
      <dsp:spPr>
        <a:xfrm>
          <a:off x="213859" y="3695600"/>
          <a:ext cx="388835" cy="388835"/>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7D30BFA4-B46C-4012-A601-7767415EC3B6}">
      <dsp:nvSpPr>
        <dsp:cNvPr id="0" name=""/>
        <dsp:cNvSpPr/>
      </dsp:nvSpPr>
      <dsp:spPr>
        <a:xfrm>
          <a:off x="816555" y="3536531"/>
          <a:ext cx="4822442" cy="7069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4821" tIns="74821" rIns="74821" bIns="74821" numCol="1" spcCol="1270" anchor="ctr" anchorCtr="0">
          <a:noAutofit/>
        </a:bodyPr>
        <a:lstStyle/>
        <a:p>
          <a:pPr marL="0" lvl="0" indent="0" algn="l" defTabSz="533400">
            <a:lnSpc>
              <a:spcPct val="100000"/>
            </a:lnSpc>
            <a:spcBef>
              <a:spcPct val="0"/>
            </a:spcBef>
            <a:spcAft>
              <a:spcPct val="35000"/>
            </a:spcAft>
            <a:buNone/>
          </a:pPr>
          <a:r>
            <a:rPr lang="tr-TR" sz="1200" b="1" kern="1200"/>
            <a:t>Görüntüleme Ünitesi:</a:t>
          </a:r>
          <a:r>
            <a:rPr lang="tr-TR" sz="1200" kern="1200"/>
            <a:t> İşlenmiş işaretin anlamlı olabilmesi için ses veya görüntü şeklinde (örneğin grafik ekran) sunulduğu kısımdır.</a:t>
          </a:r>
          <a:endParaRPr lang="en-US" sz="1200" kern="1200"/>
        </a:p>
      </dsp:txBody>
      <dsp:txXfrm>
        <a:off x="816555" y="3536531"/>
        <a:ext cx="4822442" cy="706974"/>
      </dsp:txXfrm>
    </dsp:sp>
    <dsp:sp modelId="{D55FCEBC-A264-430E-AD35-D5712D5BB7C7}">
      <dsp:nvSpPr>
        <dsp:cNvPr id="0" name=""/>
        <dsp:cNvSpPr/>
      </dsp:nvSpPr>
      <dsp:spPr>
        <a:xfrm>
          <a:off x="0" y="4420249"/>
          <a:ext cx="5638998" cy="706974"/>
        </a:xfrm>
        <a:prstGeom prst="roundRect">
          <a:avLst>
            <a:gd name="adj" fmla="val 10000"/>
          </a:avLst>
        </a:prstGeom>
        <a:solidFill>
          <a:schemeClr val="accent3"/>
        </a:solidFill>
        <a:ln>
          <a:noFill/>
        </a:ln>
        <a:effectLst/>
      </dsp:spPr>
      <dsp:style>
        <a:lnRef idx="0">
          <a:scrgbClr r="0" g="0" b="0"/>
        </a:lnRef>
        <a:fillRef idx="1">
          <a:scrgbClr r="0" g="0" b="0"/>
        </a:fillRef>
        <a:effectRef idx="2">
          <a:scrgbClr r="0" g="0" b="0"/>
        </a:effectRef>
        <a:fontRef idx="minor"/>
      </dsp:style>
    </dsp:sp>
    <dsp:sp modelId="{936F3EEF-3538-4B22-A5F2-6EE09A6674B1}">
      <dsp:nvSpPr>
        <dsp:cNvPr id="0" name=""/>
        <dsp:cNvSpPr/>
      </dsp:nvSpPr>
      <dsp:spPr>
        <a:xfrm>
          <a:off x="213859" y="4579318"/>
          <a:ext cx="388835" cy="388835"/>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FFFE43AE-6A67-4761-B95F-E4182CDCFF4A}">
      <dsp:nvSpPr>
        <dsp:cNvPr id="0" name=""/>
        <dsp:cNvSpPr/>
      </dsp:nvSpPr>
      <dsp:spPr>
        <a:xfrm>
          <a:off x="816555" y="4420249"/>
          <a:ext cx="4822442" cy="7069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4821" tIns="74821" rIns="74821" bIns="74821" numCol="1" spcCol="1270" anchor="ctr" anchorCtr="0">
          <a:noAutofit/>
        </a:bodyPr>
        <a:lstStyle/>
        <a:p>
          <a:pPr marL="0" lvl="0" indent="0" algn="l" defTabSz="533400">
            <a:lnSpc>
              <a:spcPct val="100000"/>
            </a:lnSpc>
            <a:spcBef>
              <a:spcPct val="0"/>
            </a:spcBef>
            <a:spcAft>
              <a:spcPct val="35000"/>
            </a:spcAft>
            <a:buNone/>
          </a:pPr>
          <a:r>
            <a:rPr lang="tr-TR" sz="1200" b="1" kern="1200"/>
            <a:t>Kaydetme, Veri İşleme ve Gönderme:</a:t>
          </a:r>
          <a:r>
            <a:rPr lang="tr-TR" sz="1200" kern="1200"/>
            <a:t> Verilerin saklanmasını, analiz edilmesini veya başka bir merkeze iletilmesini sağlayan ünitedir. Bilgisayar destekli sistemlerde bu ünite hayati önem taşır.</a:t>
          </a:r>
          <a:endParaRPr lang="en-US" sz="1200" kern="1200"/>
        </a:p>
      </dsp:txBody>
      <dsp:txXfrm>
        <a:off x="816555" y="4420249"/>
        <a:ext cx="4822442" cy="70697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E7A0832-32F3-42EE-BB8A-B84BFD53539E}">
      <dsp:nvSpPr>
        <dsp:cNvPr id="0" name=""/>
        <dsp:cNvSpPr/>
      </dsp:nvSpPr>
      <dsp:spPr>
        <a:xfrm>
          <a:off x="0" y="2800"/>
          <a:ext cx="9905999" cy="596541"/>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F57F99C-40F7-4716-8D06-6D78AD40963F}">
      <dsp:nvSpPr>
        <dsp:cNvPr id="0" name=""/>
        <dsp:cNvSpPr/>
      </dsp:nvSpPr>
      <dsp:spPr>
        <a:xfrm>
          <a:off x="180453" y="137022"/>
          <a:ext cx="328097" cy="328097"/>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D42B1B1-3501-43B2-AFC6-DAD28A956533}">
      <dsp:nvSpPr>
        <dsp:cNvPr id="0" name=""/>
        <dsp:cNvSpPr/>
      </dsp:nvSpPr>
      <dsp:spPr>
        <a:xfrm>
          <a:off x="689005" y="2800"/>
          <a:ext cx="9216993" cy="5965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134" tIns="63134" rIns="63134" bIns="63134" numCol="1" spcCol="1270" anchor="ctr" anchorCtr="0">
          <a:noAutofit/>
        </a:bodyPr>
        <a:lstStyle/>
        <a:p>
          <a:pPr marL="0" lvl="0" indent="0" algn="l" defTabSz="755650">
            <a:lnSpc>
              <a:spcPct val="100000"/>
            </a:lnSpc>
            <a:spcBef>
              <a:spcPct val="0"/>
            </a:spcBef>
            <a:spcAft>
              <a:spcPct val="35000"/>
            </a:spcAft>
            <a:buNone/>
          </a:pPr>
          <a:r>
            <a:rPr lang="tr-TR" sz="1700" kern="1200" dirty="0"/>
            <a:t>Hücre düzeyinde iyonların (Sodyum, Potasyum, Klor) hücre zarından geçişiyle oluşan aksiyon potansiyellerinden kaynaklanır.</a:t>
          </a:r>
          <a:endParaRPr lang="en-US" sz="1700" kern="1200" dirty="0"/>
        </a:p>
      </dsp:txBody>
      <dsp:txXfrm>
        <a:off x="689005" y="2800"/>
        <a:ext cx="9216993" cy="596541"/>
      </dsp:txXfrm>
    </dsp:sp>
    <dsp:sp modelId="{60F4EEAC-F685-4A2B-BB31-B5D795145ED7}">
      <dsp:nvSpPr>
        <dsp:cNvPr id="0" name=""/>
        <dsp:cNvSpPr/>
      </dsp:nvSpPr>
      <dsp:spPr>
        <a:xfrm>
          <a:off x="0" y="748477"/>
          <a:ext cx="9905999" cy="596541"/>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7F1BC58-7677-4FD5-8D4C-B74AFBDC0B2E}">
      <dsp:nvSpPr>
        <dsp:cNvPr id="0" name=""/>
        <dsp:cNvSpPr/>
      </dsp:nvSpPr>
      <dsp:spPr>
        <a:xfrm>
          <a:off x="180453" y="882699"/>
          <a:ext cx="328097" cy="32809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2D93EC5-BF8F-4BD7-863E-CCCD14C5DD2B}">
      <dsp:nvSpPr>
        <dsp:cNvPr id="0" name=""/>
        <dsp:cNvSpPr/>
      </dsp:nvSpPr>
      <dsp:spPr>
        <a:xfrm>
          <a:off x="689005" y="748477"/>
          <a:ext cx="9216993" cy="5965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134" tIns="63134" rIns="63134" bIns="63134" numCol="1" spcCol="1270" anchor="ctr" anchorCtr="0">
          <a:noAutofit/>
        </a:bodyPr>
        <a:lstStyle/>
        <a:p>
          <a:pPr marL="0" lvl="0" indent="0" algn="l" defTabSz="755650">
            <a:lnSpc>
              <a:spcPct val="100000"/>
            </a:lnSpc>
            <a:spcBef>
              <a:spcPct val="0"/>
            </a:spcBef>
            <a:spcAft>
              <a:spcPct val="35000"/>
            </a:spcAft>
            <a:buNone/>
          </a:pPr>
          <a:r>
            <a:rPr lang="tr-TR" sz="1700" b="1" kern="1200"/>
            <a:t>EKG (Elektrokardiyogram):</a:t>
          </a:r>
          <a:r>
            <a:rPr lang="tr-TR" sz="1700" kern="1200"/>
            <a:t> Kalbin elektriksel aktivitesi.</a:t>
          </a:r>
          <a:endParaRPr lang="en-US" sz="1700" kern="1200"/>
        </a:p>
      </dsp:txBody>
      <dsp:txXfrm>
        <a:off x="689005" y="748477"/>
        <a:ext cx="9216993" cy="596541"/>
      </dsp:txXfrm>
    </dsp:sp>
    <dsp:sp modelId="{5C8A6974-49A4-436C-96F9-B491B9B45CBE}">
      <dsp:nvSpPr>
        <dsp:cNvPr id="0" name=""/>
        <dsp:cNvSpPr/>
      </dsp:nvSpPr>
      <dsp:spPr>
        <a:xfrm>
          <a:off x="0" y="1494154"/>
          <a:ext cx="9905999" cy="596541"/>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25EFF61-DAE8-46A7-B408-27C08A198C1B}">
      <dsp:nvSpPr>
        <dsp:cNvPr id="0" name=""/>
        <dsp:cNvSpPr/>
      </dsp:nvSpPr>
      <dsp:spPr>
        <a:xfrm>
          <a:off x="180453" y="1628376"/>
          <a:ext cx="328097" cy="32809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FE221DC-6CD8-4546-9C5D-AA7E307905BE}">
      <dsp:nvSpPr>
        <dsp:cNvPr id="0" name=""/>
        <dsp:cNvSpPr/>
      </dsp:nvSpPr>
      <dsp:spPr>
        <a:xfrm>
          <a:off x="689005" y="1494154"/>
          <a:ext cx="9216993" cy="5965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134" tIns="63134" rIns="63134" bIns="63134" numCol="1" spcCol="1270" anchor="ctr" anchorCtr="0">
          <a:noAutofit/>
        </a:bodyPr>
        <a:lstStyle/>
        <a:p>
          <a:pPr marL="0" lvl="0" indent="0" algn="l" defTabSz="755650">
            <a:lnSpc>
              <a:spcPct val="100000"/>
            </a:lnSpc>
            <a:spcBef>
              <a:spcPct val="0"/>
            </a:spcBef>
            <a:spcAft>
              <a:spcPct val="35000"/>
            </a:spcAft>
            <a:buNone/>
          </a:pPr>
          <a:r>
            <a:rPr lang="tr-TR" sz="1700" b="1" kern="1200"/>
            <a:t>EEG (Elektroensefalogram):</a:t>
          </a:r>
          <a:r>
            <a:rPr lang="tr-TR" sz="1700" kern="1200"/>
            <a:t> Beynin elektriksel aktivitesi.</a:t>
          </a:r>
          <a:endParaRPr lang="en-US" sz="1700" kern="1200"/>
        </a:p>
      </dsp:txBody>
      <dsp:txXfrm>
        <a:off x="689005" y="1494154"/>
        <a:ext cx="9216993" cy="596541"/>
      </dsp:txXfrm>
    </dsp:sp>
    <dsp:sp modelId="{71607330-69FF-4C25-A629-D6BFAD02DB33}">
      <dsp:nvSpPr>
        <dsp:cNvPr id="0" name=""/>
        <dsp:cNvSpPr/>
      </dsp:nvSpPr>
      <dsp:spPr>
        <a:xfrm>
          <a:off x="0" y="2239831"/>
          <a:ext cx="9905999" cy="596541"/>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27AFAC4-A261-4208-ABA0-9DE1D37D459C}">
      <dsp:nvSpPr>
        <dsp:cNvPr id="0" name=""/>
        <dsp:cNvSpPr/>
      </dsp:nvSpPr>
      <dsp:spPr>
        <a:xfrm>
          <a:off x="180453" y="2374052"/>
          <a:ext cx="328097" cy="328097"/>
        </a:xfrm>
        <a:prstGeom prst="rect">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AA52EA7-062C-4DAE-9B37-B76DF271596D}">
      <dsp:nvSpPr>
        <dsp:cNvPr id="0" name=""/>
        <dsp:cNvSpPr/>
      </dsp:nvSpPr>
      <dsp:spPr>
        <a:xfrm>
          <a:off x="689005" y="2239831"/>
          <a:ext cx="9216993" cy="5965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134" tIns="63134" rIns="63134" bIns="63134" numCol="1" spcCol="1270" anchor="ctr" anchorCtr="0">
          <a:noAutofit/>
        </a:bodyPr>
        <a:lstStyle/>
        <a:p>
          <a:pPr marL="0" lvl="0" indent="0" algn="l" defTabSz="755650">
            <a:lnSpc>
              <a:spcPct val="100000"/>
            </a:lnSpc>
            <a:spcBef>
              <a:spcPct val="0"/>
            </a:spcBef>
            <a:spcAft>
              <a:spcPct val="35000"/>
            </a:spcAft>
            <a:buNone/>
          </a:pPr>
          <a:r>
            <a:rPr lang="tr-TR" sz="1700" b="1" kern="1200"/>
            <a:t>EMG (Elektromiyogram):</a:t>
          </a:r>
          <a:r>
            <a:rPr lang="tr-TR" sz="1700" kern="1200"/>
            <a:t> Kasların elektriksel aktivitesi.</a:t>
          </a:r>
          <a:endParaRPr lang="en-US" sz="1700" kern="1200"/>
        </a:p>
      </dsp:txBody>
      <dsp:txXfrm>
        <a:off x="689005" y="2239831"/>
        <a:ext cx="9216993" cy="596541"/>
      </dsp:txXfrm>
    </dsp:sp>
    <dsp:sp modelId="{34FFFE4D-1BB0-4E99-BFA2-E57C9B2D0F6C}">
      <dsp:nvSpPr>
        <dsp:cNvPr id="0" name=""/>
        <dsp:cNvSpPr/>
      </dsp:nvSpPr>
      <dsp:spPr>
        <a:xfrm>
          <a:off x="0" y="2985507"/>
          <a:ext cx="9905999" cy="596541"/>
        </a:xfrm>
        <a:prstGeom prst="roundRect">
          <a:avLst>
            <a:gd name="adj" fmla="val 1000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54F1D7D-C3B4-4B54-89F8-8E2E6E4C424D}">
      <dsp:nvSpPr>
        <dsp:cNvPr id="0" name=""/>
        <dsp:cNvSpPr/>
      </dsp:nvSpPr>
      <dsp:spPr>
        <a:xfrm>
          <a:off x="180453" y="3119729"/>
          <a:ext cx="328097" cy="328097"/>
        </a:xfrm>
        <a:prstGeom prst="rect">
          <a:avLst/>
        </a:prstGeom>
        <a:blipFill>
          <a:blip xmlns:r="http://schemas.openxmlformats.org/officeDocument/2006/relationships" r:embed="rId9">
            <a:extLst>
              <a:ext uri="{96DAC541-7B7A-43D3-8B79-37D633B846F1}">
                <asvg:svgBlip xmlns:asvg="http://schemas.microsoft.com/office/drawing/2016/SVG/main" r:embed="rId10"/>
              </a:ext>
            </a:extLst>
          </a:blip>
          <a:srcRect/>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3993823-6A48-45CA-A544-61FEDAE3E0D3}">
      <dsp:nvSpPr>
        <dsp:cNvPr id="0" name=""/>
        <dsp:cNvSpPr/>
      </dsp:nvSpPr>
      <dsp:spPr>
        <a:xfrm>
          <a:off x="689005" y="2985507"/>
          <a:ext cx="9216993" cy="5965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134" tIns="63134" rIns="63134" bIns="63134" numCol="1" spcCol="1270" anchor="ctr" anchorCtr="0">
          <a:noAutofit/>
        </a:bodyPr>
        <a:lstStyle/>
        <a:p>
          <a:pPr marL="0" lvl="0" indent="0" algn="l" defTabSz="755650">
            <a:lnSpc>
              <a:spcPct val="100000"/>
            </a:lnSpc>
            <a:spcBef>
              <a:spcPct val="0"/>
            </a:spcBef>
            <a:spcAft>
              <a:spcPct val="35000"/>
            </a:spcAft>
            <a:buNone/>
          </a:pPr>
          <a:r>
            <a:rPr lang="tr-TR" sz="1700" b="1" kern="1200" dirty="0"/>
            <a:t>ENG (</a:t>
          </a:r>
          <a:r>
            <a:rPr lang="tr-TR" sz="1700" b="1" kern="1200" dirty="0" err="1"/>
            <a:t>Elektronörogram</a:t>
          </a:r>
          <a:r>
            <a:rPr lang="tr-TR" sz="1700" b="1" kern="1200" dirty="0"/>
            <a:t>):</a:t>
          </a:r>
          <a:r>
            <a:rPr lang="tr-TR" sz="1700" kern="1200" dirty="0"/>
            <a:t> Sinir iletiminin elektriksel aktivitesi.</a:t>
          </a:r>
          <a:endParaRPr lang="en-US" sz="1700" kern="1200" dirty="0"/>
        </a:p>
      </dsp:txBody>
      <dsp:txXfrm>
        <a:off x="689005" y="2985507"/>
        <a:ext cx="9216993" cy="59654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F398252-E0DE-417A-ACAD-622DA69BC23F}">
      <dsp:nvSpPr>
        <dsp:cNvPr id="0" name=""/>
        <dsp:cNvSpPr/>
      </dsp:nvSpPr>
      <dsp:spPr>
        <a:xfrm>
          <a:off x="0" y="1487"/>
          <a:ext cx="9905999" cy="754078"/>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C10AFB9-4661-4F14-AE70-C3F9A24E08C4}">
      <dsp:nvSpPr>
        <dsp:cNvPr id="0" name=""/>
        <dsp:cNvSpPr/>
      </dsp:nvSpPr>
      <dsp:spPr>
        <a:xfrm>
          <a:off x="228108" y="171155"/>
          <a:ext cx="414743" cy="414743"/>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B8B47B1-62B8-483C-AD18-CD2869E1660E}">
      <dsp:nvSpPr>
        <dsp:cNvPr id="0" name=""/>
        <dsp:cNvSpPr/>
      </dsp:nvSpPr>
      <dsp:spPr>
        <a:xfrm>
          <a:off x="870961" y="1487"/>
          <a:ext cx="9035037" cy="7540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9807" tIns="79807" rIns="79807" bIns="79807" numCol="1" spcCol="1270" anchor="ctr" anchorCtr="0">
          <a:noAutofit/>
        </a:bodyPr>
        <a:lstStyle/>
        <a:p>
          <a:pPr marL="0" lvl="0" indent="0" algn="l" defTabSz="977900">
            <a:lnSpc>
              <a:spcPct val="90000"/>
            </a:lnSpc>
            <a:spcBef>
              <a:spcPct val="0"/>
            </a:spcBef>
            <a:spcAft>
              <a:spcPct val="35000"/>
            </a:spcAft>
            <a:buNone/>
          </a:pPr>
          <a:r>
            <a:rPr lang="tr-TR" sz="2200" kern="1200"/>
            <a:t>Vücuttaki mekanik hareketlerden kaynaklanan işaretlerdir. Genellikle bir dönüştürücü (transducer) aracılığıyla elektriksel sinyale çevrilirler.</a:t>
          </a:r>
          <a:endParaRPr lang="en-US" sz="2200" kern="1200"/>
        </a:p>
      </dsp:txBody>
      <dsp:txXfrm>
        <a:off x="870961" y="1487"/>
        <a:ext cx="9035037" cy="754078"/>
      </dsp:txXfrm>
    </dsp:sp>
    <dsp:sp modelId="{914E20FA-349B-43AF-853C-4C03016C0D6D}">
      <dsp:nvSpPr>
        <dsp:cNvPr id="0" name=""/>
        <dsp:cNvSpPr/>
      </dsp:nvSpPr>
      <dsp:spPr>
        <a:xfrm>
          <a:off x="0" y="944086"/>
          <a:ext cx="9905999" cy="754078"/>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7F78B1E-5094-4AB5-AEF0-09034DF81ED7}">
      <dsp:nvSpPr>
        <dsp:cNvPr id="0" name=""/>
        <dsp:cNvSpPr/>
      </dsp:nvSpPr>
      <dsp:spPr>
        <a:xfrm>
          <a:off x="228108" y="1113754"/>
          <a:ext cx="414743" cy="414743"/>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ACDAD2D-E107-40CF-B3FA-B167C1D7B90D}">
      <dsp:nvSpPr>
        <dsp:cNvPr id="0" name=""/>
        <dsp:cNvSpPr/>
      </dsp:nvSpPr>
      <dsp:spPr>
        <a:xfrm>
          <a:off x="870961" y="944086"/>
          <a:ext cx="9035037" cy="7540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9807" tIns="79807" rIns="79807" bIns="79807" numCol="1" spcCol="1270" anchor="ctr" anchorCtr="0">
          <a:noAutofit/>
        </a:bodyPr>
        <a:lstStyle/>
        <a:p>
          <a:pPr marL="0" lvl="0" indent="0" algn="l" defTabSz="977900">
            <a:lnSpc>
              <a:spcPct val="90000"/>
            </a:lnSpc>
            <a:spcBef>
              <a:spcPct val="0"/>
            </a:spcBef>
            <a:spcAft>
              <a:spcPct val="35000"/>
            </a:spcAft>
            <a:buNone/>
          </a:pPr>
          <a:r>
            <a:rPr lang="tr-TR" sz="2200" b="1" kern="1200" dirty="0"/>
            <a:t>Kan Basıncı:</a:t>
          </a:r>
          <a:r>
            <a:rPr lang="tr-TR" sz="2200" kern="1200" dirty="0"/>
            <a:t> Arteriyel duvarlardaki basınç değişimleri.</a:t>
          </a:r>
          <a:endParaRPr lang="en-US" sz="2200" kern="1200" dirty="0"/>
        </a:p>
      </dsp:txBody>
      <dsp:txXfrm>
        <a:off x="870961" y="944086"/>
        <a:ext cx="9035037" cy="754078"/>
      </dsp:txXfrm>
    </dsp:sp>
    <dsp:sp modelId="{4DB74620-A394-4C9D-9882-504F15C83FE4}">
      <dsp:nvSpPr>
        <dsp:cNvPr id="0" name=""/>
        <dsp:cNvSpPr/>
      </dsp:nvSpPr>
      <dsp:spPr>
        <a:xfrm>
          <a:off x="0" y="1886684"/>
          <a:ext cx="9905999" cy="754078"/>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46F6C90-879D-4375-8C32-D7D9F89F40F7}">
      <dsp:nvSpPr>
        <dsp:cNvPr id="0" name=""/>
        <dsp:cNvSpPr/>
      </dsp:nvSpPr>
      <dsp:spPr>
        <a:xfrm>
          <a:off x="228108" y="2056352"/>
          <a:ext cx="414743" cy="41474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8919A19-7291-4B33-B7F3-6074AF5888C6}">
      <dsp:nvSpPr>
        <dsp:cNvPr id="0" name=""/>
        <dsp:cNvSpPr/>
      </dsp:nvSpPr>
      <dsp:spPr>
        <a:xfrm>
          <a:off x="870961" y="1886684"/>
          <a:ext cx="9035037" cy="7540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9807" tIns="79807" rIns="79807" bIns="79807" numCol="1" spcCol="1270" anchor="ctr" anchorCtr="0">
          <a:noAutofit/>
        </a:bodyPr>
        <a:lstStyle/>
        <a:p>
          <a:pPr marL="0" lvl="0" indent="0" algn="l" defTabSz="977900">
            <a:lnSpc>
              <a:spcPct val="90000"/>
            </a:lnSpc>
            <a:spcBef>
              <a:spcPct val="0"/>
            </a:spcBef>
            <a:spcAft>
              <a:spcPct val="35000"/>
            </a:spcAft>
            <a:buNone/>
          </a:pPr>
          <a:r>
            <a:rPr lang="tr-TR" sz="2200" b="1" kern="1200"/>
            <a:t>Solunum Hacmi:</a:t>
          </a:r>
          <a:r>
            <a:rPr lang="tr-TR" sz="2200" kern="1200"/>
            <a:t> Akciğerlerin mekanik genişlemesi ve daralması.</a:t>
          </a:r>
          <a:endParaRPr lang="en-US" sz="2200" kern="1200"/>
        </a:p>
      </dsp:txBody>
      <dsp:txXfrm>
        <a:off x="870961" y="1886684"/>
        <a:ext cx="9035037" cy="754078"/>
      </dsp:txXfrm>
    </dsp:sp>
    <dsp:sp modelId="{61E78873-9F64-4EA0-95AD-C6F253D19F96}">
      <dsp:nvSpPr>
        <dsp:cNvPr id="0" name=""/>
        <dsp:cNvSpPr/>
      </dsp:nvSpPr>
      <dsp:spPr>
        <a:xfrm>
          <a:off x="0" y="2829283"/>
          <a:ext cx="9905999" cy="754078"/>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AA5FA3E-A8AA-40C3-8058-5DC4F905C647}">
      <dsp:nvSpPr>
        <dsp:cNvPr id="0" name=""/>
        <dsp:cNvSpPr/>
      </dsp:nvSpPr>
      <dsp:spPr>
        <a:xfrm>
          <a:off x="228108" y="2998951"/>
          <a:ext cx="414743" cy="41474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B93C4D9-D8C8-4FA6-A1D2-8B0534D9B4CF}">
      <dsp:nvSpPr>
        <dsp:cNvPr id="0" name=""/>
        <dsp:cNvSpPr/>
      </dsp:nvSpPr>
      <dsp:spPr>
        <a:xfrm>
          <a:off x="870961" y="2829283"/>
          <a:ext cx="9035037" cy="7540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9807" tIns="79807" rIns="79807" bIns="79807" numCol="1" spcCol="1270" anchor="ctr" anchorCtr="0">
          <a:noAutofit/>
        </a:bodyPr>
        <a:lstStyle/>
        <a:p>
          <a:pPr marL="0" lvl="0" indent="0" algn="l" defTabSz="977900">
            <a:lnSpc>
              <a:spcPct val="90000"/>
            </a:lnSpc>
            <a:spcBef>
              <a:spcPct val="0"/>
            </a:spcBef>
            <a:spcAft>
              <a:spcPct val="35000"/>
            </a:spcAft>
            <a:buNone/>
          </a:pPr>
          <a:r>
            <a:rPr lang="tr-TR" sz="2200" b="1" kern="1200"/>
            <a:t>Kas Kuvveti:</a:t>
          </a:r>
          <a:r>
            <a:rPr lang="tr-TR" sz="2200" kern="1200"/>
            <a:t> Kasın kasılma sırasında uyguladığı fiziksel güç.</a:t>
          </a:r>
          <a:endParaRPr lang="en-US" sz="2200" kern="1200"/>
        </a:p>
      </dsp:txBody>
      <dsp:txXfrm>
        <a:off x="870961" y="2829283"/>
        <a:ext cx="9035037" cy="75407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F398252-E0DE-417A-ACAD-622DA69BC23F}">
      <dsp:nvSpPr>
        <dsp:cNvPr id="0" name=""/>
        <dsp:cNvSpPr/>
      </dsp:nvSpPr>
      <dsp:spPr>
        <a:xfrm>
          <a:off x="0" y="1487"/>
          <a:ext cx="9905999" cy="754078"/>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C10AFB9-4661-4F14-AE70-C3F9A24E08C4}">
      <dsp:nvSpPr>
        <dsp:cNvPr id="0" name=""/>
        <dsp:cNvSpPr/>
      </dsp:nvSpPr>
      <dsp:spPr>
        <a:xfrm>
          <a:off x="228108" y="171155"/>
          <a:ext cx="414743" cy="414743"/>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B8B47B1-62B8-483C-AD18-CD2869E1660E}">
      <dsp:nvSpPr>
        <dsp:cNvPr id="0" name=""/>
        <dsp:cNvSpPr/>
      </dsp:nvSpPr>
      <dsp:spPr>
        <a:xfrm>
          <a:off x="870961" y="1487"/>
          <a:ext cx="9035037" cy="7540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9807" tIns="79807" rIns="79807" bIns="79807" numCol="1" spcCol="1270" anchor="ctr" anchorCtr="0">
          <a:noAutofit/>
        </a:bodyPr>
        <a:lstStyle/>
        <a:p>
          <a:pPr marL="0" lvl="0" indent="0" algn="l" defTabSz="933450">
            <a:lnSpc>
              <a:spcPct val="100000"/>
            </a:lnSpc>
            <a:spcBef>
              <a:spcPct val="0"/>
            </a:spcBef>
            <a:spcAft>
              <a:spcPct val="35000"/>
            </a:spcAft>
            <a:buNone/>
          </a:pPr>
          <a:r>
            <a:rPr lang="tr-TR" sz="2100" kern="1200"/>
            <a:t>Vücut sıvılarındaki (kan, idrar, hücre içi sıvı) kimyasal maddelerin konsantrasyonu ile ilgilidir.</a:t>
          </a:r>
          <a:endParaRPr lang="en-US" sz="2100" kern="1200" dirty="0"/>
        </a:p>
      </dsp:txBody>
      <dsp:txXfrm>
        <a:off x="870961" y="1487"/>
        <a:ext cx="9035037" cy="754078"/>
      </dsp:txXfrm>
    </dsp:sp>
    <dsp:sp modelId="{DCC46F89-E21B-4BE8-BF88-C7D715FF8AC4}">
      <dsp:nvSpPr>
        <dsp:cNvPr id="0" name=""/>
        <dsp:cNvSpPr/>
      </dsp:nvSpPr>
      <dsp:spPr>
        <a:xfrm>
          <a:off x="0" y="944086"/>
          <a:ext cx="9905999" cy="754078"/>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27D20CE-1445-4411-BA5A-4901AFC261EF}">
      <dsp:nvSpPr>
        <dsp:cNvPr id="0" name=""/>
        <dsp:cNvSpPr/>
      </dsp:nvSpPr>
      <dsp:spPr>
        <a:xfrm>
          <a:off x="228108" y="1113754"/>
          <a:ext cx="414743" cy="41474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D283E77-D127-4592-B252-616EFEE1D4D7}">
      <dsp:nvSpPr>
        <dsp:cNvPr id="0" name=""/>
        <dsp:cNvSpPr/>
      </dsp:nvSpPr>
      <dsp:spPr>
        <a:xfrm>
          <a:off x="870961" y="944086"/>
          <a:ext cx="9035037" cy="7540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9807" tIns="79807" rIns="79807" bIns="79807" numCol="1" spcCol="1270" anchor="ctr" anchorCtr="0">
          <a:noAutofit/>
        </a:bodyPr>
        <a:lstStyle/>
        <a:p>
          <a:pPr marL="0" lvl="0" indent="0" algn="l" defTabSz="933450">
            <a:lnSpc>
              <a:spcPct val="100000"/>
            </a:lnSpc>
            <a:spcBef>
              <a:spcPct val="0"/>
            </a:spcBef>
            <a:spcAft>
              <a:spcPct val="35000"/>
            </a:spcAft>
            <a:buNone/>
          </a:pPr>
          <a:r>
            <a:rPr lang="tr-TR" sz="2100" b="1" kern="1200" dirty="0"/>
            <a:t>Glikoz Seviyesi: </a:t>
          </a:r>
          <a:r>
            <a:rPr lang="tr-TR" sz="2100" b="0" kern="1200" dirty="0"/>
            <a:t>Kandaki şeker seviyesi</a:t>
          </a:r>
          <a:endParaRPr lang="en-US" sz="2100" b="1" kern="1200" dirty="0"/>
        </a:p>
      </dsp:txBody>
      <dsp:txXfrm>
        <a:off x="870961" y="944086"/>
        <a:ext cx="9035037" cy="754078"/>
      </dsp:txXfrm>
    </dsp:sp>
    <dsp:sp modelId="{FBD291A7-3CA4-4B2C-82BD-F0C17B45DE32}">
      <dsp:nvSpPr>
        <dsp:cNvPr id="0" name=""/>
        <dsp:cNvSpPr/>
      </dsp:nvSpPr>
      <dsp:spPr>
        <a:xfrm>
          <a:off x="0" y="1886684"/>
          <a:ext cx="9905999" cy="754078"/>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357D21E-D5E4-4BA9-9196-0E52629E59BA}">
      <dsp:nvSpPr>
        <dsp:cNvPr id="0" name=""/>
        <dsp:cNvSpPr/>
      </dsp:nvSpPr>
      <dsp:spPr>
        <a:xfrm>
          <a:off x="228108" y="2056352"/>
          <a:ext cx="414743" cy="41474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C0A7FE6-93C4-444C-9FE9-D03DC229A4CA}">
      <dsp:nvSpPr>
        <dsp:cNvPr id="0" name=""/>
        <dsp:cNvSpPr/>
      </dsp:nvSpPr>
      <dsp:spPr>
        <a:xfrm>
          <a:off x="870961" y="1886684"/>
          <a:ext cx="9035037" cy="7540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9807" tIns="79807" rIns="79807" bIns="79807" numCol="1" spcCol="1270" anchor="ctr" anchorCtr="0">
          <a:noAutofit/>
        </a:bodyPr>
        <a:lstStyle/>
        <a:p>
          <a:pPr marL="0" lvl="0" indent="0" algn="l" defTabSz="933450">
            <a:lnSpc>
              <a:spcPct val="100000"/>
            </a:lnSpc>
            <a:spcBef>
              <a:spcPct val="0"/>
            </a:spcBef>
            <a:spcAft>
              <a:spcPct val="35000"/>
            </a:spcAft>
            <a:buNone/>
          </a:pPr>
          <a:r>
            <a:rPr lang="tr-TR" sz="2100" b="1" kern="1200" dirty="0"/>
            <a:t>pH Değeri: </a:t>
          </a:r>
          <a:r>
            <a:rPr lang="tr-TR" sz="2100" b="0" kern="1200" dirty="0"/>
            <a:t>Kan asiditesi</a:t>
          </a:r>
          <a:r>
            <a:rPr lang="tr-TR" sz="2100" b="1" kern="1200" dirty="0"/>
            <a:t> </a:t>
          </a:r>
          <a:endParaRPr lang="en-US" sz="2100" b="1" kern="1200" dirty="0"/>
        </a:p>
      </dsp:txBody>
      <dsp:txXfrm>
        <a:off x="870961" y="1886684"/>
        <a:ext cx="9035037" cy="754078"/>
      </dsp:txXfrm>
    </dsp:sp>
    <dsp:sp modelId="{D03ABB8D-6F47-4D96-86EA-1D113EB3C546}">
      <dsp:nvSpPr>
        <dsp:cNvPr id="0" name=""/>
        <dsp:cNvSpPr/>
      </dsp:nvSpPr>
      <dsp:spPr>
        <a:xfrm>
          <a:off x="0" y="2829283"/>
          <a:ext cx="9905999" cy="754078"/>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DF2B18E-602C-4771-B2B9-32FB460F63E4}">
      <dsp:nvSpPr>
        <dsp:cNvPr id="0" name=""/>
        <dsp:cNvSpPr/>
      </dsp:nvSpPr>
      <dsp:spPr>
        <a:xfrm>
          <a:off x="228108" y="2998951"/>
          <a:ext cx="414743" cy="41474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flat"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9D9DBB1-50D1-4958-A561-531D097A550F}">
      <dsp:nvSpPr>
        <dsp:cNvPr id="0" name=""/>
        <dsp:cNvSpPr/>
      </dsp:nvSpPr>
      <dsp:spPr>
        <a:xfrm>
          <a:off x="870961" y="2829283"/>
          <a:ext cx="9035037" cy="7540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9807" tIns="79807" rIns="79807" bIns="79807" numCol="1" spcCol="1270" anchor="ctr" anchorCtr="0">
          <a:noAutofit/>
        </a:bodyPr>
        <a:lstStyle/>
        <a:p>
          <a:pPr marL="0" lvl="0" indent="0" algn="l" defTabSz="933450">
            <a:lnSpc>
              <a:spcPct val="100000"/>
            </a:lnSpc>
            <a:spcBef>
              <a:spcPct val="0"/>
            </a:spcBef>
            <a:spcAft>
              <a:spcPct val="35000"/>
            </a:spcAft>
            <a:buNone/>
          </a:pPr>
          <a:r>
            <a:rPr lang="tr-TR" sz="2100" kern="1200" dirty="0"/>
            <a:t>Kandaki gaz oranları</a:t>
          </a:r>
          <a:endParaRPr lang="en-US" sz="2100" kern="1200" dirty="0"/>
        </a:p>
      </dsp:txBody>
      <dsp:txXfrm>
        <a:off x="870961" y="2829283"/>
        <a:ext cx="9035037" cy="75407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F398252-E0DE-417A-ACAD-622DA69BC23F}">
      <dsp:nvSpPr>
        <dsp:cNvPr id="0" name=""/>
        <dsp:cNvSpPr/>
      </dsp:nvSpPr>
      <dsp:spPr>
        <a:xfrm>
          <a:off x="0" y="437"/>
          <a:ext cx="9905999" cy="1023992"/>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C10AFB9-4661-4F14-AE70-C3F9A24E08C4}">
      <dsp:nvSpPr>
        <dsp:cNvPr id="0" name=""/>
        <dsp:cNvSpPr/>
      </dsp:nvSpPr>
      <dsp:spPr>
        <a:xfrm>
          <a:off x="309757" y="230835"/>
          <a:ext cx="563196" cy="56319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B8B47B1-62B8-483C-AD18-CD2869E1660E}">
      <dsp:nvSpPr>
        <dsp:cNvPr id="0" name=""/>
        <dsp:cNvSpPr/>
      </dsp:nvSpPr>
      <dsp:spPr>
        <a:xfrm>
          <a:off x="1182711" y="437"/>
          <a:ext cx="8723287" cy="10239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8373" tIns="108373" rIns="108373" bIns="108373" numCol="1" spcCol="1270" anchor="ctr" anchorCtr="0">
          <a:noAutofit/>
        </a:bodyPr>
        <a:lstStyle/>
        <a:p>
          <a:pPr marL="0" lvl="0" indent="0" algn="l" defTabSz="1111250">
            <a:lnSpc>
              <a:spcPct val="100000"/>
            </a:lnSpc>
            <a:spcBef>
              <a:spcPct val="0"/>
            </a:spcBef>
            <a:spcAft>
              <a:spcPct val="35000"/>
            </a:spcAft>
            <a:buNone/>
          </a:pPr>
          <a:r>
            <a:rPr lang="tr-TR" sz="2500" kern="1200"/>
            <a:t>Vücut fonksiyonları sırasında oluşan ses dalgalarıdır.</a:t>
          </a:r>
          <a:endParaRPr lang="en-US" sz="2500" kern="1200" dirty="0"/>
        </a:p>
      </dsp:txBody>
      <dsp:txXfrm>
        <a:off x="1182711" y="437"/>
        <a:ext cx="8723287" cy="1023992"/>
      </dsp:txXfrm>
    </dsp:sp>
    <dsp:sp modelId="{22F7CFFA-0E6D-4673-8F22-3768BE89A4CD}">
      <dsp:nvSpPr>
        <dsp:cNvPr id="0" name=""/>
        <dsp:cNvSpPr/>
      </dsp:nvSpPr>
      <dsp:spPr>
        <a:xfrm>
          <a:off x="0" y="1280428"/>
          <a:ext cx="9905999" cy="1023992"/>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48F65AF-D0BF-4CF5-A14C-9EA31DCE1358}">
      <dsp:nvSpPr>
        <dsp:cNvPr id="0" name=""/>
        <dsp:cNvSpPr/>
      </dsp:nvSpPr>
      <dsp:spPr>
        <a:xfrm>
          <a:off x="309757" y="1510826"/>
          <a:ext cx="563196" cy="563196"/>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15875" cap="flat"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1E7D42F-99B4-4EF0-9354-7CECD09A247E}">
      <dsp:nvSpPr>
        <dsp:cNvPr id="0" name=""/>
        <dsp:cNvSpPr/>
      </dsp:nvSpPr>
      <dsp:spPr>
        <a:xfrm>
          <a:off x="1182711" y="1280428"/>
          <a:ext cx="8723287" cy="10239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8373" tIns="108373" rIns="108373" bIns="108373" numCol="1" spcCol="1270" anchor="ctr" anchorCtr="0">
          <a:noAutofit/>
        </a:bodyPr>
        <a:lstStyle/>
        <a:p>
          <a:pPr marL="0" lvl="0" indent="0" algn="l" defTabSz="1111250">
            <a:lnSpc>
              <a:spcPct val="100000"/>
            </a:lnSpc>
            <a:spcBef>
              <a:spcPct val="0"/>
            </a:spcBef>
            <a:spcAft>
              <a:spcPct val="35000"/>
            </a:spcAft>
            <a:buNone/>
          </a:pPr>
          <a:r>
            <a:rPr lang="tr-TR" sz="2500" b="1" kern="1200" dirty="0"/>
            <a:t>Kalp Sesleri:</a:t>
          </a:r>
          <a:r>
            <a:rPr lang="tr-TR" sz="2500" kern="1200" dirty="0"/>
            <a:t> Kapakçıkların açılıp kapanma sesleri (</a:t>
          </a:r>
          <a:r>
            <a:rPr lang="tr-TR" sz="2500" kern="1200" dirty="0" err="1"/>
            <a:t>Fonokardiyografi</a:t>
          </a:r>
          <a:r>
            <a:rPr lang="tr-TR" sz="2500" kern="1200" dirty="0"/>
            <a:t>).</a:t>
          </a:r>
          <a:endParaRPr lang="en-US" sz="2500" kern="1200" dirty="0"/>
        </a:p>
      </dsp:txBody>
      <dsp:txXfrm>
        <a:off x="1182711" y="1280428"/>
        <a:ext cx="8723287" cy="1023992"/>
      </dsp:txXfrm>
    </dsp:sp>
    <dsp:sp modelId="{7D2C715E-6E2F-416C-AADB-02C27D30192B}">
      <dsp:nvSpPr>
        <dsp:cNvPr id="0" name=""/>
        <dsp:cNvSpPr/>
      </dsp:nvSpPr>
      <dsp:spPr>
        <a:xfrm>
          <a:off x="0" y="2560419"/>
          <a:ext cx="9905999" cy="1023992"/>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F33179C-7C02-44B1-879A-4E1D456BB141}">
      <dsp:nvSpPr>
        <dsp:cNvPr id="0" name=""/>
        <dsp:cNvSpPr/>
      </dsp:nvSpPr>
      <dsp:spPr>
        <a:xfrm>
          <a:off x="309757" y="2790817"/>
          <a:ext cx="563196" cy="563196"/>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15875" cap="flat"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774F339-8E6C-4B5F-AAAD-AD66E5C08506}">
      <dsp:nvSpPr>
        <dsp:cNvPr id="0" name=""/>
        <dsp:cNvSpPr/>
      </dsp:nvSpPr>
      <dsp:spPr>
        <a:xfrm>
          <a:off x="1182711" y="2560419"/>
          <a:ext cx="8723287" cy="10239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8373" tIns="108373" rIns="108373" bIns="108373" numCol="1" spcCol="1270" anchor="ctr" anchorCtr="0">
          <a:noAutofit/>
        </a:bodyPr>
        <a:lstStyle/>
        <a:p>
          <a:pPr marL="0" lvl="0" indent="0" algn="l" defTabSz="1111250">
            <a:lnSpc>
              <a:spcPct val="100000"/>
            </a:lnSpc>
            <a:spcBef>
              <a:spcPct val="0"/>
            </a:spcBef>
            <a:spcAft>
              <a:spcPct val="35000"/>
            </a:spcAft>
            <a:buNone/>
          </a:pPr>
          <a:r>
            <a:rPr lang="tr-TR" sz="2500" b="1" kern="1200" dirty="0"/>
            <a:t>Solunum Sesleri:</a:t>
          </a:r>
          <a:r>
            <a:rPr lang="tr-TR" sz="2500" kern="1200" dirty="0"/>
            <a:t> Akciğerlerden geçen havanın yarattığı sesler.</a:t>
          </a:r>
          <a:endParaRPr lang="en-US" sz="2500" kern="1200" dirty="0"/>
        </a:p>
      </dsp:txBody>
      <dsp:txXfrm>
        <a:off x="1182711" y="2560419"/>
        <a:ext cx="8723287" cy="1023992"/>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F398252-E0DE-417A-ACAD-622DA69BC23F}">
      <dsp:nvSpPr>
        <dsp:cNvPr id="0" name=""/>
        <dsp:cNvSpPr/>
      </dsp:nvSpPr>
      <dsp:spPr>
        <a:xfrm>
          <a:off x="0" y="582538"/>
          <a:ext cx="9905999" cy="1075455"/>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C10AFB9-4661-4F14-AE70-C3F9A24E08C4}">
      <dsp:nvSpPr>
        <dsp:cNvPr id="0" name=""/>
        <dsp:cNvSpPr/>
      </dsp:nvSpPr>
      <dsp:spPr>
        <a:xfrm>
          <a:off x="325325" y="824515"/>
          <a:ext cx="591500" cy="591500"/>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B8B47B1-62B8-483C-AD18-CD2869E1660E}">
      <dsp:nvSpPr>
        <dsp:cNvPr id="0" name=""/>
        <dsp:cNvSpPr/>
      </dsp:nvSpPr>
      <dsp:spPr>
        <a:xfrm>
          <a:off x="1242150" y="582538"/>
          <a:ext cx="8663848" cy="10754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819" tIns="113819" rIns="113819" bIns="113819" numCol="1" spcCol="1270" anchor="ctr" anchorCtr="0">
          <a:noAutofit/>
        </a:bodyPr>
        <a:lstStyle/>
        <a:p>
          <a:pPr marL="0" lvl="0" indent="0" algn="l" defTabSz="1111250">
            <a:lnSpc>
              <a:spcPct val="100000"/>
            </a:lnSpc>
            <a:spcBef>
              <a:spcPct val="0"/>
            </a:spcBef>
            <a:spcAft>
              <a:spcPct val="35000"/>
            </a:spcAft>
            <a:buNone/>
          </a:pPr>
          <a:r>
            <a:rPr lang="tr-TR" sz="2500" kern="1200" dirty="0"/>
            <a:t>Vücudun metabolik faaliyetleri sonucu ortaya çıkan sıcaklık değişimleridir.</a:t>
          </a:r>
          <a:endParaRPr lang="en-US" sz="2500" kern="1200" dirty="0"/>
        </a:p>
      </dsp:txBody>
      <dsp:txXfrm>
        <a:off x="1242150" y="582538"/>
        <a:ext cx="8663848" cy="1075455"/>
      </dsp:txXfrm>
    </dsp:sp>
    <dsp:sp modelId="{46AF63B6-EAFB-41AD-8B6C-E78B527D6CED}">
      <dsp:nvSpPr>
        <dsp:cNvPr id="0" name=""/>
        <dsp:cNvSpPr/>
      </dsp:nvSpPr>
      <dsp:spPr>
        <a:xfrm>
          <a:off x="0" y="1926856"/>
          <a:ext cx="9905999" cy="1075455"/>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9F90A54-63B6-4783-B540-D49276C81B73}">
      <dsp:nvSpPr>
        <dsp:cNvPr id="0" name=""/>
        <dsp:cNvSpPr/>
      </dsp:nvSpPr>
      <dsp:spPr>
        <a:xfrm>
          <a:off x="325325" y="2168834"/>
          <a:ext cx="591500" cy="5915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CC3775C-DD55-4585-86B8-73720B9D4B2E}">
      <dsp:nvSpPr>
        <dsp:cNvPr id="0" name=""/>
        <dsp:cNvSpPr/>
      </dsp:nvSpPr>
      <dsp:spPr>
        <a:xfrm>
          <a:off x="1242150" y="1926856"/>
          <a:ext cx="8663848" cy="10754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819" tIns="113819" rIns="113819" bIns="113819" numCol="1" spcCol="1270" anchor="ctr" anchorCtr="0">
          <a:noAutofit/>
        </a:bodyPr>
        <a:lstStyle/>
        <a:p>
          <a:pPr marL="0" lvl="0" indent="0" algn="l" defTabSz="1111250">
            <a:lnSpc>
              <a:spcPct val="100000"/>
            </a:lnSpc>
            <a:spcBef>
              <a:spcPct val="0"/>
            </a:spcBef>
            <a:spcAft>
              <a:spcPct val="35000"/>
            </a:spcAft>
            <a:buNone/>
          </a:pPr>
          <a:r>
            <a:rPr lang="tr-TR" sz="2500" b="1" kern="1200" dirty="0"/>
            <a:t>Vücut Isısı:</a:t>
          </a:r>
          <a:r>
            <a:rPr lang="tr-TR" sz="2500" kern="1200" dirty="0"/>
            <a:t> Genel veya bölgesel sıcaklık haritaları (Termografi).</a:t>
          </a:r>
          <a:endParaRPr lang="en-US" sz="2500" kern="1200" dirty="0"/>
        </a:p>
      </dsp:txBody>
      <dsp:txXfrm>
        <a:off x="1242150" y="1926856"/>
        <a:ext cx="8663848" cy="1075455"/>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A85A248-5219-4029-BB28-6CD4AED335A6}">
      <dsp:nvSpPr>
        <dsp:cNvPr id="0" name=""/>
        <dsp:cNvSpPr/>
      </dsp:nvSpPr>
      <dsp:spPr>
        <a:xfrm>
          <a:off x="0" y="1896798"/>
          <a:ext cx="9906000" cy="1244505"/>
        </a:xfrm>
        <a:prstGeom prst="rect">
          <a:avLst/>
        </a:prstGeom>
        <a:gradFill rotWithShape="0">
          <a:gsLst>
            <a:gs pos="0">
              <a:schemeClr val="accent2">
                <a:hueOff val="0"/>
                <a:satOff val="0"/>
                <a:lumOff val="0"/>
                <a:alphaOff val="0"/>
                <a:tint val="94000"/>
                <a:satMod val="105000"/>
                <a:lumMod val="102000"/>
              </a:schemeClr>
            </a:gs>
            <a:gs pos="100000">
              <a:schemeClr val="accent2">
                <a:hueOff val="0"/>
                <a:satOff val="0"/>
                <a:lumOff val="0"/>
                <a:alphaOff val="0"/>
                <a:shade val="74000"/>
                <a:satMod val="128000"/>
                <a:lumMod val="100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tr-TR" sz="1800" kern="1200"/>
            <a:t>Bu hücreler membranları boyunca darbe şeklinde değişen elektrokimyasal değişimleri iletebilmektedir. Bez hücreleri gibi diğer bir takım hücrelerde ise membran potansiyelinin değişimi, uyarılabilir hücrelerde görülen şekilde olmamakla beraber bu hücrelerin bir çok fonksiyonlarını kontrol bakımından çok önemlidir</a:t>
          </a:r>
          <a:endParaRPr lang="en-US" sz="1800" kern="1200"/>
        </a:p>
      </dsp:txBody>
      <dsp:txXfrm>
        <a:off x="0" y="1896798"/>
        <a:ext cx="9906000" cy="1244505"/>
      </dsp:txXfrm>
    </dsp:sp>
    <dsp:sp modelId="{36279BF4-FA91-46A7-A247-B0249EEBF4B6}">
      <dsp:nvSpPr>
        <dsp:cNvPr id="0" name=""/>
        <dsp:cNvSpPr/>
      </dsp:nvSpPr>
      <dsp:spPr>
        <a:xfrm rot="10800000">
          <a:off x="0" y="1417"/>
          <a:ext cx="9906000" cy="1914049"/>
        </a:xfrm>
        <a:prstGeom prst="upArrowCallout">
          <a:avLst/>
        </a:prstGeom>
        <a:gradFill rotWithShape="0">
          <a:gsLst>
            <a:gs pos="0">
              <a:schemeClr val="accent2">
                <a:hueOff val="-1469031"/>
                <a:satOff val="-32495"/>
                <a:lumOff val="-6470"/>
                <a:alphaOff val="0"/>
                <a:tint val="94000"/>
                <a:satMod val="105000"/>
                <a:lumMod val="102000"/>
              </a:schemeClr>
            </a:gs>
            <a:gs pos="100000">
              <a:schemeClr val="accent2">
                <a:hueOff val="-1469031"/>
                <a:satOff val="-32495"/>
                <a:lumOff val="-6470"/>
                <a:alphaOff val="0"/>
                <a:shade val="74000"/>
                <a:satMod val="128000"/>
                <a:lumMod val="100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tr-TR" sz="1800" kern="1200"/>
            <a:t>Vücudumuzdaki hücrelerin tümüne yakınının zarında membran potansiyeli oluşur. Sinir ve kas hücreleri gibi hücreler ise uyarılabilme özelliğine sahiptir.</a:t>
          </a:r>
          <a:endParaRPr lang="en-US" sz="1800" kern="1200"/>
        </a:p>
      </dsp:txBody>
      <dsp:txXfrm rot="10800000">
        <a:off x="0" y="1417"/>
        <a:ext cx="9906000" cy="1243692"/>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DDCA56-9004-4536-96F4-AE60FD329ED1}">
      <dsp:nvSpPr>
        <dsp:cNvPr id="0" name=""/>
        <dsp:cNvSpPr/>
      </dsp:nvSpPr>
      <dsp:spPr>
        <a:xfrm>
          <a:off x="0" y="1917"/>
          <a:ext cx="9906000" cy="896824"/>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0016558-B510-4A33-A26E-F1081699639A}">
      <dsp:nvSpPr>
        <dsp:cNvPr id="0" name=""/>
        <dsp:cNvSpPr/>
      </dsp:nvSpPr>
      <dsp:spPr>
        <a:xfrm>
          <a:off x="271289" y="203703"/>
          <a:ext cx="493253" cy="49325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48C521E-F728-4E04-9F86-2024DF446CCD}">
      <dsp:nvSpPr>
        <dsp:cNvPr id="0" name=""/>
        <dsp:cNvSpPr/>
      </dsp:nvSpPr>
      <dsp:spPr>
        <a:xfrm>
          <a:off x="1035832" y="1917"/>
          <a:ext cx="8869155" cy="8968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4914" tIns="94914" rIns="94914" bIns="94914" numCol="1" spcCol="1270" anchor="ctr" anchorCtr="0">
          <a:noAutofit/>
        </a:bodyPr>
        <a:lstStyle/>
        <a:p>
          <a:pPr marL="0" lvl="0" indent="0" algn="l" defTabSz="800100">
            <a:lnSpc>
              <a:spcPct val="100000"/>
            </a:lnSpc>
            <a:spcBef>
              <a:spcPct val="0"/>
            </a:spcBef>
            <a:spcAft>
              <a:spcPct val="35000"/>
            </a:spcAft>
            <a:buNone/>
          </a:pPr>
          <a:r>
            <a:rPr lang="en-US" sz="1800" kern="1200"/>
            <a:t>Biyopotansiyelleri en genel ölçme yöntemi, vücut yüzeyinden yapılan ölçümlerdir. Bu</a:t>
          </a:r>
          <a:r>
            <a:rPr lang="tr-TR" sz="1800" kern="1200"/>
            <a:t> </a:t>
          </a:r>
          <a:r>
            <a:rPr lang="en-US" sz="1800" kern="1200"/>
            <a:t>durumda alttaki birçok hücrenin aksiyon potansiyellerinin yüzeye gelen toplamı</a:t>
          </a:r>
          <a:r>
            <a:rPr lang="tr-TR" sz="1800" kern="1200"/>
            <a:t> </a:t>
          </a:r>
          <a:r>
            <a:rPr lang="en-US" sz="1800" kern="1200"/>
            <a:t>alınmaktadır. </a:t>
          </a:r>
          <a:endParaRPr lang="en-US" sz="1800" kern="1200" dirty="0"/>
        </a:p>
      </dsp:txBody>
      <dsp:txXfrm>
        <a:off x="1035832" y="1917"/>
        <a:ext cx="8869155" cy="896824"/>
      </dsp:txXfrm>
    </dsp:sp>
    <dsp:sp modelId="{EBE705D9-863E-43FA-B817-7B047C6665E5}">
      <dsp:nvSpPr>
        <dsp:cNvPr id="0" name=""/>
        <dsp:cNvSpPr/>
      </dsp:nvSpPr>
      <dsp:spPr>
        <a:xfrm>
          <a:off x="0" y="1122948"/>
          <a:ext cx="9906000" cy="896824"/>
        </a:xfrm>
        <a:prstGeom prst="roundRect">
          <a:avLst>
            <a:gd name="adj" fmla="val 10000"/>
          </a:avLst>
        </a:prstGeom>
        <a:solidFill>
          <a:schemeClr val="accent5">
            <a:hueOff val="-1654278"/>
            <a:satOff val="-8885"/>
            <a:lumOff val="3039"/>
            <a:alphaOff val="0"/>
          </a:schemeClr>
        </a:solidFill>
        <a:ln>
          <a:noFill/>
        </a:ln>
        <a:effectLst/>
      </dsp:spPr>
      <dsp:style>
        <a:lnRef idx="0">
          <a:scrgbClr r="0" g="0" b="0"/>
        </a:lnRef>
        <a:fillRef idx="1">
          <a:scrgbClr r="0" g="0" b="0"/>
        </a:fillRef>
        <a:effectRef idx="0">
          <a:scrgbClr r="0" g="0" b="0"/>
        </a:effectRef>
        <a:fontRef idx="minor"/>
      </dsp:style>
    </dsp:sp>
    <dsp:sp modelId="{940DD94A-51D8-491A-BBFB-4033C426040A}">
      <dsp:nvSpPr>
        <dsp:cNvPr id="0" name=""/>
        <dsp:cNvSpPr/>
      </dsp:nvSpPr>
      <dsp:spPr>
        <a:xfrm>
          <a:off x="271289" y="1324733"/>
          <a:ext cx="493253" cy="49325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7E94CAA-C736-4E66-93DF-F914DC048DB7}">
      <dsp:nvSpPr>
        <dsp:cNvPr id="0" name=""/>
        <dsp:cNvSpPr/>
      </dsp:nvSpPr>
      <dsp:spPr>
        <a:xfrm>
          <a:off x="1035832" y="1122948"/>
          <a:ext cx="8869155" cy="8968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4914" tIns="94914" rIns="94914" bIns="94914" numCol="1" spcCol="1270" anchor="ctr" anchorCtr="0">
          <a:noAutofit/>
        </a:bodyPr>
        <a:lstStyle/>
        <a:p>
          <a:pPr marL="0" lvl="0" indent="0" algn="l" defTabSz="800100">
            <a:lnSpc>
              <a:spcPct val="100000"/>
            </a:lnSpc>
            <a:spcBef>
              <a:spcPct val="0"/>
            </a:spcBef>
            <a:spcAft>
              <a:spcPct val="35000"/>
            </a:spcAft>
            <a:buNone/>
          </a:pPr>
          <a:r>
            <a:rPr lang="en-US" sz="1800" kern="1200"/>
            <a:t>Bazı ölçümlerde ise bir sinire, kasa veya beynin belirli bölgelerine batırılan</a:t>
          </a:r>
          <a:r>
            <a:rPr lang="tr-TR" sz="1800" kern="1200"/>
            <a:t> </a:t>
          </a:r>
          <a:r>
            <a:rPr lang="en-US" sz="1800" kern="1200"/>
            <a:t>iğne elektrotlar yardımıyla ölçüm yapılır. </a:t>
          </a:r>
        </a:p>
      </dsp:txBody>
      <dsp:txXfrm>
        <a:off x="1035832" y="1122948"/>
        <a:ext cx="8869155" cy="896824"/>
      </dsp:txXfrm>
    </dsp:sp>
    <dsp:sp modelId="{5C8B2A43-387B-4C82-B1B3-515367F2D6B7}">
      <dsp:nvSpPr>
        <dsp:cNvPr id="0" name=""/>
        <dsp:cNvSpPr/>
      </dsp:nvSpPr>
      <dsp:spPr>
        <a:xfrm>
          <a:off x="0" y="2243978"/>
          <a:ext cx="9906000" cy="896824"/>
        </a:xfrm>
        <a:prstGeom prst="roundRect">
          <a:avLst>
            <a:gd name="adj" fmla="val 10000"/>
          </a:avLst>
        </a:prstGeom>
        <a:solidFill>
          <a:schemeClr val="accent5">
            <a:hueOff val="-3308557"/>
            <a:satOff val="-17770"/>
            <a:lumOff val="6078"/>
            <a:alphaOff val="0"/>
          </a:schemeClr>
        </a:solidFill>
        <a:ln>
          <a:noFill/>
        </a:ln>
        <a:effectLst/>
      </dsp:spPr>
      <dsp:style>
        <a:lnRef idx="0">
          <a:scrgbClr r="0" g="0" b="0"/>
        </a:lnRef>
        <a:fillRef idx="1">
          <a:scrgbClr r="0" g="0" b="0"/>
        </a:fillRef>
        <a:effectRef idx="0">
          <a:scrgbClr r="0" g="0" b="0"/>
        </a:effectRef>
        <a:fontRef idx="minor"/>
      </dsp:style>
    </dsp:sp>
    <dsp:sp modelId="{7537F91D-B74B-4CC2-AD1E-DEE2B6C27132}">
      <dsp:nvSpPr>
        <dsp:cNvPr id="0" name=""/>
        <dsp:cNvSpPr/>
      </dsp:nvSpPr>
      <dsp:spPr>
        <a:xfrm>
          <a:off x="271289" y="2445764"/>
          <a:ext cx="493253" cy="49325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AD456E0-62D0-4302-B059-383CC5447179}">
      <dsp:nvSpPr>
        <dsp:cNvPr id="0" name=""/>
        <dsp:cNvSpPr/>
      </dsp:nvSpPr>
      <dsp:spPr>
        <a:xfrm>
          <a:off x="1035832" y="2243978"/>
          <a:ext cx="4457700" cy="8968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4914" tIns="94914" rIns="94914" bIns="94914" numCol="1" spcCol="1270" anchor="ctr" anchorCtr="0">
          <a:noAutofit/>
        </a:bodyPr>
        <a:lstStyle/>
        <a:p>
          <a:pPr marL="0" lvl="0" indent="0" algn="l" defTabSz="800100">
            <a:lnSpc>
              <a:spcPct val="100000"/>
            </a:lnSpc>
            <a:spcBef>
              <a:spcPct val="0"/>
            </a:spcBef>
            <a:spcAft>
              <a:spcPct val="35000"/>
            </a:spcAft>
            <a:buNone/>
          </a:pPr>
          <a:r>
            <a:rPr lang="en-US" sz="1800" kern="1200"/>
            <a:t>Genel olarak algılama amaçlı kullanılan elektrotları şu şekilde sıralamak mümkündür</a:t>
          </a:r>
        </a:p>
      </dsp:txBody>
      <dsp:txXfrm>
        <a:off x="1035832" y="2243978"/>
        <a:ext cx="4457700" cy="896824"/>
      </dsp:txXfrm>
    </dsp:sp>
    <dsp:sp modelId="{A453C680-CDAD-46B4-9143-97F78990F38C}">
      <dsp:nvSpPr>
        <dsp:cNvPr id="0" name=""/>
        <dsp:cNvSpPr/>
      </dsp:nvSpPr>
      <dsp:spPr>
        <a:xfrm>
          <a:off x="5493532" y="2243978"/>
          <a:ext cx="4411455" cy="8968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4914" tIns="94914" rIns="94914" bIns="94914" numCol="1" spcCol="1270" anchor="ctr" anchorCtr="0">
          <a:noAutofit/>
        </a:bodyPr>
        <a:lstStyle/>
        <a:p>
          <a:pPr marL="0" lvl="0" indent="0" algn="l" defTabSz="488950">
            <a:lnSpc>
              <a:spcPct val="100000"/>
            </a:lnSpc>
            <a:spcBef>
              <a:spcPct val="0"/>
            </a:spcBef>
            <a:spcAft>
              <a:spcPct val="35000"/>
            </a:spcAft>
            <a:buNone/>
          </a:pPr>
          <a:r>
            <a:rPr lang="tr-TR" sz="1100" kern="1200"/>
            <a:t>- </a:t>
          </a:r>
          <a:r>
            <a:rPr lang="en-US" sz="1100" kern="1200"/>
            <a:t>Yüzey elektrotları</a:t>
          </a:r>
        </a:p>
        <a:p>
          <a:pPr marL="0" lvl="0" indent="0" algn="l" defTabSz="488950">
            <a:lnSpc>
              <a:spcPct val="100000"/>
            </a:lnSpc>
            <a:spcBef>
              <a:spcPct val="0"/>
            </a:spcBef>
            <a:spcAft>
              <a:spcPct val="35000"/>
            </a:spcAft>
            <a:buNone/>
          </a:pPr>
          <a:r>
            <a:rPr lang="tr-TR" sz="1100" kern="1200"/>
            <a:t>- </a:t>
          </a:r>
          <a:r>
            <a:rPr lang="en-US" sz="1100" kern="1200"/>
            <a:t>Dahili elektrotlar</a:t>
          </a:r>
        </a:p>
        <a:p>
          <a:pPr marL="0" lvl="0" indent="0" algn="l" defTabSz="488950">
            <a:lnSpc>
              <a:spcPct val="100000"/>
            </a:lnSpc>
            <a:spcBef>
              <a:spcPct val="0"/>
            </a:spcBef>
            <a:spcAft>
              <a:spcPct val="35000"/>
            </a:spcAft>
            <a:buNone/>
          </a:pPr>
          <a:r>
            <a:rPr lang="tr-TR" sz="1100" kern="1200"/>
            <a:t>- </a:t>
          </a:r>
          <a:r>
            <a:rPr lang="en-US" sz="1100" kern="1200"/>
            <a:t>Mikroelektrotlar</a:t>
          </a:r>
        </a:p>
        <a:p>
          <a:pPr marL="0" lvl="0" indent="0" algn="l" defTabSz="488950">
            <a:lnSpc>
              <a:spcPct val="100000"/>
            </a:lnSpc>
            <a:spcBef>
              <a:spcPct val="0"/>
            </a:spcBef>
            <a:spcAft>
              <a:spcPct val="35000"/>
            </a:spcAft>
            <a:buNone/>
          </a:pPr>
          <a:r>
            <a:rPr lang="tr-TR" sz="1100" kern="1200"/>
            <a:t>- </a:t>
          </a:r>
          <a:r>
            <a:rPr lang="en-US" sz="1100" kern="1200"/>
            <a:t>Değişik tipteki elektrotlar</a:t>
          </a:r>
        </a:p>
      </dsp:txBody>
      <dsp:txXfrm>
        <a:off x="5493532" y="2243978"/>
        <a:ext cx="4411455" cy="896824"/>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6.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7.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745BB3-061D-44F3-9037-17C2B7E026DC}" type="datetimeFigureOut">
              <a:rPr lang="tr-TR" smtClean="0"/>
              <a:t>8.03.2026</a:t>
            </a:fld>
            <a:endParaRPr lang="tr-TR"/>
          </a:p>
        </p:txBody>
      </p:sp>
      <p:sp>
        <p:nvSpPr>
          <p:cNvPr id="4" name="Slayt Resmi Yer Tutucus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6" name="Alt Bilgi Yer Tutucusu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3EF6339-66B9-44C8-AF13-E4F886C9BF01}" type="slidenum">
              <a:rPr lang="tr-TR" smtClean="0"/>
              <a:t>‹#›</a:t>
            </a:fld>
            <a:endParaRPr lang="tr-TR"/>
          </a:p>
        </p:txBody>
      </p:sp>
    </p:spTree>
    <p:extLst>
      <p:ext uri="{BB962C8B-B14F-4D97-AF65-F5344CB8AC3E}">
        <p14:creationId xmlns:p14="http://schemas.microsoft.com/office/powerpoint/2010/main" val="21586768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Başlık Slaydı">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tr-TR"/>
            </a:p>
          </p:txBody>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tr-TR"/>
            </a:p>
          </p:txBody>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tr-TR"/>
            </a:p>
          </p:txBody>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tr-TR"/>
            </a:p>
          </p:txBody>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tr-TR"/>
            </a:p>
          </p:txBody>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tr-TR"/>
            </a:p>
          </p:txBody>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tr-TR"/>
            </a:p>
          </p:txBody>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tr-TR"/>
            </a:p>
          </p:txBody>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tr-TR"/>
            </a:p>
          </p:txBody>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tr-TR"/>
            </a:p>
          </p:txBody>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tr-TR"/>
            </a:p>
          </p:txBody>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tr-TR"/>
            </a:p>
          </p:txBody>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tr-TR"/>
            </a:p>
          </p:txBody>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tr-TR"/>
            </a:p>
          </p:txBody>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tr-TR"/>
            </a:p>
          </p:txBody>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tr-TR"/>
            </a:p>
          </p:txBody>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tr-TR"/>
            </a:p>
          </p:txBody>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tr-TR"/>
            </a:p>
          </p:txBody>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tr-TR"/>
            </a:p>
          </p:txBody>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tr-TR"/>
            </a:p>
          </p:txBody>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tr-TR"/>
            </a:p>
          </p:txBody>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tr-TR"/>
            </a:p>
          </p:txBody>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tr-TR"/>
            </a:p>
          </p:txBody>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tr-TR"/>
            </a:p>
          </p:txBody>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tr-TR"/>
            </a:p>
          </p:txBody>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tr-TR"/>
            </a:p>
          </p:txBody>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tr-TR"/>
            </a:p>
          </p:txBody>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tr-TR"/>
            </a:p>
          </p:txBody>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tr-TR"/>
            </a:p>
          </p:txBody>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tr-TR"/>
            </a:p>
          </p:txBody>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tr-TR"/>
            </a:p>
          </p:txBody>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tr-TR"/>
            </a:p>
          </p:txBody>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tr-TR"/>
            </a:p>
          </p:txBody>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tr-TR"/>
            </a:p>
          </p:txBody>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tr-TR"/>
            </a:p>
          </p:txBody>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tr-TR"/>
            </a:p>
          </p:txBody>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tr-TR"/>
            </a:p>
          </p:txBody>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tr-TR"/>
            </a:p>
          </p:txBody>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tr-TR"/>
            </a:p>
          </p:txBody>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tr-TR"/>
            </a:p>
          </p:txBody>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tr-TR"/>
            </a:p>
          </p:txBody>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tr-TR"/>
            </a:p>
          </p:txBody>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tr-TR"/>
            </a:p>
          </p:txBody>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tr-TR"/>
            </a:p>
          </p:txBody>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tr-TR"/>
            </a:p>
          </p:txBody>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tr-TR"/>
            </a:p>
          </p:txBody>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tr-TR"/>
            </a:p>
          </p:txBody>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tr-TR"/>
            </a:p>
          </p:txBody>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tr-TR"/>
            </a:p>
          </p:txBody>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tr-TR"/>
            </a:p>
          </p:txBody>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tr-TR"/>
            </a:p>
          </p:txBody>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tr-TR"/>
            </a:p>
          </p:txBody>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tr-TR"/>
            </a:p>
          </p:txBody>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tr-TR"/>
            </a:p>
          </p:txBody>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tr-TR"/>
              <a:t>Asıl başlık stilini düzenlemek için tıklayın</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r-TR"/>
              <a:t>Asıl alt başlık stilini düzenlemek için tıklayın</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79FEE7EB-8EC5-4AEA-AC57-136CBD526C0D}" type="datetime1">
              <a:rPr lang="en-US" smtClean="0"/>
              <a:t>3/8/2026</a:t>
            </a:fld>
            <a:endParaRPr lang="en-US"/>
          </a:p>
        </p:txBody>
      </p:sp>
      <p:sp>
        <p:nvSpPr>
          <p:cNvPr id="5" name="Footer Placeholder 4"/>
          <p:cNvSpPr>
            <a:spLocks noGrp="1"/>
          </p:cNvSpPr>
          <p:nvPr>
            <p:ph type="ftr" sz="quarter" idx="11"/>
          </p:nvPr>
        </p:nvSpPr>
        <p:spPr>
          <a:xfrm>
            <a:off x="1876424" y="5410201"/>
            <a:ext cx="5124886" cy="365125"/>
          </a:xfrm>
        </p:spPr>
        <p:txBody>
          <a:bodyPr/>
          <a:lstStyle/>
          <a:p>
            <a:r>
              <a:rPr lang="en-US"/>
              <a:t>MEHMET FATİH KARAKAŞ</a:t>
            </a:r>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148CC95F-0247-41B6-91CF-DC97C76A7088}" type="slidenum">
              <a:rPr lang="en-US" smtClean="0"/>
              <a:pPr/>
              <a:t>‹#›</a:t>
            </a:fld>
            <a:endParaRPr lang="en-US"/>
          </a:p>
        </p:txBody>
      </p:sp>
    </p:spTree>
    <p:extLst>
      <p:ext uri="{BB962C8B-B14F-4D97-AF65-F5344CB8AC3E}">
        <p14:creationId xmlns:p14="http://schemas.microsoft.com/office/powerpoint/2010/main" val="8991963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Content Placeholder 2"/>
          <p:cNvSpPr>
            <a:spLocks noGrp="1"/>
          </p:cNvSpPr>
          <p:nvPr>
            <p:ph idx="1"/>
          </p:nvPr>
        </p:nvSpPr>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EDF2548C-32B5-40F3-8BD0-90FCC0835A82}" type="datetime1">
              <a:rPr lang="en-US" smtClean="0"/>
              <a:t>3/8/2026</a:t>
            </a:fld>
            <a:endParaRPr lang="en-US"/>
          </a:p>
        </p:txBody>
      </p:sp>
      <p:sp>
        <p:nvSpPr>
          <p:cNvPr id="5" name="Footer Placeholder 4"/>
          <p:cNvSpPr>
            <a:spLocks noGrp="1"/>
          </p:cNvSpPr>
          <p:nvPr>
            <p:ph type="ftr" sz="quarter" idx="11"/>
          </p:nvPr>
        </p:nvSpPr>
        <p:spPr/>
        <p:txBody>
          <a:bodyPr/>
          <a:lstStyle/>
          <a:p>
            <a:r>
              <a:rPr lang="en-US"/>
              <a:t>MEHMET FATİH KARAKAŞ</a:t>
            </a:r>
            <a:endParaRPr lang="en-US" dirty="0"/>
          </a:p>
        </p:txBody>
      </p:sp>
      <p:sp>
        <p:nvSpPr>
          <p:cNvPr id="6" name="Slide Number Placeholder 5"/>
          <p:cNvSpPr>
            <a:spLocks noGrp="1"/>
          </p:cNvSpPr>
          <p:nvPr>
            <p:ph type="sldNum" sz="quarter" idx="12"/>
          </p:nvPr>
        </p:nvSpPr>
        <p:spPr/>
        <p:txBody>
          <a:bodyPr/>
          <a:lstStyle/>
          <a:p>
            <a:fld id="{148CC95F-0247-41B6-91CF-DC97C76A7088}" type="slidenum">
              <a:rPr lang="en-US" smtClean="0"/>
              <a:pPr/>
              <a:t>‹#›</a:t>
            </a:fld>
            <a:endParaRPr lang="en-US"/>
          </a:p>
        </p:txBody>
      </p:sp>
    </p:spTree>
    <p:extLst>
      <p:ext uri="{BB962C8B-B14F-4D97-AF65-F5344CB8AC3E}">
        <p14:creationId xmlns:p14="http://schemas.microsoft.com/office/powerpoint/2010/main" val="32912959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 Bilgisi">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tr-TR"/>
              <a:t>Asıl başlık stilini düzenlemek için tıklayın</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6C9B95E0-E43A-491B-BDC7-B2CF83543384}" type="datetime1">
              <a:rPr lang="en-US" smtClean="0"/>
              <a:t>3/8/2026</a:t>
            </a:fld>
            <a:endParaRPr lang="en-US"/>
          </a:p>
        </p:txBody>
      </p:sp>
      <p:sp>
        <p:nvSpPr>
          <p:cNvPr id="5" name="Footer Placeholder 4"/>
          <p:cNvSpPr>
            <a:spLocks noGrp="1"/>
          </p:cNvSpPr>
          <p:nvPr>
            <p:ph type="ftr" sz="quarter" idx="11"/>
          </p:nvPr>
        </p:nvSpPr>
        <p:spPr/>
        <p:txBody>
          <a:bodyPr/>
          <a:lstStyle/>
          <a:p>
            <a:r>
              <a:rPr lang="en-US"/>
              <a:t>MEHMET FATİH KARAKAŞ</a:t>
            </a:r>
            <a:endParaRPr lang="en-US" dirty="0"/>
          </a:p>
        </p:txBody>
      </p:sp>
      <p:sp>
        <p:nvSpPr>
          <p:cNvPr id="6" name="Slide Number Placeholder 5"/>
          <p:cNvSpPr>
            <a:spLocks noGrp="1"/>
          </p:cNvSpPr>
          <p:nvPr>
            <p:ph type="sldNum" sz="quarter" idx="12"/>
          </p:nvPr>
        </p:nvSpPr>
        <p:spPr/>
        <p:txBody>
          <a:bodyPr/>
          <a:lstStyle/>
          <a:p>
            <a:fld id="{148CC95F-0247-41B6-91CF-DC97C76A7088}" type="slidenum">
              <a:rPr lang="en-US" smtClean="0"/>
              <a:pPr/>
              <a:t>‹#›</a:t>
            </a:fld>
            <a:endParaRPr lang="en-US"/>
          </a:p>
        </p:txBody>
      </p:sp>
    </p:spTree>
    <p:extLst>
      <p:ext uri="{BB962C8B-B14F-4D97-AF65-F5344CB8AC3E}">
        <p14:creationId xmlns:p14="http://schemas.microsoft.com/office/powerpoint/2010/main" val="5579282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Date Placeholder 4"/>
          <p:cNvSpPr>
            <a:spLocks noGrp="1"/>
          </p:cNvSpPr>
          <p:nvPr>
            <p:ph type="dt" sz="half" idx="10"/>
          </p:nvPr>
        </p:nvSpPr>
        <p:spPr/>
        <p:txBody>
          <a:bodyPr/>
          <a:lstStyle/>
          <a:p>
            <a:fld id="{C5E9808D-10E5-46F7-8704-BD118E076433}" type="datetime1">
              <a:rPr lang="en-US" smtClean="0"/>
              <a:t>3/8/2026</a:t>
            </a:fld>
            <a:endParaRPr lang="en-US"/>
          </a:p>
        </p:txBody>
      </p:sp>
      <p:sp>
        <p:nvSpPr>
          <p:cNvPr id="6" name="Footer Placeholder 5"/>
          <p:cNvSpPr>
            <a:spLocks noGrp="1"/>
          </p:cNvSpPr>
          <p:nvPr>
            <p:ph type="ftr" sz="quarter" idx="11"/>
          </p:nvPr>
        </p:nvSpPr>
        <p:spPr/>
        <p:txBody>
          <a:bodyPr/>
          <a:lstStyle/>
          <a:p>
            <a:r>
              <a:rPr lang="en-US"/>
              <a:t>MEHMET FATİH KARAKAŞ</a:t>
            </a:r>
            <a:endParaRPr lang="en-US" dirty="0"/>
          </a:p>
        </p:txBody>
      </p:sp>
      <p:sp>
        <p:nvSpPr>
          <p:cNvPr id="7" name="Slide Number Placeholder 6"/>
          <p:cNvSpPr>
            <a:spLocks noGrp="1"/>
          </p:cNvSpPr>
          <p:nvPr>
            <p:ph type="sldNum" sz="quarter" idx="12"/>
          </p:nvPr>
        </p:nvSpPr>
        <p:spPr/>
        <p:txBody>
          <a:bodyPr/>
          <a:lstStyle/>
          <a:p>
            <a:fld id="{148CC95F-0247-41B6-91CF-DC97C76A7088}" type="slidenum">
              <a:rPr lang="en-US" smtClean="0"/>
              <a:pPr/>
              <a:t>‹#›</a:t>
            </a:fld>
            <a:endParaRPr lang="en-US"/>
          </a:p>
        </p:txBody>
      </p:sp>
    </p:spTree>
    <p:extLst>
      <p:ext uri="{BB962C8B-B14F-4D97-AF65-F5344CB8AC3E}">
        <p14:creationId xmlns:p14="http://schemas.microsoft.com/office/powerpoint/2010/main" val="21019415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tr-TR"/>
              <a:t>Asıl başlık stilini düzenlemek için tıklayın</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 name="Content Placeholder 3"/>
          <p:cNvSpPr>
            <a:spLocks noGrp="1"/>
          </p:cNvSpPr>
          <p:nvPr>
            <p:ph sz="half" idx="2"/>
          </p:nvPr>
        </p:nvSpPr>
        <p:spPr>
          <a:xfrm>
            <a:off x="1141410" y="3073397"/>
            <a:ext cx="4878391" cy="2717801"/>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6" name="Content Placeholder 5"/>
          <p:cNvSpPr>
            <a:spLocks noGrp="1"/>
          </p:cNvSpPr>
          <p:nvPr>
            <p:ph sz="quarter" idx="4"/>
          </p:nvPr>
        </p:nvSpPr>
        <p:spPr>
          <a:xfrm>
            <a:off x="6172200" y="3073397"/>
            <a:ext cx="4875210" cy="2717801"/>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7" name="Date Placeholder 6"/>
          <p:cNvSpPr>
            <a:spLocks noGrp="1"/>
          </p:cNvSpPr>
          <p:nvPr>
            <p:ph type="dt" sz="half" idx="10"/>
          </p:nvPr>
        </p:nvSpPr>
        <p:spPr/>
        <p:txBody>
          <a:bodyPr/>
          <a:lstStyle/>
          <a:p>
            <a:fld id="{EF6F6D8C-99FE-4074-8086-FE9355272E5B}" type="datetime1">
              <a:rPr lang="en-US" smtClean="0"/>
              <a:t>3/8/2026</a:t>
            </a:fld>
            <a:endParaRPr lang="en-US"/>
          </a:p>
        </p:txBody>
      </p:sp>
      <p:sp>
        <p:nvSpPr>
          <p:cNvPr id="8" name="Footer Placeholder 7"/>
          <p:cNvSpPr>
            <a:spLocks noGrp="1"/>
          </p:cNvSpPr>
          <p:nvPr>
            <p:ph type="ftr" sz="quarter" idx="11"/>
          </p:nvPr>
        </p:nvSpPr>
        <p:spPr/>
        <p:txBody>
          <a:bodyPr/>
          <a:lstStyle/>
          <a:p>
            <a:r>
              <a:rPr lang="en-US"/>
              <a:t>MEHMET FATİH KARAKAŞ</a:t>
            </a:r>
            <a:endParaRPr lang="en-US" dirty="0"/>
          </a:p>
        </p:txBody>
      </p:sp>
      <p:sp>
        <p:nvSpPr>
          <p:cNvPr id="9" name="Slide Number Placeholder 8"/>
          <p:cNvSpPr>
            <a:spLocks noGrp="1"/>
          </p:cNvSpPr>
          <p:nvPr>
            <p:ph type="sldNum" sz="quarter" idx="12"/>
          </p:nvPr>
        </p:nvSpPr>
        <p:spPr/>
        <p:txBody>
          <a:bodyPr/>
          <a:lstStyle/>
          <a:p>
            <a:fld id="{148CC95F-0247-41B6-91CF-DC97C76A7088}" type="slidenum">
              <a:rPr lang="en-US" smtClean="0"/>
              <a:pPr/>
              <a:t>‹#›</a:t>
            </a:fld>
            <a:endParaRPr lang="en-US"/>
          </a:p>
        </p:txBody>
      </p:sp>
    </p:spTree>
    <p:extLst>
      <p:ext uri="{BB962C8B-B14F-4D97-AF65-F5344CB8AC3E}">
        <p14:creationId xmlns:p14="http://schemas.microsoft.com/office/powerpoint/2010/main" val="38956260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Date Placeholder 2"/>
          <p:cNvSpPr>
            <a:spLocks noGrp="1"/>
          </p:cNvSpPr>
          <p:nvPr>
            <p:ph type="dt" sz="half" idx="10"/>
          </p:nvPr>
        </p:nvSpPr>
        <p:spPr/>
        <p:txBody>
          <a:bodyPr/>
          <a:lstStyle/>
          <a:p>
            <a:fld id="{A8E70210-F49C-4E3A-81CF-132D4648693A}" type="datetime1">
              <a:rPr lang="en-US" smtClean="0"/>
              <a:t>3/8/2026</a:t>
            </a:fld>
            <a:endParaRPr lang="en-US"/>
          </a:p>
        </p:txBody>
      </p:sp>
      <p:sp>
        <p:nvSpPr>
          <p:cNvPr id="4" name="Footer Placeholder 3"/>
          <p:cNvSpPr>
            <a:spLocks noGrp="1"/>
          </p:cNvSpPr>
          <p:nvPr>
            <p:ph type="ftr" sz="quarter" idx="11"/>
          </p:nvPr>
        </p:nvSpPr>
        <p:spPr/>
        <p:txBody>
          <a:bodyPr/>
          <a:lstStyle/>
          <a:p>
            <a:r>
              <a:rPr lang="en-US"/>
              <a:t>MEHMET FATİH KARAKAŞ</a:t>
            </a:r>
            <a:endParaRPr lang="en-US" dirty="0"/>
          </a:p>
        </p:txBody>
      </p:sp>
      <p:sp>
        <p:nvSpPr>
          <p:cNvPr id="5" name="Slide Number Placeholder 4"/>
          <p:cNvSpPr>
            <a:spLocks noGrp="1"/>
          </p:cNvSpPr>
          <p:nvPr>
            <p:ph type="sldNum" sz="quarter" idx="12"/>
          </p:nvPr>
        </p:nvSpPr>
        <p:spPr/>
        <p:txBody>
          <a:bodyPr/>
          <a:lstStyle/>
          <a:p>
            <a:fld id="{148CC95F-0247-41B6-91CF-DC97C76A7088}" type="slidenum">
              <a:rPr lang="en-US" smtClean="0"/>
              <a:pPr/>
              <a:t>‹#›</a:t>
            </a:fld>
            <a:endParaRPr lang="en-US"/>
          </a:p>
        </p:txBody>
      </p:sp>
    </p:spTree>
    <p:extLst>
      <p:ext uri="{BB962C8B-B14F-4D97-AF65-F5344CB8AC3E}">
        <p14:creationId xmlns:p14="http://schemas.microsoft.com/office/powerpoint/2010/main" val="33967915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E75929F-ABDC-441A-9A24-7A3E75EFE82D}" type="datetime1">
              <a:rPr lang="en-US" smtClean="0"/>
              <a:t>3/8/2026</a:t>
            </a:fld>
            <a:endParaRPr lang="en-US"/>
          </a:p>
        </p:txBody>
      </p:sp>
      <p:sp>
        <p:nvSpPr>
          <p:cNvPr id="3" name="Footer Placeholder 2"/>
          <p:cNvSpPr>
            <a:spLocks noGrp="1"/>
          </p:cNvSpPr>
          <p:nvPr>
            <p:ph type="ftr" sz="quarter" idx="11"/>
          </p:nvPr>
        </p:nvSpPr>
        <p:spPr/>
        <p:txBody>
          <a:bodyPr/>
          <a:lstStyle/>
          <a:p>
            <a:r>
              <a:rPr lang="en-US"/>
              <a:t>MEHMET FATİH KARAKAŞ</a:t>
            </a:r>
            <a:endParaRPr lang="en-US" dirty="0"/>
          </a:p>
        </p:txBody>
      </p:sp>
      <p:sp>
        <p:nvSpPr>
          <p:cNvPr id="4" name="Slide Number Placeholder 3"/>
          <p:cNvSpPr>
            <a:spLocks noGrp="1"/>
          </p:cNvSpPr>
          <p:nvPr>
            <p:ph type="sldNum" sz="quarter" idx="12"/>
          </p:nvPr>
        </p:nvSpPr>
        <p:spPr/>
        <p:txBody>
          <a:bodyPr/>
          <a:lstStyle/>
          <a:p>
            <a:fld id="{148CC95F-0247-41B6-91CF-DC97C76A7088}" type="slidenum">
              <a:rPr lang="en-US" smtClean="0"/>
              <a:pPr/>
              <a:t>‹#›</a:t>
            </a:fld>
            <a:endParaRPr lang="en-US"/>
          </a:p>
        </p:txBody>
      </p:sp>
    </p:spTree>
    <p:extLst>
      <p:ext uri="{BB962C8B-B14F-4D97-AF65-F5344CB8AC3E}">
        <p14:creationId xmlns:p14="http://schemas.microsoft.com/office/powerpoint/2010/main" val="27839103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tr-TR"/>
              <a:t>Asıl başlık stilini düzenlemek için tıklayın</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A6C5AD6D-A8BE-414A-8D84-B6908D921272}" type="datetime1">
              <a:rPr lang="en-US" smtClean="0"/>
              <a:t>3/8/2026</a:t>
            </a:fld>
            <a:endParaRPr lang="en-US"/>
          </a:p>
        </p:txBody>
      </p:sp>
      <p:sp>
        <p:nvSpPr>
          <p:cNvPr id="6" name="Footer Placeholder 5"/>
          <p:cNvSpPr>
            <a:spLocks noGrp="1"/>
          </p:cNvSpPr>
          <p:nvPr>
            <p:ph type="ftr" sz="quarter" idx="11"/>
          </p:nvPr>
        </p:nvSpPr>
        <p:spPr/>
        <p:txBody>
          <a:bodyPr/>
          <a:lstStyle/>
          <a:p>
            <a:r>
              <a:rPr lang="en-US"/>
              <a:t>MEHMET FATİH KARAKAŞ</a:t>
            </a:r>
            <a:endParaRPr lang="en-US" dirty="0"/>
          </a:p>
        </p:txBody>
      </p:sp>
      <p:sp>
        <p:nvSpPr>
          <p:cNvPr id="7" name="Slide Number Placeholder 6"/>
          <p:cNvSpPr>
            <a:spLocks noGrp="1"/>
          </p:cNvSpPr>
          <p:nvPr>
            <p:ph type="sldNum" sz="quarter" idx="12"/>
          </p:nvPr>
        </p:nvSpPr>
        <p:spPr/>
        <p:txBody>
          <a:bodyPr/>
          <a:lstStyle/>
          <a:p>
            <a:fld id="{148CC95F-0247-41B6-91CF-DC97C76A7088}" type="slidenum">
              <a:rPr lang="en-US" smtClean="0"/>
              <a:pPr/>
              <a:t>‹#›</a:t>
            </a:fld>
            <a:endParaRPr lang="en-US"/>
          </a:p>
        </p:txBody>
      </p:sp>
    </p:spTree>
    <p:extLst>
      <p:ext uri="{BB962C8B-B14F-4D97-AF65-F5344CB8AC3E}">
        <p14:creationId xmlns:p14="http://schemas.microsoft.com/office/powerpoint/2010/main" val="9615146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tr-TR"/>
              <a:t>Asıl başlık stilini düzenlemek için tıklayın</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tr-TR"/>
              <a:t>Resim eklemek için simgeye tıklayın</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9DA78892-E146-4461-A3E3-D06110423B44}" type="datetime1">
              <a:rPr lang="en-US" smtClean="0"/>
              <a:t>3/8/2026</a:t>
            </a:fld>
            <a:endParaRPr lang="en-US"/>
          </a:p>
        </p:txBody>
      </p:sp>
      <p:sp>
        <p:nvSpPr>
          <p:cNvPr id="6" name="Footer Placeholder 5"/>
          <p:cNvSpPr>
            <a:spLocks noGrp="1"/>
          </p:cNvSpPr>
          <p:nvPr>
            <p:ph type="ftr" sz="quarter" idx="11"/>
          </p:nvPr>
        </p:nvSpPr>
        <p:spPr/>
        <p:txBody>
          <a:bodyPr/>
          <a:lstStyle/>
          <a:p>
            <a:r>
              <a:rPr lang="en-US"/>
              <a:t>MEHMET FATİH KARAKAŞ</a:t>
            </a:r>
            <a:endParaRPr lang="en-US" dirty="0"/>
          </a:p>
        </p:txBody>
      </p:sp>
      <p:sp>
        <p:nvSpPr>
          <p:cNvPr id="7" name="Slide Number Placeholder 6"/>
          <p:cNvSpPr>
            <a:spLocks noGrp="1"/>
          </p:cNvSpPr>
          <p:nvPr>
            <p:ph type="sldNum" sz="quarter" idx="12"/>
          </p:nvPr>
        </p:nvSpPr>
        <p:spPr/>
        <p:txBody>
          <a:bodyPr/>
          <a:lstStyle/>
          <a:p>
            <a:fld id="{148CC95F-0247-41B6-91CF-DC97C76A7088}" type="slidenum">
              <a:rPr lang="en-US" smtClean="0"/>
              <a:pPr/>
              <a:t>‹#›</a:t>
            </a:fld>
            <a:endParaRPr lang="en-US"/>
          </a:p>
        </p:txBody>
      </p:sp>
    </p:spTree>
    <p:extLst>
      <p:ext uri="{BB962C8B-B14F-4D97-AF65-F5344CB8AC3E}">
        <p14:creationId xmlns:p14="http://schemas.microsoft.com/office/powerpoint/2010/main" val="17001478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Yazılı Panoramik Resim">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tr-TR"/>
              <a:t>Asıl başlık stilini düzenlemek için tıklayın</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tr-TR"/>
              <a:t>Resim eklemek için simgeye tıklayın</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DBA3DE32-9AF4-4CFE-9749-0F3833ABD990}" type="datetime1">
              <a:rPr lang="en-US" smtClean="0"/>
              <a:t>3/8/2026</a:t>
            </a:fld>
            <a:endParaRPr lang="en-US"/>
          </a:p>
        </p:txBody>
      </p:sp>
      <p:sp>
        <p:nvSpPr>
          <p:cNvPr id="6" name="Footer Placeholder 5"/>
          <p:cNvSpPr>
            <a:spLocks noGrp="1"/>
          </p:cNvSpPr>
          <p:nvPr>
            <p:ph type="ftr" sz="quarter" idx="11"/>
          </p:nvPr>
        </p:nvSpPr>
        <p:spPr/>
        <p:txBody>
          <a:bodyPr/>
          <a:lstStyle/>
          <a:p>
            <a:r>
              <a:rPr lang="en-US"/>
              <a:t>MEHMET FATİH KARAKAŞ</a:t>
            </a:r>
            <a:endParaRPr lang="en-US" dirty="0"/>
          </a:p>
        </p:txBody>
      </p:sp>
      <p:sp>
        <p:nvSpPr>
          <p:cNvPr id="7" name="Slide Number Placeholder 6"/>
          <p:cNvSpPr>
            <a:spLocks noGrp="1"/>
          </p:cNvSpPr>
          <p:nvPr>
            <p:ph type="sldNum" sz="quarter" idx="12"/>
          </p:nvPr>
        </p:nvSpPr>
        <p:spPr/>
        <p:txBody>
          <a:bodyPr/>
          <a:lstStyle/>
          <a:p>
            <a:fld id="{148CC95F-0247-41B6-91CF-DC97C76A7088}" type="slidenum">
              <a:rPr lang="en-US" smtClean="0"/>
              <a:pPr/>
              <a:t>‹#›</a:t>
            </a:fld>
            <a:endParaRPr lang="en-US"/>
          </a:p>
        </p:txBody>
      </p:sp>
    </p:spTree>
    <p:extLst>
      <p:ext uri="{BB962C8B-B14F-4D97-AF65-F5344CB8AC3E}">
        <p14:creationId xmlns:p14="http://schemas.microsoft.com/office/powerpoint/2010/main" val="4128199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Başlık ve Resim Yazısı">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tr-TR"/>
              <a:t>Asıl başlık stilini düzenlemek için tıklayın</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0D777AA0-3CA5-40AA-A9A3-422113197159}" type="datetime1">
              <a:rPr lang="en-US" smtClean="0"/>
              <a:t>3/8/2026</a:t>
            </a:fld>
            <a:endParaRPr lang="en-US"/>
          </a:p>
        </p:txBody>
      </p:sp>
      <p:sp>
        <p:nvSpPr>
          <p:cNvPr id="6" name="Footer Placeholder 5"/>
          <p:cNvSpPr>
            <a:spLocks noGrp="1"/>
          </p:cNvSpPr>
          <p:nvPr>
            <p:ph type="ftr" sz="quarter" idx="11"/>
          </p:nvPr>
        </p:nvSpPr>
        <p:spPr/>
        <p:txBody>
          <a:bodyPr/>
          <a:lstStyle/>
          <a:p>
            <a:r>
              <a:rPr lang="en-US"/>
              <a:t>MEHMET FATİH KARAKAŞ</a:t>
            </a:r>
            <a:endParaRPr lang="en-US" dirty="0"/>
          </a:p>
        </p:txBody>
      </p:sp>
      <p:sp>
        <p:nvSpPr>
          <p:cNvPr id="7" name="Slide Number Placeholder 6"/>
          <p:cNvSpPr>
            <a:spLocks noGrp="1"/>
          </p:cNvSpPr>
          <p:nvPr>
            <p:ph type="sldNum" sz="quarter" idx="12"/>
          </p:nvPr>
        </p:nvSpPr>
        <p:spPr/>
        <p:txBody>
          <a:bodyPr/>
          <a:lstStyle/>
          <a:p>
            <a:fld id="{148CC95F-0247-41B6-91CF-DC97C76A7088}" type="slidenum">
              <a:rPr lang="en-US" smtClean="0"/>
              <a:pPr/>
              <a:t>‹#›</a:t>
            </a:fld>
            <a:endParaRPr lang="en-US"/>
          </a:p>
        </p:txBody>
      </p:sp>
    </p:spTree>
    <p:extLst>
      <p:ext uri="{BB962C8B-B14F-4D97-AF65-F5344CB8AC3E}">
        <p14:creationId xmlns:p14="http://schemas.microsoft.com/office/powerpoint/2010/main" val="28048375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Resim Yazılı Alıntı">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tr-TR"/>
              <a:t>Asıl başlık stilini düzenlemek için tıklayın</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BB42A9FC-55CF-4822-BFCA-C56DD509A3DB}" type="datetime1">
              <a:rPr lang="en-US" smtClean="0"/>
              <a:t>3/8/2026</a:t>
            </a:fld>
            <a:endParaRPr lang="en-US"/>
          </a:p>
        </p:txBody>
      </p:sp>
      <p:sp>
        <p:nvSpPr>
          <p:cNvPr id="6" name="Footer Placeholder 5"/>
          <p:cNvSpPr>
            <a:spLocks noGrp="1"/>
          </p:cNvSpPr>
          <p:nvPr>
            <p:ph type="ftr" sz="quarter" idx="11"/>
          </p:nvPr>
        </p:nvSpPr>
        <p:spPr/>
        <p:txBody>
          <a:bodyPr/>
          <a:lstStyle/>
          <a:p>
            <a:r>
              <a:rPr lang="en-US"/>
              <a:t>MEHMET FATİH KARAKAŞ</a:t>
            </a:r>
            <a:endParaRPr lang="en-US" dirty="0"/>
          </a:p>
        </p:txBody>
      </p:sp>
      <p:sp>
        <p:nvSpPr>
          <p:cNvPr id="7" name="Slide Number Placeholder 6"/>
          <p:cNvSpPr>
            <a:spLocks noGrp="1"/>
          </p:cNvSpPr>
          <p:nvPr>
            <p:ph type="sldNum" sz="quarter" idx="12"/>
          </p:nvPr>
        </p:nvSpPr>
        <p:spPr/>
        <p:txBody>
          <a:bodyPr/>
          <a:lstStyle/>
          <a:p>
            <a:fld id="{148CC95F-0247-41B6-91CF-DC97C76A7088}" type="slidenum">
              <a:rPr lang="en-US" smtClean="0"/>
              <a:pPr/>
              <a:t>‹#›</a:t>
            </a:fld>
            <a:endParaRPr lang="en-US"/>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410747762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İsim Kartı">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tr-TR"/>
              <a:t>Asıl başlık stilini düzenlemek için tıklayın</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0297159F-7FEF-4A51-B6D9-4D4A70826FBC}" type="datetime1">
              <a:rPr lang="en-US" smtClean="0"/>
              <a:t>3/8/2026</a:t>
            </a:fld>
            <a:endParaRPr lang="en-US"/>
          </a:p>
        </p:txBody>
      </p:sp>
      <p:sp>
        <p:nvSpPr>
          <p:cNvPr id="6" name="Footer Placeholder 5"/>
          <p:cNvSpPr>
            <a:spLocks noGrp="1"/>
          </p:cNvSpPr>
          <p:nvPr>
            <p:ph type="ftr" sz="quarter" idx="11"/>
          </p:nvPr>
        </p:nvSpPr>
        <p:spPr/>
        <p:txBody>
          <a:bodyPr/>
          <a:lstStyle/>
          <a:p>
            <a:r>
              <a:rPr lang="en-US"/>
              <a:t>MEHMET FATİH KARAKAŞ</a:t>
            </a:r>
            <a:endParaRPr lang="en-US" dirty="0"/>
          </a:p>
        </p:txBody>
      </p:sp>
      <p:sp>
        <p:nvSpPr>
          <p:cNvPr id="7" name="Slide Number Placeholder 6"/>
          <p:cNvSpPr>
            <a:spLocks noGrp="1"/>
          </p:cNvSpPr>
          <p:nvPr>
            <p:ph type="sldNum" sz="quarter" idx="12"/>
          </p:nvPr>
        </p:nvSpPr>
        <p:spPr/>
        <p:txBody>
          <a:bodyPr/>
          <a:lstStyle/>
          <a:p>
            <a:fld id="{148CC95F-0247-41B6-91CF-DC97C76A7088}" type="slidenum">
              <a:rPr lang="en-US" smtClean="0"/>
              <a:pPr/>
              <a:t>‹#›</a:t>
            </a:fld>
            <a:endParaRPr lang="en-US"/>
          </a:p>
        </p:txBody>
      </p:sp>
    </p:spTree>
    <p:extLst>
      <p:ext uri="{BB962C8B-B14F-4D97-AF65-F5344CB8AC3E}">
        <p14:creationId xmlns:p14="http://schemas.microsoft.com/office/powerpoint/2010/main" val="22504818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Sütu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tr-TR"/>
              <a:t>Asıl başlık stilini düzenlemek için tıklayın</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3" name="Date Placeholder 2"/>
          <p:cNvSpPr>
            <a:spLocks noGrp="1"/>
          </p:cNvSpPr>
          <p:nvPr>
            <p:ph type="dt" sz="half" idx="10"/>
          </p:nvPr>
        </p:nvSpPr>
        <p:spPr/>
        <p:txBody>
          <a:bodyPr/>
          <a:lstStyle/>
          <a:p>
            <a:fld id="{ECC23BFC-641A-4C9F-80AD-E06B1DF0591E}" type="datetime1">
              <a:rPr lang="en-US" smtClean="0"/>
              <a:t>3/8/2026</a:t>
            </a:fld>
            <a:endParaRPr lang="en-US"/>
          </a:p>
        </p:txBody>
      </p:sp>
      <p:sp>
        <p:nvSpPr>
          <p:cNvPr id="4" name="Footer Placeholder 3"/>
          <p:cNvSpPr>
            <a:spLocks noGrp="1"/>
          </p:cNvSpPr>
          <p:nvPr>
            <p:ph type="ftr" sz="quarter" idx="11"/>
          </p:nvPr>
        </p:nvSpPr>
        <p:spPr/>
        <p:txBody>
          <a:bodyPr/>
          <a:lstStyle/>
          <a:p>
            <a:r>
              <a:rPr lang="en-US"/>
              <a:t>MEHMET FATİH KARAKAŞ</a:t>
            </a:r>
            <a:endParaRPr lang="en-US" dirty="0"/>
          </a:p>
        </p:txBody>
      </p:sp>
      <p:sp>
        <p:nvSpPr>
          <p:cNvPr id="5" name="Slide Number Placeholder 4"/>
          <p:cNvSpPr>
            <a:spLocks noGrp="1"/>
          </p:cNvSpPr>
          <p:nvPr>
            <p:ph type="sldNum" sz="quarter" idx="12"/>
          </p:nvPr>
        </p:nvSpPr>
        <p:spPr/>
        <p:txBody>
          <a:bodyPr/>
          <a:lstStyle/>
          <a:p>
            <a:fld id="{148CC95F-0247-41B6-91CF-DC97C76A7088}" type="slidenum">
              <a:rPr lang="en-US" smtClean="0"/>
              <a:pPr/>
              <a:t>‹#›</a:t>
            </a:fld>
            <a:endParaRPr lang="en-US"/>
          </a:p>
        </p:txBody>
      </p:sp>
    </p:spTree>
    <p:extLst>
      <p:ext uri="{BB962C8B-B14F-4D97-AF65-F5344CB8AC3E}">
        <p14:creationId xmlns:p14="http://schemas.microsoft.com/office/powerpoint/2010/main" val="33678217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Resim Sütunu">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tr-TR"/>
              <a:t>Asıl başlık stilini düzenlemek için tıklayın</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tr-TR"/>
              <a:t>Resim eklemek için simgeye tıklayın</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tr-TR"/>
              <a:t>Resim eklemek için simgeye tıklayın</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tr-TR"/>
              <a:t>Resim eklemek için simgeye tıklayın</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3" name="Date Placeholder 2"/>
          <p:cNvSpPr>
            <a:spLocks noGrp="1"/>
          </p:cNvSpPr>
          <p:nvPr>
            <p:ph type="dt" sz="half" idx="10"/>
          </p:nvPr>
        </p:nvSpPr>
        <p:spPr/>
        <p:txBody>
          <a:bodyPr/>
          <a:lstStyle/>
          <a:p>
            <a:fld id="{6AA436C6-6413-456C-8FB0-21349013FE05}" type="datetime1">
              <a:rPr lang="en-US" smtClean="0"/>
              <a:t>3/8/2026</a:t>
            </a:fld>
            <a:endParaRPr lang="en-US"/>
          </a:p>
        </p:txBody>
      </p:sp>
      <p:sp>
        <p:nvSpPr>
          <p:cNvPr id="4" name="Footer Placeholder 3"/>
          <p:cNvSpPr>
            <a:spLocks noGrp="1"/>
          </p:cNvSpPr>
          <p:nvPr>
            <p:ph type="ftr" sz="quarter" idx="11"/>
          </p:nvPr>
        </p:nvSpPr>
        <p:spPr/>
        <p:txBody>
          <a:bodyPr/>
          <a:lstStyle/>
          <a:p>
            <a:r>
              <a:rPr lang="en-US"/>
              <a:t>MEHMET FATİH KARAKAŞ</a:t>
            </a:r>
            <a:endParaRPr lang="en-US" dirty="0"/>
          </a:p>
        </p:txBody>
      </p:sp>
      <p:sp>
        <p:nvSpPr>
          <p:cNvPr id="5" name="Slide Number Placeholder 4"/>
          <p:cNvSpPr>
            <a:spLocks noGrp="1"/>
          </p:cNvSpPr>
          <p:nvPr>
            <p:ph type="sldNum" sz="quarter" idx="12"/>
          </p:nvPr>
        </p:nvSpPr>
        <p:spPr/>
        <p:txBody>
          <a:bodyPr/>
          <a:lstStyle/>
          <a:p>
            <a:fld id="{148CC95F-0247-41B6-91CF-DC97C76A7088}" type="slidenum">
              <a:rPr lang="en-US" smtClean="0"/>
              <a:pPr/>
              <a:t>‹#›</a:t>
            </a:fld>
            <a:endParaRPr lang="en-US"/>
          </a:p>
        </p:txBody>
      </p:sp>
    </p:spTree>
    <p:extLst>
      <p:ext uri="{BB962C8B-B14F-4D97-AF65-F5344CB8AC3E}">
        <p14:creationId xmlns:p14="http://schemas.microsoft.com/office/powerpoint/2010/main" val="182067656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Vertical Text Placeholder 2"/>
          <p:cNvSpPr>
            <a:spLocks noGrp="1"/>
          </p:cNvSpPr>
          <p:nvPr>
            <p:ph type="body" orient="vert" idx="1"/>
          </p:nvPr>
        </p:nvSpPr>
        <p:spPr/>
        <p:txBody>
          <a:bodyPr vert="eaVert" ancho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A4BB8401-191F-4415-852E-790F383FEFBA}" type="datetime1">
              <a:rPr lang="en-US" smtClean="0"/>
              <a:t>3/8/2026</a:t>
            </a:fld>
            <a:endParaRPr lang="en-US"/>
          </a:p>
        </p:txBody>
      </p:sp>
      <p:sp>
        <p:nvSpPr>
          <p:cNvPr id="5" name="Footer Placeholder 4"/>
          <p:cNvSpPr>
            <a:spLocks noGrp="1"/>
          </p:cNvSpPr>
          <p:nvPr>
            <p:ph type="ftr" sz="quarter" idx="11"/>
          </p:nvPr>
        </p:nvSpPr>
        <p:spPr/>
        <p:txBody>
          <a:bodyPr/>
          <a:lstStyle/>
          <a:p>
            <a:r>
              <a:rPr lang="en-US"/>
              <a:t>MEHMET FATİH KARAKAŞ</a:t>
            </a:r>
            <a:endParaRPr lang="en-US" dirty="0"/>
          </a:p>
        </p:txBody>
      </p:sp>
      <p:sp>
        <p:nvSpPr>
          <p:cNvPr id="6" name="Slide Number Placeholder 5"/>
          <p:cNvSpPr>
            <a:spLocks noGrp="1"/>
          </p:cNvSpPr>
          <p:nvPr>
            <p:ph type="sldNum" sz="quarter" idx="12"/>
          </p:nvPr>
        </p:nvSpPr>
        <p:spPr/>
        <p:txBody>
          <a:bodyPr/>
          <a:lstStyle/>
          <a:p>
            <a:fld id="{148CC95F-0247-41B6-91CF-DC97C76A7088}" type="slidenum">
              <a:rPr lang="en-US" smtClean="0"/>
              <a:pPr/>
              <a:t>‹#›</a:t>
            </a:fld>
            <a:endParaRPr lang="en-US"/>
          </a:p>
        </p:txBody>
      </p:sp>
    </p:spTree>
    <p:extLst>
      <p:ext uri="{BB962C8B-B14F-4D97-AF65-F5344CB8AC3E}">
        <p14:creationId xmlns:p14="http://schemas.microsoft.com/office/powerpoint/2010/main" val="299667161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tr-TR"/>
              <a:t>Asıl başlık stilini düzenlemek için tıklayın</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8A0EE998-21C6-4F9B-9FD2-579190FCEA2E}" type="datetime1">
              <a:rPr lang="en-US" smtClean="0"/>
              <a:t>3/8/2026</a:t>
            </a:fld>
            <a:endParaRPr lang="en-US"/>
          </a:p>
        </p:txBody>
      </p:sp>
      <p:sp>
        <p:nvSpPr>
          <p:cNvPr id="5" name="Footer Placeholder 4"/>
          <p:cNvSpPr>
            <a:spLocks noGrp="1"/>
          </p:cNvSpPr>
          <p:nvPr>
            <p:ph type="ftr" sz="quarter" idx="11"/>
          </p:nvPr>
        </p:nvSpPr>
        <p:spPr/>
        <p:txBody>
          <a:bodyPr/>
          <a:lstStyle/>
          <a:p>
            <a:r>
              <a:rPr lang="en-US"/>
              <a:t>MEHMET FATİH KARAKAŞ</a:t>
            </a:r>
            <a:endParaRPr lang="en-US" dirty="0"/>
          </a:p>
        </p:txBody>
      </p:sp>
      <p:sp>
        <p:nvSpPr>
          <p:cNvPr id="6" name="Slide Number Placeholder 5"/>
          <p:cNvSpPr>
            <a:spLocks noGrp="1"/>
          </p:cNvSpPr>
          <p:nvPr>
            <p:ph type="sldNum" sz="quarter" idx="12"/>
          </p:nvPr>
        </p:nvSpPr>
        <p:spPr/>
        <p:txBody>
          <a:bodyPr/>
          <a:lstStyle/>
          <a:p>
            <a:fld id="{148CC95F-0247-41B6-91CF-DC97C76A7088}" type="slidenum">
              <a:rPr lang="en-US" smtClean="0"/>
              <a:pPr/>
              <a:t>‹#›</a:t>
            </a:fld>
            <a:endParaRPr lang="en-US"/>
          </a:p>
        </p:txBody>
      </p:sp>
    </p:spTree>
    <p:extLst>
      <p:ext uri="{BB962C8B-B14F-4D97-AF65-F5344CB8AC3E}">
        <p14:creationId xmlns:p14="http://schemas.microsoft.com/office/powerpoint/2010/main" val="376957029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p>
        </p:txBody>
      </p:sp>
      <p:sp>
        <p:nvSpPr>
          <p:cNvPr id="3" name="Text Placeholder 2"/>
          <p:cNvSpPr>
            <a:spLocks noGrp="1"/>
          </p:cNvSpPr>
          <p:nvPr>
            <p:ph type="body" sz="half" idx="1"/>
          </p:nvPr>
        </p:nvSpPr>
        <p:spPr>
          <a:xfrm>
            <a:off x="609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80523591-462E-C860-40F0-11C81F132AC5}"/>
              </a:ext>
            </a:extLst>
          </p:cNvPr>
          <p:cNvSpPr>
            <a:spLocks noGrp="1" noChangeArrowheads="1"/>
          </p:cNvSpPr>
          <p:nvPr>
            <p:ph type="dt" sz="half" idx="10"/>
          </p:nvPr>
        </p:nvSpPr>
        <p:spPr>
          <a:ln/>
        </p:spPr>
        <p:txBody>
          <a:bodyPr/>
          <a:lstStyle>
            <a:lvl1pPr>
              <a:defRPr/>
            </a:lvl1pPr>
          </a:lstStyle>
          <a:p>
            <a:pPr>
              <a:defRPr/>
            </a:pPr>
            <a:fld id="{A36FA533-7B14-4D01-973E-8FCED7709097}" type="datetime1">
              <a:rPr lang="en-US" altLang="en-US" smtClean="0"/>
              <a:t>3/8/2026</a:t>
            </a:fld>
            <a:endParaRPr lang="en-US" altLang="en-US"/>
          </a:p>
        </p:txBody>
      </p:sp>
      <p:sp>
        <p:nvSpPr>
          <p:cNvPr id="6" name="Rectangle 5">
            <a:extLst>
              <a:ext uri="{FF2B5EF4-FFF2-40B4-BE49-F238E27FC236}">
                <a16:creationId xmlns:a16="http://schemas.microsoft.com/office/drawing/2014/main" id="{EFAC0C5F-3ADE-38CF-FE92-F25E8E839650}"/>
              </a:ext>
            </a:extLst>
          </p:cNvPr>
          <p:cNvSpPr>
            <a:spLocks noGrp="1" noChangeArrowheads="1"/>
          </p:cNvSpPr>
          <p:nvPr>
            <p:ph type="ftr" sz="quarter" idx="11"/>
          </p:nvPr>
        </p:nvSpPr>
        <p:spPr>
          <a:ln/>
        </p:spPr>
        <p:txBody>
          <a:bodyPr/>
          <a:lstStyle>
            <a:lvl1pPr>
              <a:defRPr/>
            </a:lvl1pPr>
          </a:lstStyle>
          <a:p>
            <a:pPr>
              <a:defRPr/>
            </a:pPr>
            <a:r>
              <a:rPr lang="en-US" altLang="en-US"/>
              <a:t>MEHMET FATİH KARAKAŞ</a:t>
            </a:r>
          </a:p>
        </p:txBody>
      </p:sp>
      <p:sp>
        <p:nvSpPr>
          <p:cNvPr id="7" name="Rectangle 6">
            <a:extLst>
              <a:ext uri="{FF2B5EF4-FFF2-40B4-BE49-F238E27FC236}">
                <a16:creationId xmlns:a16="http://schemas.microsoft.com/office/drawing/2014/main" id="{08B2AAC6-F169-6984-BDD2-17FA995840DE}"/>
              </a:ext>
            </a:extLst>
          </p:cNvPr>
          <p:cNvSpPr>
            <a:spLocks noGrp="1" noChangeArrowheads="1"/>
          </p:cNvSpPr>
          <p:nvPr>
            <p:ph type="sldNum" sz="quarter" idx="12"/>
          </p:nvPr>
        </p:nvSpPr>
        <p:spPr>
          <a:ln/>
        </p:spPr>
        <p:txBody>
          <a:bodyPr/>
          <a:lstStyle>
            <a:lvl1pPr>
              <a:defRPr/>
            </a:lvl1pPr>
          </a:lstStyle>
          <a:p>
            <a:fld id="{B8594029-25FB-4E75-8CB0-DA09884F816E}" type="slidenum">
              <a:rPr lang="en-US" altLang="en-US"/>
              <a:pPr/>
              <a:t>‹#›</a:t>
            </a:fld>
            <a:endParaRPr lang="en-US" altLang="en-US"/>
          </a:p>
        </p:txBody>
      </p:sp>
    </p:spTree>
    <p:extLst>
      <p:ext uri="{BB962C8B-B14F-4D97-AF65-F5344CB8AC3E}">
        <p14:creationId xmlns:p14="http://schemas.microsoft.com/office/powerpoint/2010/main" val="234492258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p>
        </p:txBody>
      </p:sp>
      <p:sp>
        <p:nvSpPr>
          <p:cNvPr id="3" name="Text Placeholder 2"/>
          <p:cNvSpPr>
            <a:spLocks noGrp="1"/>
          </p:cNvSpPr>
          <p:nvPr>
            <p:ph type="body" sz="half" idx="1"/>
          </p:nvPr>
        </p:nvSpPr>
        <p:spPr>
          <a:xfrm>
            <a:off x="609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197600" y="1600200"/>
            <a:ext cx="53848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197600" y="3938589"/>
            <a:ext cx="53848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a:extLst>
              <a:ext uri="{FF2B5EF4-FFF2-40B4-BE49-F238E27FC236}">
                <a16:creationId xmlns:a16="http://schemas.microsoft.com/office/drawing/2014/main" id="{0EBEF381-4A8B-219C-EEBF-315DAE5CDFAB}"/>
              </a:ext>
            </a:extLst>
          </p:cNvPr>
          <p:cNvSpPr>
            <a:spLocks noGrp="1" noChangeArrowheads="1"/>
          </p:cNvSpPr>
          <p:nvPr>
            <p:ph type="dt" sz="half" idx="10"/>
          </p:nvPr>
        </p:nvSpPr>
        <p:spPr>
          <a:ln/>
        </p:spPr>
        <p:txBody>
          <a:bodyPr/>
          <a:lstStyle>
            <a:lvl1pPr>
              <a:defRPr/>
            </a:lvl1pPr>
          </a:lstStyle>
          <a:p>
            <a:pPr>
              <a:defRPr/>
            </a:pPr>
            <a:fld id="{C94D3C2A-D06F-4B06-BD00-92C9A27CF5BA}" type="datetime1">
              <a:rPr lang="en-US" altLang="en-US" smtClean="0"/>
              <a:t>3/8/2026</a:t>
            </a:fld>
            <a:endParaRPr lang="en-US" altLang="en-US"/>
          </a:p>
        </p:txBody>
      </p:sp>
      <p:sp>
        <p:nvSpPr>
          <p:cNvPr id="7" name="Rectangle 5">
            <a:extLst>
              <a:ext uri="{FF2B5EF4-FFF2-40B4-BE49-F238E27FC236}">
                <a16:creationId xmlns:a16="http://schemas.microsoft.com/office/drawing/2014/main" id="{0B0E09DF-7873-C564-D935-8054EE15C3CE}"/>
              </a:ext>
            </a:extLst>
          </p:cNvPr>
          <p:cNvSpPr>
            <a:spLocks noGrp="1" noChangeArrowheads="1"/>
          </p:cNvSpPr>
          <p:nvPr>
            <p:ph type="ftr" sz="quarter" idx="11"/>
          </p:nvPr>
        </p:nvSpPr>
        <p:spPr>
          <a:ln/>
        </p:spPr>
        <p:txBody>
          <a:bodyPr/>
          <a:lstStyle>
            <a:lvl1pPr>
              <a:defRPr/>
            </a:lvl1pPr>
          </a:lstStyle>
          <a:p>
            <a:pPr>
              <a:defRPr/>
            </a:pPr>
            <a:r>
              <a:rPr lang="en-US" altLang="en-US"/>
              <a:t>MEHMET FATİH KARAKAŞ</a:t>
            </a:r>
          </a:p>
        </p:txBody>
      </p:sp>
      <p:sp>
        <p:nvSpPr>
          <p:cNvPr id="8" name="Rectangle 6">
            <a:extLst>
              <a:ext uri="{FF2B5EF4-FFF2-40B4-BE49-F238E27FC236}">
                <a16:creationId xmlns:a16="http://schemas.microsoft.com/office/drawing/2014/main" id="{775D1F60-1CD0-4504-18E5-2D54BEE7C7B0}"/>
              </a:ext>
            </a:extLst>
          </p:cNvPr>
          <p:cNvSpPr>
            <a:spLocks noGrp="1" noChangeArrowheads="1"/>
          </p:cNvSpPr>
          <p:nvPr>
            <p:ph type="sldNum" sz="quarter" idx="12"/>
          </p:nvPr>
        </p:nvSpPr>
        <p:spPr>
          <a:ln/>
        </p:spPr>
        <p:txBody>
          <a:bodyPr/>
          <a:lstStyle>
            <a:lvl1pPr>
              <a:defRPr/>
            </a:lvl1pPr>
          </a:lstStyle>
          <a:p>
            <a:fld id="{EE647DDC-CEA0-4EFC-8EF2-CC841A274704}" type="slidenum">
              <a:rPr lang="en-US" altLang="en-US"/>
              <a:pPr/>
              <a:t>‹#›</a:t>
            </a:fld>
            <a:endParaRPr lang="en-US" altLang="en-US"/>
          </a:p>
        </p:txBody>
      </p:sp>
    </p:spTree>
    <p:extLst>
      <p:ext uri="{BB962C8B-B14F-4D97-AF65-F5344CB8AC3E}">
        <p14:creationId xmlns:p14="http://schemas.microsoft.com/office/powerpoint/2010/main" val="31986251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2.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21">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tr-TR"/>
              </a:p>
            </p:txBody>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tr-TR"/>
              </a:p>
            </p:txBody>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tr-TR"/>
              </a:p>
            </p:txBody>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tr-TR"/>
              </a:p>
            </p:txBody>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tr-TR"/>
              </a:p>
            </p:txBody>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tr-TR"/>
              </a:p>
            </p:txBody>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tr-TR"/>
              </a:p>
            </p:txBody>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tr-TR"/>
              </a:p>
            </p:txBody>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tr-TR"/>
              </a:p>
            </p:txBody>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tr-TR"/>
              </a:p>
            </p:txBody>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tr-TR"/>
              </a:p>
            </p:txBody>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tr-TR"/>
              </a:p>
            </p:txBody>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tr-TR"/>
              </a:p>
            </p:txBody>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tr-TR"/>
              </a:p>
            </p:txBody>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tr-TR"/>
              </a:p>
            </p:txBody>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tr-TR"/>
              </a:p>
            </p:txBody>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tr-TR"/>
              </a:p>
            </p:txBody>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tr-TR"/>
              </a:p>
            </p:txBody>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tr-TR"/>
              </a:p>
            </p:txBody>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tr-TR"/>
              </a:p>
            </p:txBody>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tr-TR"/>
              </a:p>
            </p:txBody>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tr-TR"/>
              </a:p>
            </p:txBody>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tr-TR"/>
              </a:p>
            </p:txBody>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tr-TR"/>
              </a:p>
            </p:txBody>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tr-TR"/>
              </a:p>
            </p:txBody>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tr-TR"/>
              </a:p>
            </p:txBody>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tr-TR"/>
              </a:p>
            </p:txBody>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tr-TR"/>
              </a:p>
            </p:txBody>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tr-TR"/>
              </a:p>
            </p:txBody>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tr-TR"/>
              </a:p>
            </p:txBody>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tr-TR"/>
              </a:p>
            </p:txBody>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tr-TR"/>
              </a:p>
            </p:txBody>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tr-TR"/>
              </a:p>
            </p:txBody>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tr-TR"/>
              </a:p>
            </p:txBody>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tr-TR"/>
              </a:p>
            </p:txBody>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tr-TR"/>
              </a:p>
            </p:txBody>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tr-TR"/>
              </a:p>
            </p:txBody>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9B985315-AA05-4843-B33E-02DB838D72B4}" type="datetime1">
              <a:rPr lang="en-US" smtClean="0"/>
              <a:t>3/8/2026</a:t>
            </a:fld>
            <a:endParaRPr lang="en-US"/>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r>
              <a:rPr lang="en-US"/>
              <a:t>MEHMET FATİH KARAKAŞ</a:t>
            </a:r>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148CC95F-0247-41B6-91CF-DC97C76A7088}" type="slidenum">
              <a:rPr lang="en-US" smtClean="0"/>
              <a:pPr/>
              <a:t>‹#›</a:t>
            </a:fld>
            <a:endParaRPr lang="en-US"/>
          </a:p>
        </p:txBody>
      </p:sp>
    </p:spTree>
    <p:extLst>
      <p:ext uri="{BB962C8B-B14F-4D97-AF65-F5344CB8AC3E}">
        <p14:creationId xmlns:p14="http://schemas.microsoft.com/office/powerpoint/2010/main" val="2261055713"/>
      </p:ext>
    </p:extLst>
  </p:cSld>
  <p:clrMap bg1="dk1" tx1="lt1" bg2="dk2" tx2="lt2" accent1="accent1" accent2="accent2" accent3="accent3" accent4="accent4" accent5="accent5" accent6="accent6" hlink="hlink" folHlink="folHlink"/>
  <p:sldLayoutIdLst>
    <p:sldLayoutId id="2147483846" r:id="rId1"/>
    <p:sldLayoutId id="2147483847" r:id="rId2"/>
    <p:sldLayoutId id="2147483848" r:id="rId3"/>
    <p:sldLayoutId id="2147483849" r:id="rId4"/>
    <p:sldLayoutId id="2147483850" r:id="rId5"/>
    <p:sldLayoutId id="2147483851" r:id="rId6"/>
    <p:sldLayoutId id="2147483852" r:id="rId7"/>
    <p:sldLayoutId id="2147483853" r:id="rId8"/>
    <p:sldLayoutId id="2147483854" r:id="rId9"/>
    <p:sldLayoutId id="2147483855" r:id="rId10"/>
    <p:sldLayoutId id="2147483856" r:id="rId11"/>
    <p:sldLayoutId id="2147483857" r:id="rId12"/>
    <p:sldLayoutId id="2147483858" r:id="rId13"/>
    <p:sldLayoutId id="2147483859" r:id="rId14"/>
    <p:sldLayoutId id="2147483860" r:id="rId15"/>
    <p:sldLayoutId id="2147483861" r:id="rId16"/>
    <p:sldLayoutId id="2147483862" r:id="rId17"/>
    <p:sldLayoutId id="2147483863" r:id="rId18"/>
    <p:sldLayoutId id="2147483864" r:id="rId19"/>
  </p:sldLayoutIdLst>
  <p:hf sldNum="0" hdr="0" dt="0"/>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53.png"/><Relationship Id="rId4" Type="http://schemas.openxmlformats.org/officeDocument/2006/relationships/image" Target="../media/image52.png"/></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54.jpe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55.jpe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56.jpe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57.jpe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58.jpeg"/></Relationships>
</file>

<file path=ppt/slides/_rels/slide18.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9.xml"/><Relationship Id="rId6" Type="http://schemas.openxmlformats.org/officeDocument/2006/relationships/image" Target="../media/image69.wmf"/><Relationship Id="rId5" Type="http://schemas.openxmlformats.org/officeDocument/2006/relationships/image" Target="../media/image68.png"/><Relationship Id="rId4" Type="http://schemas.openxmlformats.org/officeDocument/2006/relationships/image" Target="../media/image67.pn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9.xml"/><Relationship Id="rId5" Type="http://schemas.openxmlformats.org/officeDocument/2006/relationships/image" Target="../media/image71.png"/><Relationship Id="rId4" Type="http://schemas.openxmlformats.org/officeDocument/2006/relationships/image" Target="../media/image70.wmf"/></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8.xml"/><Relationship Id="rId4" Type="http://schemas.openxmlformats.org/officeDocument/2006/relationships/image" Target="../media/image72.pn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9.xml"/><Relationship Id="rId5" Type="http://schemas.openxmlformats.org/officeDocument/2006/relationships/image" Target="../media/image74.wmf"/><Relationship Id="rId4" Type="http://schemas.openxmlformats.org/officeDocument/2006/relationships/image" Target="../media/image73.wmf"/></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9.xml"/><Relationship Id="rId5" Type="http://schemas.openxmlformats.org/officeDocument/2006/relationships/image" Target="../media/image76.wmf"/><Relationship Id="rId4" Type="http://schemas.openxmlformats.org/officeDocument/2006/relationships/image" Target="../media/image75.png"/></Relationships>
</file>

<file path=ppt/slides/_rels/slide29.xml.rels><?xml version="1.0" encoding="UTF-8" standalone="yes"?>
<Relationships xmlns="http://schemas.openxmlformats.org/package/2006/relationships"><Relationship Id="rId3" Type="http://schemas.openxmlformats.org/officeDocument/2006/relationships/image" Target="../media/image77.wmf"/><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9.xml"/><Relationship Id="rId6" Type="http://schemas.openxmlformats.org/officeDocument/2006/relationships/image" Target="../media/image80.wmf"/><Relationship Id="rId5" Type="http://schemas.openxmlformats.org/officeDocument/2006/relationships/image" Target="../media/image79.png"/><Relationship Id="rId4" Type="http://schemas.openxmlformats.org/officeDocument/2006/relationships/image" Target="../media/image78.png"/></Relationships>
</file>

<file path=ppt/slides/_rels/slide31.xml.rels><?xml version="1.0" encoding="UTF-8" standalone="yes"?>
<Relationships xmlns="http://schemas.openxmlformats.org/package/2006/relationships"><Relationship Id="rId3" Type="http://schemas.openxmlformats.org/officeDocument/2006/relationships/image" Target="../media/image81.wmf"/><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9.xml"/><Relationship Id="rId5" Type="http://schemas.openxmlformats.org/officeDocument/2006/relationships/image" Target="../media/image83.png"/><Relationship Id="rId4" Type="http://schemas.openxmlformats.org/officeDocument/2006/relationships/image" Target="../media/image82.png"/></Relationships>
</file>

<file path=ppt/slides/_rels/slide33.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85.png"/></Relationships>
</file>

<file path=ppt/slides/_rels/slide34.xml.rels><?xml version="1.0" encoding="UTF-8" standalone="yes"?>
<Relationships xmlns="http://schemas.openxmlformats.org/package/2006/relationships"><Relationship Id="rId3" Type="http://schemas.openxmlformats.org/officeDocument/2006/relationships/image" Target="../media/image86.wmf"/><Relationship Id="rId2" Type="http://schemas.openxmlformats.org/officeDocument/2006/relationships/image" Target="../media/image2.png"/><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316DCFC9-6877-407C-8170-608FCB8E35A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
            <a:ext cx="12192003" cy="6858001"/>
            <a:chOff x="0" y="-1"/>
            <a:chExt cx="12192003" cy="6858001"/>
          </a:xfrm>
        </p:grpSpPr>
        <p:sp useBgFill="1">
          <p:nvSpPr>
            <p:cNvPr id="10" name="Rectangle 9">
              <a:extLst>
                <a:ext uri="{FF2B5EF4-FFF2-40B4-BE49-F238E27FC236}">
                  <a16:creationId xmlns:a16="http://schemas.microsoft.com/office/drawing/2014/main" id="{F7D8B73A-1349-4BA6-8F85-03A21ED56E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2">
              <a:extLst>
                <a:ext uri="{FF2B5EF4-FFF2-40B4-BE49-F238E27FC236}">
                  <a16:creationId xmlns:a16="http://schemas.microsoft.com/office/drawing/2014/main" id="{969ADA7C-B6B2-4FD7-AA5E-CC52AAE8CDBD}"/>
                </a:ext>
                <a:ext uri="{C183D7F6-B498-43B3-948B-1728B52AA6E4}">
                  <adec:decorative xmlns:adec="http://schemas.microsoft.com/office/drawing/2017/decorative" val="1"/>
                </a:ext>
              </a:extLst>
            </p:cNvPr>
            <p:cNvPicPr>
              <a:picLocks noChangeAspect="1" noChangeArrowheads="1"/>
            </p:cNvPicPr>
            <p:nvPr>
              <p:extLst>
                <p:ext uri="{386F3935-93C4-4BCD-93E2-E3B085C9AB24}">
                  <p16:designElem xmlns:p16="http://schemas.microsoft.com/office/powerpoint/2015/main" val="1"/>
                </p:ext>
              </p:extLst>
            </p:nvPr>
          </p:nvPicPr>
          <p:blipFill>
            <a:blip r:embed="rId3">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p14="http://schemas.microsoft.com/office/powerpoint/2010/main" xmlns:a14="http://schemas.microsoft.com/office/drawing/2010/main" xmlns:a16="http://schemas.microsoft.com/office/drawing/2014/main" xmlns="">
                  <a:solidFill>
                    <a:srgbClr val="FFFFFF"/>
                  </a:solidFill>
                </a14:hiddenFill>
              </a:ext>
            </a:extLst>
          </p:spPr>
        </p:pic>
      </p:grpSp>
      <p:pic>
        <p:nvPicPr>
          <p:cNvPr id="4" name="Picture 3">
            <a:extLst>
              <a:ext uri="{FF2B5EF4-FFF2-40B4-BE49-F238E27FC236}">
                <a16:creationId xmlns:a16="http://schemas.microsoft.com/office/drawing/2014/main" id="{BA5AD6F7-3717-57FE-139E-D12D32D1A6FC}"/>
              </a:ext>
            </a:extLst>
          </p:cNvPr>
          <p:cNvPicPr>
            <a:picLocks noChangeAspect="1"/>
          </p:cNvPicPr>
          <p:nvPr/>
        </p:nvPicPr>
        <p:blipFill>
          <a:blip r:embed="rId4">
            <a:alphaModFix/>
          </a:blip>
          <a:srcRect t="7503" b="7886"/>
          <a:stretch>
            <a:fillRect/>
          </a:stretch>
        </p:blipFill>
        <p:spPr>
          <a:xfrm>
            <a:off x="3611" y="10"/>
            <a:ext cx="12188389" cy="6857990"/>
          </a:xfrm>
          <a:prstGeom prst="rect">
            <a:avLst/>
          </a:prstGeom>
        </p:spPr>
      </p:pic>
      <p:grpSp>
        <p:nvGrpSpPr>
          <p:cNvPr id="13" name="Group 12">
            <a:extLst>
              <a:ext uri="{FF2B5EF4-FFF2-40B4-BE49-F238E27FC236}">
                <a16:creationId xmlns:a16="http://schemas.microsoft.com/office/drawing/2014/main" id="{89353FE7-0D03-4AD2-8B8A-60A06F6BDA4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05895" y="2235200"/>
            <a:ext cx="10982062" cy="2396067"/>
            <a:chOff x="605895" y="2235200"/>
            <a:chExt cx="10982062" cy="2396067"/>
          </a:xfrm>
        </p:grpSpPr>
        <p:sp>
          <p:nvSpPr>
            <p:cNvPr id="14" name="Round Diagonal Corner Rectangle 7">
              <a:extLst>
                <a:ext uri="{FF2B5EF4-FFF2-40B4-BE49-F238E27FC236}">
                  <a16:creationId xmlns:a16="http://schemas.microsoft.com/office/drawing/2014/main" id="{0C7A0320-FBCC-4F40-AF6E-CE65FFB3DA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82333" y="2235200"/>
              <a:ext cx="7027334" cy="2396067"/>
            </a:xfrm>
            <a:prstGeom prst="round2DiagRect">
              <a:avLst>
                <a:gd name="adj1" fmla="val 9246"/>
                <a:gd name="adj2" fmla="val 0"/>
              </a:avLst>
            </a:prstGeom>
            <a:solidFill>
              <a:schemeClr val="bg1">
                <a:alpha val="80000"/>
              </a:schemeClr>
            </a:solidFill>
            <a:ln w="19050" cap="sq">
              <a:solidFill>
                <a:schemeClr val="tx2">
                  <a:alpha val="60000"/>
                </a:schemeClr>
              </a:solidFill>
              <a:miter lim="800000"/>
            </a:ln>
            <a:effectLst>
              <a:outerShdw blurRad="889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15" name="Group 14">
              <a:extLst>
                <a:ext uri="{FF2B5EF4-FFF2-40B4-BE49-F238E27FC236}">
                  <a16:creationId xmlns:a16="http://schemas.microsoft.com/office/drawing/2014/main" id="{550A26E4-02C9-4F83-A334-0920B8CCF281}"/>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605895" y="2900097"/>
              <a:ext cx="10982062" cy="1211524"/>
              <a:chOff x="605895" y="2900097"/>
              <a:chExt cx="10982062" cy="1211524"/>
            </a:xfrm>
          </p:grpSpPr>
          <p:sp>
            <p:nvSpPr>
              <p:cNvPr id="16" name="Freeform 32">
                <a:extLst>
                  <a:ext uri="{FF2B5EF4-FFF2-40B4-BE49-F238E27FC236}">
                    <a16:creationId xmlns:a16="http://schemas.microsoft.com/office/drawing/2014/main" id="{06617CD6-4185-402B-8E23-BC52780534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5400000" flipV="1">
                <a:off x="9653587" y="3379784"/>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tr-TR"/>
              </a:p>
            </p:txBody>
          </p:sp>
          <p:sp>
            <p:nvSpPr>
              <p:cNvPr id="17" name="Freeform 33">
                <a:extLst>
                  <a:ext uri="{FF2B5EF4-FFF2-40B4-BE49-F238E27FC236}">
                    <a16:creationId xmlns:a16="http://schemas.microsoft.com/office/drawing/2014/main" id="{2C305CC9-3511-47F4-BF11-BC635C30C91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flipV="1">
                <a:off x="10078244" y="3310728"/>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tr-TR"/>
              </a:p>
            </p:txBody>
          </p:sp>
          <p:sp>
            <p:nvSpPr>
              <p:cNvPr id="18" name="Freeform 34">
                <a:extLst>
                  <a:ext uri="{FF2B5EF4-FFF2-40B4-BE49-F238E27FC236}">
                    <a16:creationId xmlns:a16="http://schemas.microsoft.com/office/drawing/2014/main" id="{5C70C5D1-31E4-48B9-AEB6-6460A2B81F2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flipV="1">
                <a:off x="11146631" y="3574253"/>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tr-TR"/>
              </a:p>
            </p:txBody>
          </p:sp>
          <p:sp>
            <p:nvSpPr>
              <p:cNvPr id="19" name="Freeform 37">
                <a:extLst>
                  <a:ext uri="{FF2B5EF4-FFF2-40B4-BE49-F238E27FC236}">
                    <a16:creationId xmlns:a16="http://schemas.microsoft.com/office/drawing/2014/main" id="{1F033CE1-D380-43F1-81EC-97B6C86F39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5400000" flipV="1">
                <a:off x="10230644" y="3034502"/>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tr-TR"/>
              </a:p>
            </p:txBody>
          </p:sp>
          <p:sp>
            <p:nvSpPr>
              <p:cNvPr id="20" name="Freeform 35">
                <a:extLst>
                  <a:ext uri="{FF2B5EF4-FFF2-40B4-BE49-F238E27FC236}">
                    <a16:creationId xmlns:a16="http://schemas.microsoft.com/office/drawing/2014/main" id="{6997F95D-DC27-48A3-850A-2308C3C080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5400000">
                <a:off x="10034587" y="256275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tr-TR"/>
              </a:p>
            </p:txBody>
          </p:sp>
          <p:sp>
            <p:nvSpPr>
              <p:cNvPr id="21" name="Freeform 36">
                <a:extLst>
                  <a:ext uri="{FF2B5EF4-FFF2-40B4-BE49-F238E27FC236}">
                    <a16:creationId xmlns:a16="http://schemas.microsoft.com/office/drawing/2014/main" id="{569AE469-76B7-4FFE-B68B-0D7A77413F2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a:off x="10747375" y="3232679"/>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tr-TR"/>
              </a:p>
            </p:txBody>
          </p:sp>
          <p:sp>
            <p:nvSpPr>
              <p:cNvPr id="22" name="Freeform 38">
                <a:extLst>
                  <a:ext uri="{FF2B5EF4-FFF2-40B4-BE49-F238E27FC236}">
                    <a16:creationId xmlns:a16="http://schemas.microsoft.com/office/drawing/2014/main" id="{DD99CF64-0E82-4D1A-BD2A-08942182F42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a:off x="11399044" y="3095360"/>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tr-TR"/>
              </a:p>
            </p:txBody>
          </p:sp>
          <p:sp>
            <p:nvSpPr>
              <p:cNvPr id="23" name="Freeform 39">
                <a:extLst>
                  <a:ext uri="{FF2B5EF4-FFF2-40B4-BE49-F238E27FC236}">
                    <a16:creationId xmlns:a16="http://schemas.microsoft.com/office/drawing/2014/main" id="{98C12D33-1747-4B24-89ED-F441AE4A0C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5400000">
                <a:off x="10353675" y="2153178"/>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tr-TR"/>
              </a:p>
            </p:txBody>
          </p:sp>
          <p:sp>
            <p:nvSpPr>
              <p:cNvPr id="24" name="Freeform 40">
                <a:extLst>
                  <a:ext uri="{FF2B5EF4-FFF2-40B4-BE49-F238E27FC236}">
                    <a16:creationId xmlns:a16="http://schemas.microsoft.com/office/drawing/2014/main" id="{A60200CC-BAEC-4310-8C9B-F7BB783E982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a:off x="9848850" y="330887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tr-TR"/>
              </a:p>
            </p:txBody>
          </p:sp>
          <p:sp>
            <p:nvSpPr>
              <p:cNvPr id="25" name="Rectangle 41">
                <a:extLst>
                  <a:ext uri="{FF2B5EF4-FFF2-40B4-BE49-F238E27FC236}">
                    <a16:creationId xmlns:a16="http://schemas.microsoft.com/office/drawing/2014/main" id="{2A7F40BF-B0BE-4B09-87EE-F56632B7EDB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rot="5400000">
                <a:off x="9721056" y="3284272"/>
                <a:ext cx="23813" cy="252413"/>
              </a:xfrm>
              <a:prstGeom prst="rect">
                <a:avLst/>
              </a:pr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tr-TR"/>
              </a:p>
            </p:txBody>
          </p:sp>
          <p:sp>
            <p:nvSpPr>
              <p:cNvPr id="26" name="Freeform 32">
                <a:extLst>
                  <a:ext uri="{FF2B5EF4-FFF2-40B4-BE49-F238E27FC236}">
                    <a16:creationId xmlns:a16="http://schemas.microsoft.com/office/drawing/2014/main" id="{353978AF-8FB9-4A61-A2EA-1995A14F39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16200000" flipH="1" flipV="1">
                <a:off x="2122751" y="3532184"/>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tr-TR"/>
              </a:p>
            </p:txBody>
          </p:sp>
          <p:sp>
            <p:nvSpPr>
              <p:cNvPr id="27" name="Freeform 33">
                <a:extLst>
                  <a:ext uri="{FF2B5EF4-FFF2-40B4-BE49-F238E27FC236}">
                    <a16:creationId xmlns:a16="http://schemas.microsoft.com/office/drawing/2014/main" id="{B20F89C3-4BAD-42AA-8D31-6F6DF17FE9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flipV="1">
                <a:off x="1958445" y="3463128"/>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tr-TR"/>
              </a:p>
            </p:txBody>
          </p:sp>
          <p:sp>
            <p:nvSpPr>
              <p:cNvPr id="28" name="Freeform 34">
                <a:extLst>
                  <a:ext uri="{FF2B5EF4-FFF2-40B4-BE49-F238E27FC236}">
                    <a16:creationId xmlns:a16="http://schemas.microsoft.com/office/drawing/2014/main" id="{A60FE276-3FF2-4622-BF99-D4E4B249E5B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flipV="1">
                <a:off x="858308" y="3726653"/>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tr-TR"/>
              </a:p>
            </p:txBody>
          </p:sp>
          <p:sp>
            <p:nvSpPr>
              <p:cNvPr id="29" name="Freeform 37">
                <a:extLst>
                  <a:ext uri="{FF2B5EF4-FFF2-40B4-BE49-F238E27FC236}">
                    <a16:creationId xmlns:a16="http://schemas.microsoft.com/office/drawing/2014/main" id="{B05A0D3F-808B-48D6-A821-1FE9E86E8C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16200000" flipH="1" flipV="1">
                <a:off x="1658407" y="3186902"/>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tr-TR"/>
              </a:p>
            </p:txBody>
          </p:sp>
          <p:sp>
            <p:nvSpPr>
              <p:cNvPr id="30" name="Freeform 35">
                <a:extLst>
                  <a:ext uri="{FF2B5EF4-FFF2-40B4-BE49-F238E27FC236}">
                    <a16:creationId xmlns:a16="http://schemas.microsoft.com/office/drawing/2014/main" id="{69F7D438-BAA0-4DAD-9BC5-198B677A75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16200000" flipH="1">
                <a:off x="1860814" y="271515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tr-TR"/>
              </a:p>
            </p:txBody>
          </p:sp>
          <p:sp>
            <p:nvSpPr>
              <p:cNvPr id="31" name="Freeform 36">
                <a:extLst>
                  <a:ext uri="{FF2B5EF4-FFF2-40B4-BE49-F238E27FC236}">
                    <a16:creationId xmlns:a16="http://schemas.microsoft.com/office/drawing/2014/main" id="{EC63B186-43B8-4552-AFDB-A544240A7C5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a:off x="1289314" y="3385079"/>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tr-TR"/>
              </a:p>
            </p:txBody>
          </p:sp>
          <p:sp>
            <p:nvSpPr>
              <p:cNvPr id="32" name="Freeform 38">
                <a:extLst>
                  <a:ext uri="{FF2B5EF4-FFF2-40B4-BE49-F238E27FC236}">
                    <a16:creationId xmlns:a16="http://schemas.microsoft.com/office/drawing/2014/main" id="{8542E82D-01AD-4BD8-8C5F-A6CDAD039B0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a:off x="605895" y="3247760"/>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tr-TR"/>
              </a:p>
            </p:txBody>
          </p:sp>
          <p:sp>
            <p:nvSpPr>
              <p:cNvPr id="33" name="Freeform 39">
                <a:extLst>
                  <a:ext uri="{FF2B5EF4-FFF2-40B4-BE49-F238E27FC236}">
                    <a16:creationId xmlns:a16="http://schemas.microsoft.com/office/drawing/2014/main" id="{6285CF32-2BD3-47D0-9A6C-3EE7FD6397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16200000" flipH="1">
                <a:off x="1532202" y="2305578"/>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tr-TR"/>
              </a:p>
            </p:txBody>
          </p:sp>
          <p:sp>
            <p:nvSpPr>
              <p:cNvPr id="34" name="Freeform 40">
                <a:extLst>
                  <a:ext uri="{FF2B5EF4-FFF2-40B4-BE49-F238E27FC236}">
                    <a16:creationId xmlns:a16="http://schemas.microsoft.com/office/drawing/2014/main" id="{FA36D129-7B33-4379-B9EE-5624B957669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a:off x="2154501" y="346127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tr-TR"/>
              </a:p>
            </p:txBody>
          </p:sp>
          <p:sp>
            <p:nvSpPr>
              <p:cNvPr id="35" name="Rectangle 41">
                <a:extLst>
                  <a:ext uri="{FF2B5EF4-FFF2-40B4-BE49-F238E27FC236}">
                    <a16:creationId xmlns:a16="http://schemas.microsoft.com/office/drawing/2014/main" id="{0229A187-4E69-4262-B001-C5F0B55225F9}"/>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rot="16200000" flipH="1">
                <a:off x="2448983" y="3436672"/>
                <a:ext cx="23813" cy="252413"/>
              </a:xfrm>
              <a:prstGeom prst="rect">
                <a:avLst/>
              </a:pr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tr-TR"/>
              </a:p>
            </p:txBody>
          </p:sp>
        </p:grpSp>
      </p:grpSp>
      <p:sp>
        <p:nvSpPr>
          <p:cNvPr id="2" name="Başlık 1">
            <a:extLst>
              <a:ext uri="{FF2B5EF4-FFF2-40B4-BE49-F238E27FC236}">
                <a16:creationId xmlns:a16="http://schemas.microsoft.com/office/drawing/2014/main" id="{DEB9DA4F-270A-A1E2-CFBF-4462ED717B0A}"/>
              </a:ext>
            </a:extLst>
          </p:cNvPr>
          <p:cNvSpPr>
            <a:spLocks noGrp="1"/>
          </p:cNvSpPr>
          <p:nvPr>
            <p:ph type="ctrTitle"/>
          </p:nvPr>
        </p:nvSpPr>
        <p:spPr>
          <a:xfrm>
            <a:off x="2667000" y="2328334"/>
            <a:ext cx="6858000" cy="1367896"/>
          </a:xfrm>
        </p:spPr>
        <p:txBody>
          <a:bodyPr>
            <a:normAutofit/>
          </a:bodyPr>
          <a:lstStyle/>
          <a:p>
            <a:pPr algn="ctr"/>
            <a:r>
              <a:rPr lang="tr-TR" sz="4400"/>
              <a:t>biyomedikal</a:t>
            </a:r>
            <a:r>
              <a:rPr lang="en-US" sz="4400"/>
              <a:t> </a:t>
            </a:r>
            <a:r>
              <a:rPr lang="tr-TR" sz="4400"/>
              <a:t>mühendisliğine giriş</a:t>
            </a:r>
          </a:p>
        </p:txBody>
      </p:sp>
      <p:sp>
        <p:nvSpPr>
          <p:cNvPr id="3" name="Alt Başlık 2">
            <a:extLst>
              <a:ext uri="{FF2B5EF4-FFF2-40B4-BE49-F238E27FC236}">
                <a16:creationId xmlns:a16="http://schemas.microsoft.com/office/drawing/2014/main" id="{2595B1D5-E21D-B23B-F5E8-7347ECD2C8DF}"/>
              </a:ext>
            </a:extLst>
          </p:cNvPr>
          <p:cNvSpPr>
            <a:spLocks noGrp="1"/>
          </p:cNvSpPr>
          <p:nvPr>
            <p:ph type="subTitle" idx="1"/>
          </p:nvPr>
        </p:nvSpPr>
        <p:spPr>
          <a:xfrm>
            <a:off x="2667001" y="3602039"/>
            <a:ext cx="6857999" cy="1029228"/>
          </a:xfrm>
        </p:spPr>
        <p:txBody>
          <a:bodyPr>
            <a:noAutofit/>
          </a:bodyPr>
          <a:lstStyle/>
          <a:p>
            <a:pPr algn="ctr"/>
            <a:r>
              <a:rPr lang="tr-TR" sz="1400" dirty="0"/>
              <a:t>Biyolojik İşaretlerin Kökeni</a:t>
            </a:r>
          </a:p>
          <a:p>
            <a:pPr algn="ctr"/>
            <a:r>
              <a:rPr lang="tr-TR" sz="1400" dirty="0"/>
              <a:t>Biyoelektrik sinyallerin oluşumu</a:t>
            </a:r>
          </a:p>
          <a:p>
            <a:pPr algn="ctr"/>
            <a:r>
              <a:rPr lang="tr-TR" sz="1400" dirty="0" err="1"/>
              <a:t>ElektrotLAR</a:t>
            </a:r>
            <a:endParaRPr lang="tr-TR" sz="1400" dirty="0"/>
          </a:p>
        </p:txBody>
      </p:sp>
      <p:sp>
        <p:nvSpPr>
          <p:cNvPr id="5" name="Alt Bilgi Yer Tutucusu 4">
            <a:extLst>
              <a:ext uri="{FF2B5EF4-FFF2-40B4-BE49-F238E27FC236}">
                <a16:creationId xmlns:a16="http://schemas.microsoft.com/office/drawing/2014/main" id="{7AE767A8-4E72-9F04-8491-0CCE5939F24A}"/>
              </a:ext>
            </a:extLst>
          </p:cNvPr>
          <p:cNvSpPr>
            <a:spLocks noGrp="1"/>
          </p:cNvSpPr>
          <p:nvPr>
            <p:ph type="ftr" sz="quarter" idx="11"/>
          </p:nvPr>
        </p:nvSpPr>
        <p:spPr/>
        <p:txBody>
          <a:bodyPr/>
          <a:lstStyle/>
          <a:p>
            <a:r>
              <a:rPr lang="en-US"/>
              <a:t>MEHMET FATİH KARAKAŞ</a:t>
            </a:r>
            <a:endParaRPr lang="en-US" dirty="0"/>
          </a:p>
        </p:txBody>
      </p:sp>
    </p:spTree>
    <p:extLst>
      <p:ext uri="{BB962C8B-B14F-4D97-AF65-F5344CB8AC3E}">
        <p14:creationId xmlns:p14="http://schemas.microsoft.com/office/powerpoint/2010/main" val="30761380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10" presetClass="entr" presetSubtype="0" fill="hold" grpId="0" nodeType="withEffect">
                                  <p:stCondLst>
                                    <p:cond delay="2000"/>
                                  </p:stCondLst>
                                  <p:iterate type="lt">
                                    <p:tmPct val="10000"/>
                                  </p:iterate>
                                  <p:childTnLst>
                                    <p:set>
                                      <p:cBhvr>
                                        <p:cTn id="12" dur="1" fill="hold">
                                          <p:stCondLst>
                                            <p:cond delay="0"/>
                                          </p:stCondLst>
                                        </p:cTn>
                                        <p:tgtEl>
                                          <p:spTgt spid="3">
                                            <p:txEl>
                                              <p:pRg st="1" end="1"/>
                                            </p:txEl>
                                          </p:spTgt>
                                        </p:tgtEl>
                                        <p:attrNameLst>
                                          <p:attrName>style.visibility</p:attrName>
                                        </p:attrNameLst>
                                      </p:cBhvr>
                                      <p:to>
                                        <p:strVal val="visible"/>
                                      </p:to>
                                    </p:set>
                                    <p:animEffect transition="in" filter="fade">
                                      <p:cBhvr>
                                        <p:cTn id="13" dur="400"/>
                                        <p:tgtEl>
                                          <p:spTgt spid="3">
                                            <p:txEl>
                                              <p:pRg st="1" end="1"/>
                                            </p:txEl>
                                          </p:spTgt>
                                        </p:tgtEl>
                                      </p:cBhvr>
                                    </p:animEffect>
                                  </p:childTnLst>
                                </p:cTn>
                              </p:par>
                              <p:par>
                                <p:cTn id="14" presetID="10" presetClass="entr" presetSubtype="0" fill="hold" grpId="0" nodeType="withEffect">
                                  <p:stCondLst>
                                    <p:cond delay="2000"/>
                                  </p:stCondLst>
                                  <p:iterate type="lt">
                                    <p:tmPct val="10000"/>
                                  </p:iterate>
                                  <p:childTnLst>
                                    <p:set>
                                      <p:cBhvr>
                                        <p:cTn id="15" dur="1" fill="hold">
                                          <p:stCondLst>
                                            <p:cond delay="0"/>
                                          </p:stCondLst>
                                        </p:cTn>
                                        <p:tgtEl>
                                          <p:spTgt spid="3">
                                            <p:txEl>
                                              <p:pRg st="2" end="2"/>
                                            </p:txEl>
                                          </p:spTgt>
                                        </p:tgtEl>
                                        <p:attrNameLst>
                                          <p:attrName>style.visibility</p:attrName>
                                        </p:attrNameLst>
                                      </p:cBhvr>
                                      <p:to>
                                        <p:strVal val="visible"/>
                                      </p:to>
                                    </p:set>
                                    <p:animEffect transition="in" filter="fade">
                                      <p:cBhvr>
                                        <p:cTn id="16" dur="4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4B7BB-952B-3D04-94A3-4B1418AC2FD1}"/>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6330F1C6-6508-0BD2-9F05-D868DE31B501}"/>
              </a:ext>
            </a:extLst>
          </p:cNvPr>
          <p:cNvSpPr>
            <a:spLocks noGrp="1"/>
          </p:cNvSpPr>
          <p:nvPr>
            <p:ph type="title"/>
          </p:nvPr>
        </p:nvSpPr>
        <p:spPr>
          <a:xfrm>
            <a:off x="391623" y="65876"/>
            <a:ext cx="11544196" cy="996782"/>
          </a:xfrm>
        </p:spPr>
        <p:txBody>
          <a:bodyPr>
            <a:normAutofit/>
          </a:bodyPr>
          <a:lstStyle/>
          <a:p>
            <a:r>
              <a:rPr lang="tr-TR" sz="3600"/>
              <a:t>İnsan-Enstrümantasyon Sistemi Temel Bileşenleri</a:t>
            </a:r>
            <a:endParaRPr lang="tr-TR" sz="3600" dirty="0">
              <a:solidFill>
                <a:schemeClr val="tx2"/>
              </a:solidFill>
            </a:endParaRPr>
          </a:p>
        </p:txBody>
      </p:sp>
      <p:pic>
        <p:nvPicPr>
          <p:cNvPr id="119" name="Resim 118" descr="metin, ekran görüntüsü, giyim, grafik tasarım içeren bir resim&#10;&#10;Yapay zeka tarafından oluşturulmuş içerik yanlış olabilir.">
            <a:extLst>
              <a:ext uri="{FF2B5EF4-FFF2-40B4-BE49-F238E27FC236}">
                <a16:creationId xmlns:a16="http://schemas.microsoft.com/office/drawing/2014/main" id="{9825F410-06C7-C16C-08D9-0CBD15C6BB43}"/>
              </a:ext>
            </a:extLst>
          </p:cNvPr>
          <p:cNvPicPr>
            <a:picLocks noChangeAspect="1"/>
          </p:cNvPicPr>
          <p:nvPr/>
        </p:nvPicPr>
        <p:blipFill>
          <a:blip r:embed="rId2"/>
          <a:stretch>
            <a:fillRect/>
          </a:stretch>
        </p:blipFill>
        <p:spPr>
          <a:xfrm>
            <a:off x="139968" y="1660605"/>
            <a:ext cx="5638998" cy="4248233"/>
          </a:xfrm>
          <a:prstGeom prst="rect">
            <a:avLst/>
          </a:prstGeom>
        </p:spPr>
      </p:pic>
      <p:graphicFrame>
        <p:nvGraphicFramePr>
          <p:cNvPr id="7" name="İçerik Yer Tutucusu 2">
            <a:extLst>
              <a:ext uri="{FF2B5EF4-FFF2-40B4-BE49-F238E27FC236}">
                <a16:creationId xmlns:a16="http://schemas.microsoft.com/office/drawing/2014/main" id="{4FD83C6B-FA38-7B55-54D2-D9E994511A5A}"/>
              </a:ext>
            </a:extLst>
          </p:cNvPr>
          <p:cNvGraphicFramePr>
            <a:graphicFrameLocks/>
          </p:cNvGraphicFramePr>
          <p:nvPr>
            <p:extLst>
              <p:ext uri="{D42A27DB-BD31-4B8C-83A1-F6EECF244321}">
                <p14:modId xmlns:p14="http://schemas.microsoft.com/office/powerpoint/2010/main" val="2285079842"/>
              </p:ext>
            </p:extLst>
          </p:nvPr>
        </p:nvGraphicFramePr>
        <p:xfrm>
          <a:off x="6296821" y="1062658"/>
          <a:ext cx="5638998" cy="512888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Alt Bilgi Yer Tutucusu 3">
            <a:extLst>
              <a:ext uri="{FF2B5EF4-FFF2-40B4-BE49-F238E27FC236}">
                <a16:creationId xmlns:a16="http://schemas.microsoft.com/office/drawing/2014/main" id="{4520CB0E-3EAD-1C4B-8753-BB9AC4C18815}"/>
              </a:ext>
            </a:extLst>
          </p:cNvPr>
          <p:cNvSpPr>
            <a:spLocks noGrp="1"/>
          </p:cNvSpPr>
          <p:nvPr>
            <p:ph type="ftr" sz="quarter" idx="11"/>
          </p:nvPr>
        </p:nvSpPr>
        <p:spPr/>
        <p:txBody>
          <a:bodyPr/>
          <a:lstStyle/>
          <a:p>
            <a:r>
              <a:rPr lang="en-US"/>
              <a:t>MEHMET FATİH KARAKAŞ</a:t>
            </a:r>
            <a:endParaRPr lang="en-US" dirty="0"/>
          </a:p>
        </p:txBody>
      </p:sp>
    </p:spTree>
    <p:extLst>
      <p:ext uri="{BB962C8B-B14F-4D97-AF65-F5344CB8AC3E}">
        <p14:creationId xmlns:p14="http://schemas.microsoft.com/office/powerpoint/2010/main" val="18505160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AsOne/>
      </p:bldGraphic>
    </p:bldLst>
  </p:timing>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8000"/>
                <a:hueMod val="94000"/>
                <a:satMod val="148000"/>
                <a:lumMod val="150000"/>
              </a:schemeClr>
            </a:gs>
            <a:gs pos="100000">
              <a:schemeClr val="bg2">
                <a:shade val="92000"/>
                <a:hueMod val="104000"/>
                <a:satMod val="140000"/>
                <a:lumMod val="68000"/>
              </a:schemeClr>
            </a:gs>
          </a:gsLst>
          <a:lin ang="5040000" scaled="0"/>
        </a:gradFill>
        <a:effectLst/>
      </p:bgPr>
    </p:bg>
    <p:spTree>
      <p:nvGrpSpPr>
        <p:cNvPr id="1" name=""/>
        <p:cNvGrpSpPr/>
        <p:nvPr/>
      </p:nvGrpSpPr>
      <p:grpSpPr>
        <a:xfrm>
          <a:off x="0" y="0"/>
          <a:ext cx="0" cy="0"/>
          <a:chOff x="0" y="0"/>
          <a:chExt cx="0" cy="0"/>
        </a:xfrm>
      </p:grpSpPr>
      <p:sp useBgFill="1">
        <p:nvSpPr>
          <p:cNvPr id="57" name="Rectangle 56">
            <a:extLst>
              <a:ext uri="{FF2B5EF4-FFF2-40B4-BE49-F238E27FC236}">
                <a16:creationId xmlns:a16="http://schemas.microsoft.com/office/drawing/2014/main" id="{E978A47D-4F17-40FE-AB70-7AF78A9575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5400" y="-14287"/>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9" name="Group 58">
            <a:extLst>
              <a:ext uri="{FF2B5EF4-FFF2-40B4-BE49-F238E27FC236}">
                <a16:creationId xmlns:a16="http://schemas.microsoft.com/office/drawing/2014/main" id="{85BE3A7E-6A3F-401E-A025-BBB8FDB8DD3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20788" cy="6858001"/>
            <a:chOff x="-14288" y="0"/>
            <a:chExt cx="1220788" cy="6858001"/>
          </a:xfrm>
          <a:solidFill>
            <a:schemeClr val="tx1">
              <a:alpha val="60000"/>
            </a:schemeClr>
          </a:solidFill>
        </p:grpSpPr>
        <p:sp>
          <p:nvSpPr>
            <p:cNvPr id="60" name="Rectangle 5">
              <a:extLst>
                <a:ext uri="{FF2B5EF4-FFF2-40B4-BE49-F238E27FC236}">
                  <a16:creationId xmlns:a16="http://schemas.microsoft.com/office/drawing/2014/main" id="{41EE9036-817C-476C-BD59-B5184F9A3E35}"/>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tr-TR"/>
            </a:p>
          </p:txBody>
        </p:sp>
        <p:sp>
          <p:nvSpPr>
            <p:cNvPr id="61" name="Freeform 6">
              <a:extLst>
                <a:ext uri="{FF2B5EF4-FFF2-40B4-BE49-F238E27FC236}">
                  <a16:creationId xmlns:a16="http://schemas.microsoft.com/office/drawing/2014/main" id="{F098087A-B4E4-4300-A841-44988BD88E2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62" name="Freeform 7">
              <a:extLst>
                <a:ext uri="{FF2B5EF4-FFF2-40B4-BE49-F238E27FC236}">
                  <a16:creationId xmlns:a16="http://schemas.microsoft.com/office/drawing/2014/main" id="{F5BD5F4B-A39C-4DF9-84E4-A4D33F30E6E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63" name="Freeform 8">
              <a:extLst>
                <a:ext uri="{FF2B5EF4-FFF2-40B4-BE49-F238E27FC236}">
                  <a16:creationId xmlns:a16="http://schemas.microsoft.com/office/drawing/2014/main" id="{D7FA9858-BFA0-4D5B-AF72-B1B65EB069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64" name="Freeform 9">
              <a:extLst>
                <a:ext uri="{FF2B5EF4-FFF2-40B4-BE49-F238E27FC236}">
                  <a16:creationId xmlns:a16="http://schemas.microsoft.com/office/drawing/2014/main" id="{A508A5F3-AFE0-4750-A9C2-B51A514FFC4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65" name="Freeform 10">
              <a:extLst>
                <a:ext uri="{FF2B5EF4-FFF2-40B4-BE49-F238E27FC236}">
                  <a16:creationId xmlns:a16="http://schemas.microsoft.com/office/drawing/2014/main" id="{92B4AAEB-ABF4-42A7-BE52-0B442190D1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66" name="Freeform 11">
              <a:extLst>
                <a:ext uri="{FF2B5EF4-FFF2-40B4-BE49-F238E27FC236}">
                  <a16:creationId xmlns:a16="http://schemas.microsoft.com/office/drawing/2014/main" id="{3767C370-4A42-4376-8CAE-606C4BC8F4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67" name="Freeform 12">
              <a:extLst>
                <a:ext uri="{FF2B5EF4-FFF2-40B4-BE49-F238E27FC236}">
                  <a16:creationId xmlns:a16="http://schemas.microsoft.com/office/drawing/2014/main" id="{36205F53-9C95-4954-B97C-1625BB8A350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68" name="Freeform 13">
              <a:extLst>
                <a:ext uri="{FF2B5EF4-FFF2-40B4-BE49-F238E27FC236}">
                  <a16:creationId xmlns:a16="http://schemas.microsoft.com/office/drawing/2014/main" id="{DC80B58E-3469-43E9-96FC-D747B698303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69" name="Freeform 14">
              <a:extLst>
                <a:ext uri="{FF2B5EF4-FFF2-40B4-BE49-F238E27FC236}">
                  <a16:creationId xmlns:a16="http://schemas.microsoft.com/office/drawing/2014/main" id="{E17A4ED2-DDD7-4B4D-A39C-9B0121C886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70" name="Freeform 15">
              <a:extLst>
                <a:ext uri="{FF2B5EF4-FFF2-40B4-BE49-F238E27FC236}">
                  <a16:creationId xmlns:a16="http://schemas.microsoft.com/office/drawing/2014/main" id="{A2C14A85-E7A9-4E1D-809F-20F5CFA788B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71" name="Line 16">
              <a:extLst>
                <a:ext uri="{FF2B5EF4-FFF2-40B4-BE49-F238E27FC236}">
                  <a16:creationId xmlns:a16="http://schemas.microsoft.com/office/drawing/2014/main" id="{F3D51E32-9399-4B7F-8D91-BF9A068B834B}"/>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tr-TR"/>
            </a:p>
          </p:txBody>
        </p:sp>
        <p:sp>
          <p:nvSpPr>
            <p:cNvPr id="72" name="Freeform 17">
              <a:extLst>
                <a:ext uri="{FF2B5EF4-FFF2-40B4-BE49-F238E27FC236}">
                  <a16:creationId xmlns:a16="http://schemas.microsoft.com/office/drawing/2014/main" id="{9969F9D2-502D-4C1D-ABA5-02B1BF2A00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73" name="Freeform 18">
              <a:extLst>
                <a:ext uri="{FF2B5EF4-FFF2-40B4-BE49-F238E27FC236}">
                  <a16:creationId xmlns:a16="http://schemas.microsoft.com/office/drawing/2014/main" id="{4AE555C6-5623-478A-BF35-63E9929A3A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74" name="Freeform 19">
              <a:extLst>
                <a:ext uri="{FF2B5EF4-FFF2-40B4-BE49-F238E27FC236}">
                  <a16:creationId xmlns:a16="http://schemas.microsoft.com/office/drawing/2014/main" id="{A3D3AED4-A69E-4301-9BB4-436DC5F0C9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75" name="Freeform 20">
              <a:extLst>
                <a:ext uri="{FF2B5EF4-FFF2-40B4-BE49-F238E27FC236}">
                  <a16:creationId xmlns:a16="http://schemas.microsoft.com/office/drawing/2014/main" id="{C3B8082C-2D81-48D7-8B45-85B7C89296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76" name="Rectangle 21">
              <a:extLst>
                <a:ext uri="{FF2B5EF4-FFF2-40B4-BE49-F238E27FC236}">
                  <a16:creationId xmlns:a16="http://schemas.microsoft.com/office/drawing/2014/main" id="{9AD35461-BA86-408B-8A29-244EB2F2FB55}"/>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tr-TR"/>
            </a:p>
          </p:txBody>
        </p:sp>
        <p:sp>
          <p:nvSpPr>
            <p:cNvPr id="77" name="Freeform 22">
              <a:extLst>
                <a:ext uri="{FF2B5EF4-FFF2-40B4-BE49-F238E27FC236}">
                  <a16:creationId xmlns:a16="http://schemas.microsoft.com/office/drawing/2014/main" id="{F238E495-B6C6-4857-899B-CDD5848312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78" name="Freeform 23">
              <a:extLst>
                <a:ext uri="{FF2B5EF4-FFF2-40B4-BE49-F238E27FC236}">
                  <a16:creationId xmlns:a16="http://schemas.microsoft.com/office/drawing/2014/main" id="{E20A751E-054C-4EC2-8DA3-0EC923A6588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79" name="Freeform 24">
              <a:extLst>
                <a:ext uri="{FF2B5EF4-FFF2-40B4-BE49-F238E27FC236}">
                  <a16:creationId xmlns:a16="http://schemas.microsoft.com/office/drawing/2014/main" id="{B6E8E701-3D21-4E5C-AB6E-9A74046970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80" name="Freeform 25">
              <a:extLst>
                <a:ext uri="{FF2B5EF4-FFF2-40B4-BE49-F238E27FC236}">
                  <a16:creationId xmlns:a16="http://schemas.microsoft.com/office/drawing/2014/main" id="{431BDA41-D09D-4984-B888-756F5F81B49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81" name="Freeform 26">
              <a:extLst>
                <a:ext uri="{FF2B5EF4-FFF2-40B4-BE49-F238E27FC236}">
                  <a16:creationId xmlns:a16="http://schemas.microsoft.com/office/drawing/2014/main" id="{0DC943D2-20E4-4C00-82D2-D405A7C00B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82" name="Freeform 27">
              <a:extLst>
                <a:ext uri="{FF2B5EF4-FFF2-40B4-BE49-F238E27FC236}">
                  <a16:creationId xmlns:a16="http://schemas.microsoft.com/office/drawing/2014/main" id="{4BC34A74-80A2-4DE1-8ADC-BBD1709035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83" name="Freeform 28">
              <a:extLst>
                <a:ext uri="{FF2B5EF4-FFF2-40B4-BE49-F238E27FC236}">
                  <a16:creationId xmlns:a16="http://schemas.microsoft.com/office/drawing/2014/main" id="{C6C3CA25-431F-4E26-952D-4AA9C4C725C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84" name="Freeform 29">
              <a:extLst>
                <a:ext uri="{FF2B5EF4-FFF2-40B4-BE49-F238E27FC236}">
                  <a16:creationId xmlns:a16="http://schemas.microsoft.com/office/drawing/2014/main" id="{776D1836-82AE-40EF-9829-C6B8D2CF025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85" name="Freeform 30">
              <a:extLst>
                <a:ext uri="{FF2B5EF4-FFF2-40B4-BE49-F238E27FC236}">
                  <a16:creationId xmlns:a16="http://schemas.microsoft.com/office/drawing/2014/main" id="{9A8E397E-ADF9-45C1-98F4-3F5A86378B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86" name="Freeform 31">
              <a:extLst>
                <a:ext uri="{FF2B5EF4-FFF2-40B4-BE49-F238E27FC236}">
                  <a16:creationId xmlns:a16="http://schemas.microsoft.com/office/drawing/2014/main" id="{DE07CFD9-357F-40BC-A792-CE874BFE509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grpSp>
      <p:sp>
        <p:nvSpPr>
          <p:cNvPr id="2" name="Başlık 1">
            <a:extLst>
              <a:ext uri="{FF2B5EF4-FFF2-40B4-BE49-F238E27FC236}">
                <a16:creationId xmlns:a16="http://schemas.microsoft.com/office/drawing/2014/main" id="{7D23D251-1E19-0066-991E-B0DEE0F34E9D}"/>
              </a:ext>
            </a:extLst>
          </p:cNvPr>
          <p:cNvSpPr>
            <a:spLocks noGrp="1"/>
          </p:cNvSpPr>
          <p:nvPr>
            <p:ph type="title"/>
          </p:nvPr>
        </p:nvSpPr>
        <p:spPr>
          <a:xfrm>
            <a:off x="1141413" y="1082673"/>
            <a:ext cx="2869416" cy="4708528"/>
          </a:xfrm>
        </p:spPr>
        <p:txBody>
          <a:bodyPr>
            <a:normAutofit/>
          </a:bodyPr>
          <a:lstStyle/>
          <a:p>
            <a:pPr algn="r"/>
            <a:r>
              <a:rPr lang="tr-TR" sz="4000" b="1" dirty="0"/>
              <a:t>Biyolojik İşaretler</a:t>
            </a:r>
          </a:p>
        </p:txBody>
      </p:sp>
      <p:cxnSp>
        <p:nvCxnSpPr>
          <p:cNvPr id="88" name="Straight Connector 87">
            <a:extLst>
              <a:ext uri="{FF2B5EF4-FFF2-40B4-BE49-F238E27FC236}">
                <a16:creationId xmlns:a16="http://schemas.microsoft.com/office/drawing/2014/main" id="{085ECEC0-FF5D-4348-92C7-1EA7C61E770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454684"/>
            <a:ext cx="0" cy="3649129"/>
          </a:xfrm>
          <a:prstGeom prst="line">
            <a:avLst/>
          </a:prstGeom>
          <a:ln w="25400">
            <a:solidFill>
              <a:schemeClr val="tx1">
                <a:alpha val="70000"/>
              </a:schemeClr>
            </a:solidFill>
          </a:ln>
        </p:spPr>
        <p:style>
          <a:lnRef idx="1">
            <a:schemeClr val="accent1"/>
          </a:lnRef>
          <a:fillRef idx="0">
            <a:schemeClr val="accent1"/>
          </a:fillRef>
          <a:effectRef idx="0">
            <a:schemeClr val="accent1"/>
          </a:effectRef>
          <a:fontRef idx="minor">
            <a:schemeClr val="tx1"/>
          </a:fontRef>
        </p:style>
      </p:cxnSp>
      <p:sp>
        <p:nvSpPr>
          <p:cNvPr id="3" name="İçerik Yer Tutucusu 2">
            <a:extLst>
              <a:ext uri="{FF2B5EF4-FFF2-40B4-BE49-F238E27FC236}">
                <a16:creationId xmlns:a16="http://schemas.microsoft.com/office/drawing/2014/main" id="{FCDA7F7C-E410-427D-001D-A9ACA087B580}"/>
              </a:ext>
            </a:extLst>
          </p:cNvPr>
          <p:cNvSpPr>
            <a:spLocks noGrp="1"/>
          </p:cNvSpPr>
          <p:nvPr>
            <p:ph idx="1"/>
          </p:nvPr>
        </p:nvSpPr>
        <p:spPr>
          <a:xfrm>
            <a:off x="5297763" y="1082673"/>
            <a:ext cx="5751237" cy="4708528"/>
          </a:xfrm>
        </p:spPr>
        <p:txBody>
          <a:bodyPr anchor="ctr">
            <a:normAutofit/>
          </a:bodyPr>
          <a:lstStyle/>
          <a:p>
            <a:r>
              <a:rPr lang="tr-TR" sz="1800" dirty="0"/>
              <a:t>Biyolojik işaret (</a:t>
            </a:r>
            <a:r>
              <a:rPr lang="tr-TR" sz="1800" dirty="0" err="1"/>
              <a:t>biyosinyal</a:t>
            </a:r>
            <a:r>
              <a:rPr lang="tr-TR" sz="1800" dirty="0"/>
              <a:t>), canlı bir organizmadan (insan, hayvan veya bitki) kaynaklanan, vücudun durumu hakkında bilgi taşıyan ve fiziksel veya kimyasal değişimler şeklinde kendini gösteren ölçülebilir büyüklüklerdir.</a:t>
            </a:r>
          </a:p>
          <a:p>
            <a:r>
              <a:rPr lang="tr-TR" sz="1800" dirty="0"/>
              <a:t>Tıp elektroniği perspektifiyle bu işaretler, vücudun karmaşık iç mekanizmalarını dış dünyaya yansıtan verilerdir.</a:t>
            </a:r>
          </a:p>
        </p:txBody>
      </p:sp>
      <p:grpSp>
        <p:nvGrpSpPr>
          <p:cNvPr id="90" name="Group 89">
            <a:extLst>
              <a:ext uri="{FF2B5EF4-FFF2-40B4-BE49-F238E27FC236}">
                <a16:creationId xmlns:a16="http://schemas.microsoft.com/office/drawing/2014/main" id="{F4E035BE-9FF4-43D3-BC25-CF582D7FF85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64912" y="0"/>
            <a:ext cx="674688" cy="6848476"/>
            <a:chOff x="11364912" y="0"/>
            <a:chExt cx="674688" cy="6848476"/>
          </a:xfrm>
          <a:solidFill>
            <a:schemeClr val="tx1">
              <a:alpha val="60000"/>
            </a:schemeClr>
          </a:solidFill>
        </p:grpSpPr>
        <p:sp>
          <p:nvSpPr>
            <p:cNvPr id="91" name="Freeform 32">
              <a:extLst>
                <a:ext uri="{FF2B5EF4-FFF2-40B4-BE49-F238E27FC236}">
                  <a16:creationId xmlns:a16="http://schemas.microsoft.com/office/drawing/2014/main" id="{F98BCEB2-EC20-4E84-A994-0AC37292C8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92" name="Freeform 33">
              <a:extLst>
                <a:ext uri="{FF2B5EF4-FFF2-40B4-BE49-F238E27FC236}">
                  <a16:creationId xmlns:a16="http://schemas.microsoft.com/office/drawing/2014/main" id="{7A2E1821-AEDF-417E-9F17-83379E9C094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93" name="Freeform 34">
              <a:extLst>
                <a:ext uri="{FF2B5EF4-FFF2-40B4-BE49-F238E27FC236}">
                  <a16:creationId xmlns:a16="http://schemas.microsoft.com/office/drawing/2014/main" id="{CB3734E2-8292-4B47-B6AB-0E5A058DE95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94" name="Freeform 35">
              <a:extLst>
                <a:ext uri="{FF2B5EF4-FFF2-40B4-BE49-F238E27FC236}">
                  <a16:creationId xmlns:a16="http://schemas.microsoft.com/office/drawing/2014/main" id="{A0B09C51-29AB-45C0-B707-CCFB9DF280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95" name="Freeform 36">
              <a:extLst>
                <a:ext uri="{FF2B5EF4-FFF2-40B4-BE49-F238E27FC236}">
                  <a16:creationId xmlns:a16="http://schemas.microsoft.com/office/drawing/2014/main" id="{510C0CED-AE1B-45AE-B5E1-57521E589D2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96" name="Freeform 37">
              <a:extLst>
                <a:ext uri="{FF2B5EF4-FFF2-40B4-BE49-F238E27FC236}">
                  <a16:creationId xmlns:a16="http://schemas.microsoft.com/office/drawing/2014/main" id="{591F2327-4B45-41AA-B41C-7404B6A1E4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97" name="Freeform 38">
              <a:extLst>
                <a:ext uri="{FF2B5EF4-FFF2-40B4-BE49-F238E27FC236}">
                  <a16:creationId xmlns:a16="http://schemas.microsoft.com/office/drawing/2014/main" id="{5A63224C-41A0-42C0-96F6-0B2BE99A135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98" name="Freeform 39">
              <a:extLst>
                <a:ext uri="{FF2B5EF4-FFF2-40B4-BE49-F238E27FC236}">
                  <a16:creationId xmlns:a16="http://schemas.microsoft.com/office/drawing/2014/main" id="{A7C00B9F-C253-4776-9935-EC02254A4F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99" name="Freeform 40">
              <a:extLst>
                <a:ext uri="{FF2B5EF4-FFF2-40B4-BE49-F238E27FC236}">
                  <a16:creationId xmlns:a16="http://schemas.microsoft.com/office/drawing/2014/main" id="{5062D4AA-13F3-4064-8440-FFE8562D854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100" name="Rectangle 41">
              <a:extLst>
                <a:ext uri="{FF2B5EF4-FFF2-40B4-BE49-F238E27FC236}">
                  <a16:creationId xmlns:a16="http://schemas.microsoft.com/office/drawing/2014/main" id="{3E143B27-CB82-440B-879B-D25C1891C1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tr-TR"/>
            </a:p>
          </p:txBody>
        </p:sp>
      </p:grpSp>
      <p:sp>
        <p:nvSpPr>
          <p:cNvPr id="5" name="Alt Bilgi Yer Tutucusu 4">
            <a:extLst>
              <a:ext uri="{FF2B5EF4-FFF2-40B4-BE49-F238E27FC236}">
                <a16:creationId xmlns:a16="http://schemas.microsoft.com/office/drawing/2014/main" id="{1D7E54E7-C831-22BB-F8BF-1ACA28828FFD}"/>
              </a:ext>
            </a:extLst>
          </p:cNvPr>
          <p:cNvSpPr>
            <a:spLocks noGrp="1"/>
          </p:cNvSpPr>
          <p:nvPr>
            <p:ph type="ftr" sz="quarter" idx="11"/>
          </p:nvPr>
        </p:nvSpPr>
        <p:spPr/>
        <p:txBody>
          <a:bodyPr/>
          <a:lstStyle/>
          <a:p>
            <a:r>
              <a:rPr lang="en-US"/>
              <a:t>MEHMET FATİH KARAKAŞ</a:t>
            </a:r>
            <a:endParaRPr lang="en-US" dirty="0"/>
          </a:p>
        </p:txBody>
      </p:sp>
    </p:spTree>
    <p:extLst>
      <p:ext uri="{BB962C8B-B14F-4D97-AF65-F5344CB8AC3E}">
        <p14:creationId xmlns:p14="http://schemas.microsoft.com/office/powerpoint/2010/main" val="30778846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588067-B201-008B-6E52-8536220721F4}"/>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F71F9994-6926-C6CA-700F-B9379540374E}"/>
              </a:ext>
            </a:extLst>
          </p:cNvPr>
          <p:cNvSpPr>
            <a:spLocks noGrp="1"/>
          </p:cNvSpPr>
          <p:nvPr>
            <p:ph type="title"/>
          </p:nvPr>
        </p:nvSpPr>
        <p:spPr>
          <a:xfrm>
            <a:off x="1141413" y="618518"/>
            <a:ext cx="9905998" cy="1478570"/>
          </a:xfrm>
        </p:spPr>
        <p:txBody>
          <a:bodyPr>
            <a:normAutofit/>
          </a:bodyPr>
          <a:lstStyle/>
          <a:p>
            <a:r>
              <a:rPr lang="tr-TR" b="1" dirty="0"/>
              <a:t>1. Biyoelektrik İşaretler</a:t>
            </a:r>
            <a:endParaRPr lang="tr-TR" dirty="0"/>
          </a:p>
        </p:txBody>
      </p:sp>
      <p:graphicFrame>
        <p:nvGraphicFramePr>
          <p:cNvPr id="5" name="İçerik Yer Tutucusu 2">
            <a:extLst>
              <a:ext uri="{FF2B5EF4-FFF2-40B4-BE49-F238E27FC236}">
                <a16:creationId xmlns:a16="http://schemas.microsoft.com/office/drawing/2014/main" id="{031DC841-2EDB-3A74-EC40-17A58DA998C3}"/>
              </a:ext>
            </a:extLst>
          </p:cNvPr>
          <p:cNvGraphicFramePr>
            <a:graphicFrameLocks noGrp="1"/>
          </p:cNvGraphicFramePr>
          <p:nvPr>
            <p:ph idx="1"/>
            <p:extLst>
              <p:ext uri="{D42A27DB-BD31-4B8C-83A1-F6EECF244321}">
                <p14:modId xmlns:p14="http://schemas.microsoft.com/office/powerpoint/2010/main" val="3390845831"/>
              </p:ext>
            </p:extLst>
          </p:nvPr>
        </p:nvGraphicFramePr>
        <p:xfrm>
          <a:off x="1141411" y="2440771"/>
          <a:ext cx="9905999" cy="35848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Alt Bilgi Yer Tutucusu 2">
            <a:extLst>
              <a:ext uri="{FF2B5EF4-FFF2-40B4-BE49-F238E27FC236}">
                <a16:creationId xmlns:a16="http://schemas.microsoft.com/office/drawing/2014/main" id="{0A175DE0-06F0-DC45-A8E0-B741E842A21F}"/>
              </a:ext>
            </a:extLst>
          </p:cNvPr>
          <p:cNvSpPr>
            <a:spLocks noGrp="1"/>
          </p:cNvSpPr>
          <p:nvPr>
            <p:ph type="ftr" sz="quarter" idx="11"/>
          </p:nvPr>
        </p:nvSpPr>
        <p:spPr/>
        <p:txBody>
          <a:bodyPr/>
          <a:lstStyle/>
          <a:p>
            <a:r>
              <a:rPr lang="en-US"/>
              <a:t>MEHMET FATİH KARAKAŞ</a:t>
            </a:r>
            <a:endParaRPr lang="en-US" dirty="0"/>
          </a:p>
        </p:txBody>
      </p:sp>
    </p:spTree>
    <p:extLst>
      <p:ext uri="{BB962C8B-B14F-4D97-AF65-F5344CB8AC3E}">
        <p14:creationId xmlns:p14="http://schemas.microsoft.com/office/powerpoint/2010/main" val="34325757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780954-8629-8551-B0CE-2DD59E0907F3}"/>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9C6E8B26-2E28-E2BA-F271-439903713CAC}"/>
              </a:ext>
            </a:extLst>
          </p:cNvPr>
          <p:cNvSpPr>
            <a:spLocks noGrp="1"/>
          </p:cNvSpPr>
          <p:nvPr>
            <p:ph type="title"/>
          </p:nvPr>
        </p:nvSpPr>
        <p:spPr>
          <a:xfrm>
            <a:off x="1141413" y="618518"/>
            <a:ext cx="9905998" cy="1478570"/>
          </a:xfrm>
        </p:spPr>
        <p:txBody>
          <a:bodyPr>
            <a:normAutofit/>
          </a:bodyPr>
          <a:lstStyle/>
          <a:p>
            <a:r>
              <a:rPr lang="tr-TR" b="1" dirty="0"/>
              <a:t>2. Biyomekanik İşaretler</a:t>
            </a:r>
            <a:endParaRPr lang="tr-TR" dirty="0"/>
          </a:p>
        </p:txBody>
      </p:sp>
      <p:graphicFrame>
        <p:nvGraphicFramePr>
          <p:cNvPr id="5" name="İçerik Yer Tutucusu 2">
            <a:extLst>
              <a:ext uri="{FF2B5EF4-FFF2-40B4-BE49-F238E27FC236}">
                <a16:creationId xmlns:a16="http://schemas.microsoft.com/office/drawing/2014/main" id="{F9C08AA1-2CB8-B10C-5D69-0CE6FE8D0B8F}"/>
              </a:ext>
            </a:extLst>
          </p:cNvPr>
          <p:cNvGraphicFramePr>
            <a:graphicFrameLocks noGrp="1"/>
          </p:cNvGraphicFramePr>
          <p:nvPr>
            <p:ph idx="1"/>
            <p:extLst>
              <p:ext uri="{D42A27DB-BD31-4B8C-83A1-F6EECF244321}">
                <p14:modId xmlns:p14="http://schemas.microsoft.com/office/powerpoint/2010/main" val="2432853063"/>
              </p:ext>
            </p:extLst>
          </p:nvPr>
        </p:nvGraphicFramePr>
        <p:xfrm>
          <a:off x="1141411" y="2440771"/>
          <a:ext cx="9905999" cy="35848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Alt Bilgi Yer Tutucusu 2">
            <a:extLst>
              <a:ext uri="{FF2B5EF4-FFF2-40B4-BE49-F238E27FC236}">
                <a16:creationId xmlns:a16="http://schemas.microsoft.com/office/drawing/2014/main" id="{139E79C3-E7A6-8385-55C2-B7DBE2EDB57C}"/>
              </a:ext>
            </a:extLst>
          </p:cNvPr>
          <p:cNvSpPr>
            <a:spLocks noGrp="1"/>
          </p:cNvSpPr>
          <p:nvPr>
            <p:ph type="ftr" sz="quarter" idx="11"/>
          </p:nvPr>
        </p:nvSpPr>
        <p:spPr/>
        <p:txBody>
          <a:bodyPr/>
          <a:lstStyle/>
          <a:p>
            <a:r>
              <a:rPr lang="en-US"/>
              <a:t>MEHMET FATİH KARAKAŞ</a:t>
            </a:r>
            <a:endParaRPr lang="en-US" dirty="0"/>
          </a:p>
        </p:txBody>
      </p:sp>
    </p:spTree>
    <p:extLst>
      <p:ext uri="{BB962C8B-B14F-4D97-AF65-F5344CB8AC3E}">
        <p14:creationId xmlns:p14="http://schemas.microsoft.com/office/powerpoint/2010/main" val="13204936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395A08-57CD-9E2F-5926-B6889BBDEFE8}"/>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CD537C6A-31E8-8A3E-68EE-6543599333AE}"/>
              </a:ext>
            </a:extLst>
          </p:cNvPr>
          <p:cNvSpPr>
            <a:spLocks noGrp="1"/>
          </p:cNvSpPr>
          <p:nvPr>
            <p:ph type="title"/>
          </p:nvPr>
        </p:nvSpPr>
        <p:spPr>
          <a:xfrm>
            <a:off x="1141413" y="618518"/>
            <a:ext cx="9905998" cy="1478570"/>
          </a:xfrm>
        </p:spPr>
        <p:txBody>
          <a:bodyPr>
            <a:normAutofit/>
          </a:bodyPr>
          <a:lstStyle/>
          <a:p>
            <a:r>
              <a:rPr lang="tr-TR" b="1" dirty="0"/>
              <a:t>3. Biyokimyasal İşaretler</a:t>
            </a:r>
            <a:endParaRPr lang="tr-TR" dirty="0"/>
          </a:p>
        </p:txBody>
      </p:sp>
      <p:graphicFrame>
        <p:nvGraphicFramePr>
          <p:cNvPr id="5" name="İçerik Yer Tutucusu 2">
            <a:extLst>
              <a:ext uri="{FF2B5EF4-FFF2-40B4-BE49-F238E27FC236}">
                <a16:creationId xmlns:a16="http://schemas.microsoft.com/office/drawing/2014/main" id="{06A7BE1C-5EDA-8B3D-6973-3B20D50F95C2}"/>
              </a:ext>
            </a:extLst>
          </p:cNvPr>
          <p:cNvGraphicFramePr>
            <a:graphicFrameLocks noGrp="1"/>
          </p:cNvGraphicFramePr>
          <p:nvPr>
            <p:ph idx="1"/>
            <p:extLst>
              <p:ext uri="{D42A27DB-BD31-4B8C-83A1-F6EECF244321}">
                <p14:modId xmlns:p14="http://schemas.microsoft.com/office/powerpoint/2010/main" val="2061961044"/>
              </p:ext>
            </p:extLst>
          </p:nvPr>
        </p:nvGraphicFramePr>
        <p:xfrm>
          <a:off x="1141411" y="2440771"/>
          <a:ext cx="9905999" cy="35848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Alt Bilgi Yer Tutucusu 2">
            <a:extLst>
              <a:ext uri="{FF2B5EF4-FFF2-40B4-BE49-F238E27FC236}">
                <a16:creationId xmlns:a16="http://schemas.microsoft.com/office/drawing/2014/main" id="{DD2399E4-C836-9F29-BAB7-5131BE8D66DE}"/>
              </a:ext>
            </a:extLst>
          </p:cNvPr>
          <p:cNvSpPr>
            <a:spLocks noGrp="1"/>
          </p:cNvSpPr>
          <p:nvPr>
            <p:ph type="ftr" sz="quarter" idx="11"/>
          </p:nvPr>
        </p:nvSpPr>
        <p:spPr/>
        <p:txBody>
          <a:bodyPr/>
          <a:lstStyle/>
          <a:p>
            <a:r>
              <a:rPr lang="en-US"/>
              <a:t>MEHMET FATİH KARAKAŞ</a:t>
            </a:r>
            <a:endParaRPr lang="en-US" dirty="0"/>
          </a:p>
        </p:txBody>
      </p:sp>
    </p:spTree>
    <p:extLst>
      <p:ext uri="{BB962C8B-B14F-4D97-AF65-F5344CB8AC3E}">
        <p14:creationId xmlns:p14="http://schemas.microsoft.com/office/powerpoint/2010/main" val="921396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D3232B-2E09-5F42-4DF7-B1FC8B90F3CE}"/>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E1765F2A-E533-0DA5-E606-9A62205F2186}"/>
              </a:ext>
            </a:extLst>
          </p:cNvPr>
          <p:cNvSpPr>
            <a:spLocks noGrp="1"/>
          </p:cNvSpPr>
          <p:nvPr>
            <p:ph type="title"/>
          </p:nvPr>
        </p:nvSpPr>
        <p:spPr>
          <a:xfrm>
            <a:off x="1141413" y="618518"/>
            <a:ext cx="9905998" cy="1478570"/>
          </a:xfrm>
        </p:spPr>
        <p:txBody>
          <a:bodyPr>
            <a:normAutofit/>
          </a:bodyPr>
          <a:lstStyle/>
          <a:p>
            <a:r>
              <a:rPr lang="tr-TR" b="1" dirty="0"/>
              <a:t>4. </a:t>
            </a:r>
            <a:r>
              <a:rPr lang="tr-TR" b="1" dirty="0" err="1"/>
              <a:t>Biyoakustik</a:t>
            </a:r>
            <a:r>
              <a:rPr lang="tr-TR" b="1" dirty="0"/>
              <a:t> İşaretler</a:t>
            </a:r>
            <a:endParaRPr lang="tr-TR" dirty="0"/>
          </a:p>
        </p:txBody>
      </p:sp>
      <p:graphicFrame>
        <p:nvGraphicFramePr>
          <p:cNvPr id="5" name="İçerik Yer Tutucusu 2">
            <a:extLst>
              <a:ext uri="{FF2B5EF4-FFF2-40B4-BE49-F238E27FC236}">
                <a16:creationId xmlns:a16="http://schemas.microsoft.com/office/drawing/2014/main" id="{E5B1F589-6F4D-8AE9-9808-9C2A695714E3}"/>
              </a:ext>
            </a:extLst>
          </p:cNvPr>
          <p:cNvGraphicFramePr>
            <a:graphicFrameLocks noGrp="1"/>
          </p:cNvGraphicFramePr>
          <p:nvPr>
            <p:ph idx="1"/>
            <p:extLst>
              <p:ext uri="{D42A27DB-BD31-4B8C-83A1-F6EECF244321}">
                <p14:modId xmlns:p14="http://schemas.microsoft.com/office/powerpoint/2010/main" val="3262911266"/>
              </p:ext>
            </p:extLst>
          </p:nvPr>
        </p:nvGraphicFramePr>
        <p:xfrm>
          <a:off x="1141411" y="2440771"/>
          <a:ext cx="9905999" cy="35848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Alt Bilgi Yer Tutucusu 2">
            <a:extLst>
              <a:ext uri="{FF2B5EF4-FFF2-40B4-BE49-F238E27FC236}">
                <a16:creationId xmlns:a16="http://schemas.microsoft.com/office/drawing/2014/main" id="{EFBBE929-EC6A-1CD6-F87C-6A11B316E11A}"/>
              </a:ext>
            </a:extLst>
          </p:cNvPr>
          <p:cNvSpPr>
            <a:spLocks noGrp="1"/>
          </p:cNvSpPr>
          <p:nvPr>
            <p:ph type="ftr" sz="quarter" idx="11"/>
          </p:nvPr>
        </p:nvSpPr>
        <p:spPr/>
        <p:txBody>
          <a:bodyPr/>
          <a:lstStyle/>
          <a:p>
            <a:r>
              <a:rPr lang="en-US"/>
              <a:t>MEHMET FATİH KARAKAŞ</a:t>
            </a:r>
            <a:endParaRPr lang="en-US" dirty="0"/>
          </a:p>
        </p:txBody>
      </p:sp>
    </p:spTree>
    <p:extLst>
      <p:ext uri="{BB962C8B-B14F-4D97-AF65-F5344CB8AC3E}">
        <p14:creationId xmlns:p14="http://schemas.microsoft.com/office/powerpoint/2010/main" val="29622085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C5608A-3041-8F9B-DCC8-2ABA45FEA4DF}"/>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07EF0D95-1655-2DF4-519C-E03C4825EA43}"/>
              </a:ext>
            </a:extLst>
          </p:cNvPr>
          <p:cNvSpPr>
            <a:spLocks noGrp="1"/>
          </p:cNvSpPr>
          <p:nvPr>
            <p:ph type="title"/>
          </p:nvPr>
        </p:nvSpPr>
        <p:spPr>
          <a:xfrm>
            <a:off x="1141413" y="618518"/>
            <a:ext cx="9905998" cy="1478570"/>
          </a:xfrm>
        </p:spPr>
        <p:txBody>
          <a:bodyPr>
            <a:normAutofit/>
          </a:bodyPr>
          <a:lstStyle/>
          <a:p>
            <a:r>
              <a:rPr lang="tr-TR" b="1" dirty="0"/>
              <a:t>5. </a:t>
            </a:r>
            <a:r>
              <a:rPr lang="tr-TR" b="1" dirty="0" err="1"/>
              <a:t>Biyotermal</a:t>
            </a:r>
            <a:r>
              <a:rPr lang="tr-TR" b="1" dirty="0"/>
              <a:t> İşaretler</a:t>
            </a:r>
            <a:endParaRPr lang="tr-TR" dirty="0"/>
          </a:p>
        </p:txBody>
      </p:sp>
      <p:graphicFrame>
        <p:nvGraphicFramePr>
          <p:cNvPr id="5" name="İçerik Yer Tutucusu 2">
            <a:extLst>
              <a:ext uri="{FF2B5EF4-FFF2-40B4-BE49-F238E27FC236}">
                <a16:creationId xmlns:a16="http://schemas.microsoft.com/office/drawing/2014/main" id="{3240A230-9859-A05A-0C8A-1EDC42AF527E}"/>
              </a:ext>
            </a:extLst>
          </p:cNvPr>
          <p:cNvGraphicFramePr>
            <a:graphicFrameLocks noGrp="1"/>
          </p:cNvGraphicFramePr>
          <p:nvPr>
            <p:ph idx="1"/>
            <p:extLst>
              <p:ext uri="{D42A27DB-BD31-4B8C-83A1-F6EECF244321}">
                <p14:modId xmlns:p14="http://schemas.microsoft.com/office/powerpoint/2010/main" val="629410218"/>
              </p:ext>
            </p:extLst>
          </p:nvPr>
        </p:nvGraphicFramePr>
        <p:xfrm>
          <a:off x="1141411" y="2440771"/>
          <a:ext cx="9905999" cy="35848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Alt Bilgi Yer Tutucusu 2">
            <a:extLst>
              <a:ext uri="{FF2B5EF4-FFF2-40B4-BE49-F238E27FC236}">
                <a16:creationId xmlns:a16="http://schemas.microsoft.com/office/drawing/2014/main" id="{A500F1CB-E531-193D-7653-C256E93F12BC}"/>
              </a:ext>
            </a:extLst>
          </p:cNvPr>
          <p:cNvSpPr>
            <a:spLocks noGrp="1"/>
          </p:cNvSpPr>
          <p:nvPr>
            <p:ph type="ftr" sz="quarter" idx="11"/>
          </p:nvPr>
        </p:nvSpPr>
        <p:spPr/>
        <p:txBody>
          <a:bodyPr/>
          <a:lstStyle/>
          <a:p>
            <a:r>
              <a:rPr lang="en-US"/>
              <a:t>MEHMET FATİH KARAKAŞ</a:t>
            </a:r>
            <a:endParaRPr lang="en-US" dirty="0"/>
          </a:p>
        </p:txBody>
      </p:sp>
    </p:spTree>
    <p:extLst>
      <p:ext uri="{BB962C8B-B14F-4D97-AF65-F5344CB8AC3E}">
        <p14:creationId xmlns:p14="http://schemas.microsoft.com/office/powerpoint/2010/main" val="29356082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pic>
        <p:nvPicPr>
          <p:cNvPr id="198" name="Picture 2">
            <a:extLst>
              <a:ext uri="{FF2B5EF4-FFF2-40B4-BE49-F238E27FC236}">
                <a16:creationId xmlns:a16="http://schemas.microsoft.com/office/drawing/2014/main" id="{9EB19A0D-88ED-4EC7-B012-FDA45662F22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p14="http://schemas.microsoft.com/office/powerpoint/2010/main" xmlns:a16="http://schemas.microsoft.com/office/drawing/2014/main" xmlns="">
                <a:solidFill>
                  <a:srgbClr val="FFFFFF"/>
                </a:solidFill>
              </a14:hiddenFill>
            </a:ext>
          </a:extLst>
        </p:spPr>
      </p:pic>
      <p:grpSp>
        <p:nvGrpSpPr>
          <p:cNvPr id="200" name="Group 199">
            <a:extLst>
              <a:ext uri="{FF2B5EF4-FFF2-40B4-BE49-F238E27FC236}">
                <a16:creationId xmlns:a16="http://schemas.microsoft.com/office/drawing/2014/main" id="{039C885C-7507-48BC-8DA5-9B9A8A3B290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201" name="Rectangle 5">
              <a:extLst>
                <a:ext uri="{FF2B5EF4-FFF2-40B4-BE49-F238E27FC236}">
                  <a16:creationId xmlns:a16="http://schemas.microsoft.com/office/drawing/2014/main" id="{80315E80-D09C-4AAC-A1AA-6416ADD0A776}"/>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09675" y="4763"/>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tr-TR"/>
            </a:p>
          </p:txBody>
        </p:sp>
        <p:sp>
          <p:nvSpPr>
            <p:cNvPr id="202" name="Freeform 6">
              <a:extLst>
                <a:ext uri="{FF2B5EF4-FFF2-40B4-BE49-F238E27FC236}">
                  <a16:creationId xmlns:a16="http://schemas.microsoft.com/office/drawing/2014/main" id="{464D5536-A035-4505-AF73-4F7CAE48825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03" name="Freeform 7">
              <a:extLst>
                <a:ext uri="{FF2B5EF4-FFF2-40B4-BE49-F238E27FC236}">
                  <a16:creationId xmlns:a16="http://schemas.microsoft.com/office/drawing/2014/main" id="{81218E36-F40D-459F-A201-0A62E0FA57A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04" name="Rectangle 8">
              <a:extLst>
                <a:ext uri="{FF2B5EF4-FFF2-40B4-BE49-F238E27FC236}">
                  <a16:creationId xmlns:a16="http://schemas.microsoft.com/office/drawing/2014/main" id="{5B53825A-3A84-4E26-A19D-A61548B6A596}"/>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414338" y="9525"/>
              <a:ext cx="28575" cy="4481513"/>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tr-TR"/>
            </a:p>
          </p:txBody>
        </p:sp>
        <p:sp>
          <p:nvSpPr>
            <p:cNvPr id="205" name="Freeform 9">
              <a:extLst>
                <a:ext uri="{FF2B5EF4-FFF2-40B4-BE49-F238E27FC236}">
                  <a16:creationId xmlns:a16="http://schemas.microsoft.com/office/drawing/2014/main" id="{AD90489C-7868-4D44-828E-5BD078E107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06" name="Freeform 10">
              <a:extLst>
                <a:ext uri="{FF2B5EF4-FFF2-40B4-BE49-F238E27FC236}">
                  <a16:creationId xmlns:a16="http://schemas.microsoft.com/office/drawing/2014/main" id="{98ED0810-C456-43E0-A430-4BF3E84BB3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07" name="Freeform 11">
              <a:extLst>
                <a:ext uri="{FF2B5EF4-FFF2-40B4-BE49-F238E27FC236}">
                  <a16:creationId xmlns:a16="http://schemas.microsoft.com/office/drawing/2014/main" id="{E5A0D863-274E-498B-A757-EE462B7CFC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08" name="Freeform 12">
              <a:extLst>
                <a:ext uri="{FF2B5EF4-FFF2-40B4-BE49-F238E27FC236}">
                  <a16:creationId xmlns:a16="http://schemas.microsoft.com/office/drawing/2014/main" id="{B7819E45-002E-4BE7-9D91-AF82D377627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09" name="Freeform 13">
              <a:extLst>
                <a:ext uri="{FF2B5EF4-FFF2-40B4-BE49-F238E27FC236}">
                  <a16:creationId xmlns:a16="http://schemas.microsoft.com/office/drawing/2014/main" id="{8B2A702D-53E8-4674-87E0-CA1F7E5627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10" name="Freeform 14">
              <a:extLst>
                <a:ext uri="{FF2B5EF4-FFF2-40B4-BE49-F238E27FC236}">
                  <a16:creationId xmlns:a16="http://schemas.microsoft.com/office/drawing/2014/main" id="{451CEEF2-55A9-4CDF-BB69-2D07031F0D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11" name="Freeform 15">
              <a:extLst>
                <a:ext uri="{FF2B5EF4-FFF2-40B4-BE49-F238E27FC236}">
                  <a16:creationId xmlns:a16="http://schemas.microsoft.com/office/drawing/2014/main" id="{DCEC5350-68CD-460C-999B-A6055EA5063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12" name="Freeform 16">
              <a:extLst>
                <a:ext uri="{FF2B5EF4-FFF2-40B4-BE49-F238E27FC236}">
                  <a16:creationId xmlns:a16="http://schemas.microsoft.com/office/drawing/2014/main" id="{26945734-B592-423F-BCF3-8ED9227467C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13" name="Freeform 17">
              <a:extLst>
                <a:ext uri="{FF2B5EF4-FFF2-40B4-BE49-F238E27FC236}">
                  <a16:creationId xmlns:a16="http://schemas.microsoft.com/office/drawing/2014/main" id="{D6FF6791-D332-4D35-90E0-42011DF40C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14" name="Freeform 18">
              <a:extLst>
                <a:ext uri="{FF2B5EF4-FFF2-40B4-BE49-F238E27FC236}">
                  <a16:creationId xmlns:a16="http://schemas.microsoft.com/office/drawing/2014/main" id="{B1ED9C0C-0AD0-4F60-BB85-02B00AFE760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15" name="Freeform 19">
              <a:extLst>
                <a:ext uri="{FF2B5EF4-FFF2-40B4-BE49-F238E27FC236}">
                  <a16:creationId xmlns:a16="http://schemas.microsoft.com/office/drawing/2014/main" id="{E202B26B-3FB3-4127-9295-F6E24A75ED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16" name="Freeform 20">
              <a:extLst>
                <a:ext uri="{FF2B5EF4-FFF2-40B4-BE49-F238E27FC236}">
                  <a16:creationId xmlns:a16="http://schemas.microsoft.com/office/drawing/2014/main" id="{A9B0C70B-3686-4190-8592-736E11AB4D0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17" name="Freeform 21">
              <a:extLst>
                <a:ext uri="{FF2B5EF4-FFF2-40B4-BE49-F238E27FC236}">
                  <a16:creationId xmlns:a16="http://schemas.microsoft.com/office/drawing/2014/main" id="{3DCD01FB-20E8-42C3-AFE9-DFD3F426A15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18" name="Freeform 22">
              <a:extLst>
                <a:ext uri="{FF2B5EF4-FFF2-40B4-BE49-F238E27FC236}">
                  <a16:creationId xmlns:a16="http://schemas.microsoft.com/office/drawing/2014/main" id="{E18D3AEB-E104-4243-893A-880F9A3C45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19" name="Freeform 23">
              <a:extLst>
                <a:ext uri="{FF2B5EF4-FFF2-40B4-BE49-F238E27FC236}">
                  <a16:creationId xmlns:a16="http://schemas.microsoft.com/office/drawing/2014/main" id="{25B79020-576E-46E2-BDDD-3D93C9DD53B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20" name="Freeform 24">
              <a:extLst>
                <a:ext uri="{FF2B5EF4-FFF2-40B4-BE49-F238E27FC236}">
                  <a16:creationId xmlns:a16="http://schemas.microsoft.com/office/drawing/2014/main" id="{F9BE123C-99CB-4F9F-B6AD-D78B410111B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21" name="Freeform 25">
              <a:extLst>
                <a:ext uri="{FF2B5EF4-FFF2-40B4-BE49-F238E27FC236}">
                  <a16:creationId xmlns:a16="http://schemas.microsoft.com/office/drawing/2014/main" id="{2652409A-0FBC-471C-8070-735AA2D18C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22" name="Freeform 26">
              <a:extLst>
                <a:ext uri="{FF2B5EF4-FFF2-40B4-BE49-F238E27FC236}">
                  <a16:creationId xmlns:a16="http://schemas.microsoft.com/office/drawing/2014/main" id="{A7B0AC30-BECB-435E-B184-5893DAF4CF1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23" name="Freeform 27">
              <a:extLst>
                <a:ext uri="{FF2B5EF4-FFF2-40B4-BE49-F238E27FC236}">
                  <a16:creationId xmlns:a16="http://schemas.microsoft.com/office/drawing/2014/main" id="{209F3AA3-0D92-49EA-8E9E-E851935910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24" name="Freeform 28">
              <a:extLst>
                <a:ext uri="{FF2B5EF4-FFF2-40B4-BE49-F238E27FC236}">
                  <a16:creationId xmlns:a16="http://schemas.microsoft.com/office/drawing/2014/main" id="{96C003E9-8BC2-48CC-ABF7-540233FDB0B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25" name="Freeform 29">
              <a:extLst>
                <a:ext uri="{FF2B5EF4-FFF2-40B4-BE49-F238E27FC236}">
                  <a16:creationId xmlns:a16="http://schemas.microsoft.com/office/drawing/2014/main" id="{13BDD8BA-D378-486C-AAC9-F4BC3E8560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26" name="Freeform 30">
              <a:extLst>
                <a:ext uri="{FF2B5EF4-FFF2-40B4-BE49-F238E27FC236}">
                  <a16:creationId xmlns:a16="http://schemas.microsoft.com/office/drawing/2014/main" id="{04C38930-9B92-429B-915A-D0198D6ACD1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27" name="Freeform 31">
              <a:extLst>
                <a:ext uri="{FF2B5EF4-FFF2-40B4-BE49-F238E27FC236}">
                  <a16:creationId xmlns:a16="http://schemas.microsoft.com/office/drawing/2014/main" id="{32660743-42C8-4FFB-A77B-66678E1E1B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28" name="Freeform 32">
              <a:extLst>
                <a:ext uri="{FF2B5EF4-FFF2-40B4-BE49-F238E27FC236}">
                  <a16:creationId xmlns:a16="http://schemas.microsoft.com/office/drawing/2014/main" id="{6B242301-66B7-4876-B23A-1B97410A55A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29" name="Rectangle 33">
              <a:extLst>
                <a:ext uri="{FF2B5EF4-FFF2-40B4-BE49-F238E27FC236}">
                  <a16:creationId xmlns:a16="http://schemas.microsoft.com/office/drawing/2014/main" id="{B05C5127-C481-4571-9E17-90305CA0A918}"/>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2938" y="6610350"/>
              <a:ext cx="23813" cy="242888"/>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tr-TR"/>
            </a:p>
          </p:txBody>
        </p:sp>
        <p:sp>
          <p:nvSpPr>
            <p:cNvPr id="230" name="Freeform 34">
              <a:extLst>
                <a:ext uri="{FF2B5EF4-FFF2-40B4-BE49-F238E27FC236}">
                  <a16:creationId xmlns:a16="http://schemas.microsoft.com/office/drawing/2014/main" id="{BC0F1F06-EBE2-4919-A902-A503E384D26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31" name="Freeform 35">
              <a:extLst>
                <a:ext uri="{FF2B5EF4-FFF2-40B4-BE49-F238E27FC236}">
                  <a16:creationId xmlns:a16="http://schemas.microsoft.com/office/drawing/2014/main" id="{2B2E1C8D-A953-4AED-8346-C34CFE3BE3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32" name="Freeform 36">
              <a:extLst>
                <a:ext uri="{FF2B5EF4-FFF2-40B4-BE49-F238E27FC236}">
                  <a16:creationId xmlns:a16="http://schemas.microsoft.com/office/drawing/2014/main" id="{8F150D6E-EB09-41AD-93BE-BF543BE365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33" name="Freeform 37">
              <a:extLst>
                <a:ext uri="{FF2B5EF4-FFF2-40B4-BE49-F238E27FC236}">
                  <a16:creationId xmlns:a16="http://schemas.microsoft.com/office/drawing/2014/main" id="{AE3633FE-8FF6-4FC3-8422-483E7FAEDE5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34" name="Freeform 38">
              <a:extLst>
                <a:ext uri="{FF2B5EF4-FFF2-40B4-BE49-F238E27FC236}">
                  <a16:creationId xmlns:a16="http://schemas.microsoft.com/office/drawing/2014/main" id="{D233BC09-3785-4EA9-A80F-699EABFCD8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35" name="Freeform 39">
              <a:extLst>
                <a:ext uri="{FF2B5EF4-FFF2-40B4-BE49-F238E27FC236}">
                  <a16:creationId xmlns:a16="http://schemas.microsoft.com/office/drawing/2014/main" id="{DEFAAC70-9A33-41C4-9960-80B056E47F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36" name="Freeform 40">
              <a:extLst>
                <a:ext uri="{FF2B5EF4-FFF2-40B4-BE49-F238E27FC236}">
                  <a16:creationId xmlns:a16="http://schemas.microsoft.com/office/drawing/2014/main" id="{FE1B6380-FA49-4E35-B2EB-BC1D322A0A2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37" name="Freeform 41">
              <a:extLst>
                <a:ext uri="{FF2B5EF4-FFF2-40B4-BE49-F238E27FC236}">
                  <a16:creationId xmlns:a16="http://schemas.microsoft.com/office/drawing/2014/main" id="{F578AFE9-69B9-4FE3-A349-4640D49A58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38" name="Freeform 42">
              <a:extLst>
                <a:ext uri="{FF2B5EF4-FFF2-40B4-BE49-F238E27FC236}">
                  <a16:creationId xmlns:a16="http://schemas.microsoft.com/office/drawing/2014/main" id="{49C01CF4-73AC-40B8-8AA5-60072CBB342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39" name="Freeform 43">
              <a:extLst>
                <a:ext uri="{FF2B5EF4-FFF2-40B4-BE49-F238E27FC236}">
                  <a16:creationId xmlns:a16="http://schemas.microsoft.com/office/drawing/2014/main" id="{B4DA1C3D-282A-4010-9263-E2F62D7954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40" name="Freeform 44">
              <a:extLst>
                <a:ext uri="{FF2B5EF4-FFF2-40B4-BE49-F238E27FC236}">
                  <a16:creationId xmlns:a16="http://schemas.microsoft.com/office/drawing/2014/main" id="{52475A43-7A28-4A0F-BA58-C070BB882B6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41" name="Rectangle 45">
              <a:extLst>
                <a:ext uri="{FF2B5EF4-FFF2-40B4-BE49-F238E27FC236}">
                  <a16:creationId xmlns:a16="http://schemas.microsoft.com/office/drawing/2014/main" id="{0C7241CC-AC61-4580-A46E-C217B329EB28}"/>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28725" y="4662488"/>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tr-TR"/>
            </a:p>
          </p:txBody>
        </p:sp>
        <p:sp>
          <p:nvSpPr>
            <p:cNvPr id="242" name="Freeform 46">
              <a:extLst>
                <a:ext uri="{FF2B5EF4-FFF2-40B4-BE49-F238E27FC236}">
                  <a16:creationId xmlns:a16="http://schemas.microsoft.com/office/drawing/2014/main" id="{584FF8AA-E75D-483B-A344-7022541CF8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43" name="Freeform 47">
              <a:extLst>
                <a:ext uri="{FF2B5EF4-FFF2-40B4-BE49-F238E27FC236}">
                  <a16:creationId xmlns:a16="http://schemas.microsoft.com/office/drawing/2014/main" id="{AFF0ABD2-8247-432E-9F13-CCB7D0E6206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44" name="Freeform 48">
              <a:extLst>
                <a:ext uri="{FF2B5EF4-FFF2-40B4-BE49-F238E27FC236}">
                  <a16:creationId xmlns:a16="http://schemas.microsoft.com/office/drawing/2014/main" id="{8779D639-A8BE-46A3-BF82-B0498C363B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45" name="Freeform 49">
              <a:extLst>
                <a:ext uri="{FF2B5EF4-FFF2-40B4-BE49-F238E27FC236}">
                  <a16:creationId xmlns:a16="http://schemas.microsoft.com/office/drawing/2014/main" id="{62C75AD3-B601-4AB8-A449-C0375B263A5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46" name="Freeform 50">
              <a:extLst>
                <a:ext uri="{FF2B5EF4-FFF2-40B4-BE49-F238E27FC236}">
                  <a16:creationId xmlns:a16="http://schemas.microsoft.com/office/drawing/2014/main" id="{7CEBAD4A-BB32-451F-B1E1-48D6F52EBD5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47" name="Freeform 51">
              <a:extLst>
                <a:ext uri="{FF2B5EF4-FFF2-40B4-BE49-F238E27FC236}">
                  <a16:creationId xmlns:a16="http://schemas.microsoft.com/office/drawing/2014/main" id="{9EA19F7F-29F8-4DF4-AB9B-C4D507FA7C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48" name="Freeform 52">
              <a:extLst>
                <a:ext uri="{FF2B5EF4-FFF2-40B4-BE49-F238E27FC236}">
                  <a16:creationId xmlns:a16="http://schemas.microsoft.com/office/drawing/2014/main" id="{9A6E14CB-BA29-40ED-B9E1-9AF554AFDE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49" name="Freeform 53">
              <a:extLst>
                <a:ext uri="{FF2B5EF4-FFF2-40B4-BE49-F238E27FC236}">
                  <a16:creationId xmlns:a16="http://schemas.microsoft.com/office/drawing/2014/main" id="{384A67CA-9AF3-4473-9BC7-2C48C432616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50" name="Freeform 54">
              <a:extLst>
                <a:ext uri="{FF2B5EF4-FFF2-40B4-BE49-F238E27FC236}">
                  <a16:creationId xmlns:a16="http://schemas.microsoft.com/office/drawing/2014/main" id="{9DE1AF00-9D03-4DFB-B862-C8665962894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51" name="Freeform 55">
              <a:extLst>
                <a:ext uri="{FF2B5EF4-FFF2-40B4-BE49-F238E27FC236}">
                  <a16:creationId xmlns:a16="http://schemas.microsoft.com/office/drawing/2014/main" id="{03D15E32-C507-4B36-B9AB-BD0A1AEBDE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52" name="Freeform 56">
              <a:extLst>
                <a:ext uri="{FF2B5EF4-FFF2-40B4-BE49-F238E27FC236}">
                  <a16:creationId xmlns:a16="http://schemas.microsoft.com/office/drawing/2014/main" id="{978B3024-1C05-4858-A919-0ABF75EF71A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53" name="Freeform 57">
              <a:extLst>
                <a:ext uri="{FF2B5EF4-FFF2-40B4-BE49-F238E27FC236}">
                  <a16:creationId xmlns:a16="http://schemas.microsoft.com/office/drawing/2014/main" id="{04B0C1D6-8B63-4D35-83C5-5D4331190A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54" name="Freeform 58">
              <a:extLst>
                <a:ext uri="{FF2B5EF4-FFF2-40B4-BE49-F238E27FC236}">
                  <a16:creationId xmlns:a16="http://schemas.microsoft.com/office/drawing/2014/main" id="{C0409678-BF82-43B2-8F95-46A5A0E1864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grpSp>
      <p:sp>
        <p:nvSpPr>
          <p:cNvPr id="2" name="Başlık 1">
            <a:extLst>
              <a:ext uri="{FF2B5EF4-FFF2-40B4-BE49-F238E27FC236}">
                <a16:creationId xmlns:a16="http://schemas.microsoft.com/office/drawing/2014/main" id="{79D68492-4CC5-B397-F962-0B0E2AA4531A}"/>
              </a:ext>
            </a:extLst>
          </p:cNvPr>
          <p:cNvSpPr>
            <a:spLocks noGrp="1"/>
          </p:cNvSpPr>
          <p:nvPr>
            <p:ph type="title"/>
          </p:nvPr>
        </p:nvSpPr>
        <p:spPr>
          <a:xfrm>
            <a:off x="1617233" y="4539573"/>
            <a:ext cx="8957534" cy="1182838"/>
          </a:xfrm>
        </p:spPr>
        <p:txBody>
          <a:bodyPr vert="horz" lIns="91440" tIns="45720" rIns="91440" bIns="45720" rtlCol="0" anchor="b">
            <a:normAutofit/>
          </a:bodyPr>
          <a:lstStyle/>
          <a:p>
            <a:pPr algn="ctr"/>
            <a:r>
              <a:rPr lang="en-US" sz="4100" dirty="0"/>
              <a:t>B</a:t>
            </a:r>
            <a:r>
              <a:rPr lang="tr-TR" sz="4100" dirty="0"/>
              <a:t>i</a:t>
            </a:r>
            <a:r>
              <a:rPr lang="en-US" sz="4100" dirty="0" err="1"/>
              <a:t>yoelektr</a:t>
            </a:r>
            <a:r>
              <a:rPr lang="tr-TR" sz="4100" dirty="0"/>
              <a:t>i</a:t>
            </a:r>
            <a:r>
              <a:rPr lang="en-US" sz="4100" dirty="0"/>
              <a:t>k </a:t>
            </a:r>
            <a:r>
              <a:rPr lang="en-US" sz="4100" dirty="0" err="1"/>
              <a:t>İşaretler</a:t>
            </a:r>
            <a:r>
              <a:rPr lang="tr-TR" sz="4100" dirty="0"/>
              <a:t>i</a:t>
            </a:r>
            <a:r>
              <a:rPr lang="en-US" sz="4100" dirty="0"/>
              <a:t>n </a:t>
            </a:r>
            <a:r>
              <a:rPr lang="en-US" sz="4100" dirty="0" err="1"/>
              <a:t>Oluşumu</a:t>
            </a:r>
            <a:endParaRPr lang="en-US" sz="4100" dirty="0"/>
          </a:p>
        </p:txBody>
      </p:sp>
      <p:sp>
        <p:nvSpPr>
          <p:cNvPr id="256" name="Round Diagonal Corner Rectangle 6">
            <a:extLst>
              <a:ext uri="{FF2B5EF4-FFF2-40B4-BE49-F238E27FC236}">
                <a16:creationId xmlns:a16="http://schemas.microsoft.com/office/drawing/2014/main" id="{9CE97880-B96A-4BF9-BFFB-34DAA44F88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6974" y="639965"/>
            <a:ext cx="10879991" cy="3598548"/>
          </a:xfrm>
          <a:prstGeom prst="round2DiagRect">
            <a:avLst>
              <a:gd name="adj1" fmla="val 9529"/>
              <a:gd name="adj2" fmla="val 0"/>
            </a:avLst>
          </a:prstGeom>
          <a:solidFill>
            <a:srgbClr val="FFFFFF"/>
          </a:solidFill>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İçerik Yer Tutucusu 9" descr="diyagram, kırpıntı çizim içeren bir resim&#10;&#10;Yapay zeka tarafından oluşturulmuş içerik yanlış olabilir.">
            <a:extLst>
              <a:ext uri="{FF2B5EF4-FFF2-40B4-BE49-F238E27FC236}">
                <a16:creationId xmlns:a16="http://schemas.microsoft.com/office/drawing/2014/main" id="{6B181018-B762-09D2-429A-D9C47023757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87909" y="1302098"/>
            <a:ext cx="3732143" cy="2192635"/>
          </a:xfrm>
          <a:prstGeom prst="rect">
            <a:avLst/>
          </a:prstGeom>
        </p:spPr>
      </p:pic>
      <p:pic>
        <p:nvPicPr>
          <p:cNvPr id="4" name="Resim 3">
            <a:extLst>
              <a:ext uri="{FF2B5EF4-FFF2-40B4-BE49-F238E27FC236}">
                <a16:creationId xmlns:a16="http://schemas.microsoft.com/office/drawing/2014/main" id="{4B8D54EC-4DF9-B7DD-EBC4-DA104D893F2A}"/>
              </a:ext>
            </a:extLst>
          </p:cNvPr>
          <p:cNvPicPr>
            <a:picLocks noChangeAspect="1"/>
          </p:cNvPicPr>
          <p:nvPr/>
        </p:nvPicPr>
        <p:blipFill>
          <a:blip r:embed="rId5"/>
          <a:stretch>
            <a:fillRect/>
          </a:stretch>
        </p:blipFill>
        <p:spPr>
          <a:xfrm>
            <a:off x="4734352" y="1513573"/>
            <a:ext cx="6473402" cy="1820226"/>
          </a:xfrm>
          <a:prstGeom prst="rect">
            <a:avLst/>
          </a:prstGeom>
        </p:spPr>
      </p:pic>
      <p:sp>
        <p:nvSpPr>
          <p:cNvPr id="5" name="Alt Bilgi Yer Tutucusu 4">
            <a:extLst>
              <a:ext uri="{FF2B5EF4-FFF2-40B4-BE49-F238E27FC236}">
                <a16:creationId xmlns:a16="http://schemas.microsoft.com/office/drawing/2014/main" id="{8923C7A8-845C-39B2-E07E-D0BA3B96A256}"/>
              </a:ext>
            </a:extLst>
          </p:cNvPr>
          <p:cNvSpPr>
            <a:spLocks noGrp="1"/>
          </p:cNvSpPr>
          <p:nvPr>
            <p:ph type="ftr" sz="quarter" idx="11"/>
          </p:nvPr>
        </p:nvSpPr>
        <p:spPr/>
        <p:txBody>
          <a:bodyPr/>
          <a:lstStyle/>
          <a:p>
            <a:r>
              <a:rPr lang="en-US"/>
              <a:t>MEHMET FATİH KARAKAŞ</a:t>
            </a:r>
            <a:endParaRPr lang="en-US" dirty="0"/>
          </a:p>
        </p:txBody>
      </p:sp>
    </p:spTree>
    <p:extLst>
      <p:ext uri="{BB962C8B-B14F-4D97-AF65-F5344CB8AC3E}">
        <p14:creationId xmlns:p14="http://schemas.microsoft.com/office/powerpoint/2010/main" val="32034908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A1F02056-AC3F-F174-EF14-6BC5AA7AC912}"/>
              </a:ext>
            </a:extLst>
          </p:cNvPr>
          <p:cNvSpPr>
            <a:spLocks noGrp="1"/>
          </p:cNvSpPr>
          <p:nvPr>
            <p:ph type="title"/>
          </p:nvPr>
        </p:nvSpPr>
        <p:spPr>
          <a:xfrm>
            <a:off x="1141413" y="618518"/>
            <a:ext cx="9905998" cy="1478570"/>
          </a:xfrm>
        </p:spPr>
        <p:txBody>
          <a:bodyPr>
            <a:normAutofit/>
          </a:bodyPr>
          <a:lstStyle/>
          <a:p>
            <a:r>
              <a:rPr lang="tr-TR"/>
              <a:t>Biyoelektrik İşaretlerinin Oluşumu</a:t>
            </a:r>
          </a:p>
        </p:txBody>
      </p:sp>
      <p:graphicFrame>
        <p:nvGraphicFramePr>
          <p:cNvPr id="11" name="İçerik Yer Tutucusu 2">
            <a:extLst>
              <a:ext uri="{FF2B5EF4-FFF2-40B4-BE49-F238E27FC236}">
                <a16:creationId xmlns:a16="http://schemas.microsoft.com/office/drawing/2014/main" id="{4F8CA40E-2B2E-06E5-0A19-58F4679AF7E6}"/>
              </a:ext>
            </a:extLst>
          </p:cNvPr>
          <p:cNvGraphicFramePr>
            <a:graphicFrameLocks noGrp="1"/>
          </p:cNvGraphicFramePr>
          <p:nvPr>
            <p:ph idx="1"/>
            <p:extLst>
              <p:ext uri="{D42A27DB-BD31-4B8C-83A1-F6EECF244321}">
                <p14:modId xmlns:p14="http://schemas.microsoft.com/office/powerpoint/2010/main" val="4125917036"/>
              </p:ext>
            </p:extLst>
          </p:nvPr>
        </p:nvGraphicFramePr>
        <p:xfrm>
          <a:off x="1141413" y="2418820"/>
          <a:ext cx="9906000" cy="314272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Alt Bilgi Yer Tutucusu 5">
            <a:extLst>
              <a:ext uri="{FF2B5EF4-FFF2-40B4-BE49-F238E27FC236}">
                <a16:creationId xmlns:a16="http://schemas.microsoft.com/office/drawing/2014/main" id="{29CD3744-F212-2637-328C-272C219C072C}"/>
              </a:ext>
            </a:extLst>
          </p:cNvPr>
          <p:cNvSpPr>
            <a:spLocks noGrp="1"/>
          </p:cNvSpPr>
          <p:nvPr>
            <p:ph type="ftr" sz="quarter" idx="11"/>
          </p:nvPr>
        </p:nvSpPr>
        <p:spPr/>
        <p:txBody>
          <a:bodyPr/>
          <a:lstStyle/>
          <a:p>
            <a:r>
              <a:rPr lang="en-US"/>
              <a:t>MEHMET FATİH KARAKAŞ</a:t>
            </a:r>
            <a:endParaRPr lang="en-US" dirty="0"/>
          </a:p>
        </p:txBody>
      </p:sp>
    </p:spTree>
    <p:extLst>
      <p:ext uri="{BB962C8B-B14F-4D97-AF65-F5344CB8AC3E}">
        <p14:creationId xmlns:p14="http://schemas.microsoft.com/office/powerpoint/2010/main" val="16763917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BFC9644-673A-459F-B3C5-9310A4E50E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4ADB9295-9645-4BF2-ADFD-75800B7FAD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20788" cy="6858001"/>
            <a:chOff x="-14288" y="0"/>
            <a:chExt cx="1220788" cy="6858001"/>
          </a:xfrm>
          <a:solidFill>
            <a:schemeClr val="bg2">
              <a:lumMod val="60000"/>
              <a:lumOff val="40000"/>
              <a:alpha val="60000"/>
            </a:schemeClr>
          </a:solidFill>
        </p:grpSpPr>
        <p:sp>
          <p:nvSpPr>
            <p:cNvPr id="11" name="Rectangle 5">
              <a:extLst>
                <a:ext uri="{FF2B5EF4-FFF2-40B4-BE49-F238E27FC236}">
                  <a16:creationId xmlns:a16="http://schemas.microsoft.com/office/drawing/2014/main" id="{95B061E9-E435-4E1B-B160-96584A1166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tr-TR"/>
            </a:p>
          </p:txBody>
        </p:sp>
        <p:sp>
          <p:nvSpPr>
            <p:cNvPr id="12" name="Freeform 6">
              <a:extLst>
                <a:ext uri="{FF2B5EF4-FFF2-40B4-BE49-F238E27FC236}">
                  <a16:creationId xmlns:a16="http://schemas.microsoft.com/office/drawing/2014/main" id="{3CD7972E-7D38-40EE-A80B-E2A848811E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13" name="Freeform 7">
              <a:extLst>
                <a:ext uri="{FF2B5EF4-FFF2-40B4-BE49-F238E27FC236}">
                  <a16:creationId xmlns:a16="http://schemas.microsoft.com/office/drawing/2014/main" id="{524A3B55-746F-419F-8CFF-5F3A4BE1434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14" name="Freeform 8">
              <a:extLst>
                <a:ext uri="{FF2B5EF4-FFF2-40B4-BE49-F238E27FC236}">
                  <a16:creationId xmlns:a16="http://schemas.microsoft.com/office/drawing/2014/main" id="{9C63219B-AD72-4494-935E-F5C70DB549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15" name="Freeform 9">
              <a:extLst>
                <a:ext uri="{FF2B5EF4-FFF2-40B4-BE49-F238E27FC236}">
                  <a16:creationId xmlns:a16="http://schemas.microsoft.com/office/drawing/2014/main" id="{15B41FD2-05E2-44E7-8760-09E65D1C60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16" name="Freeform 10">
              <a:extLst>
                <a:ext uri="{FF2B5EF4-FFF2-40B4-BE49-F238E27FC236}">
                  <a16:creationId xmlns:a16="http://schemas.microsoft.com/office/drawing/2014/main" id="{FE6D63D0-3347-4EE2-8F65-F1C32168FA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17" name="Freeform 11">
              <a:extLst>
                <a:ext uri="{FF2B5EF4-FFF2-40B4-BE49-F238E27FC236}">
                  <a16:creationId xmlns:a16="http://schemas.microsoft.com/office/drawing/2014/main" id="{538A46A3-DB16-45D5-B636-03EFE39FE9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18" name="Freeform 12">
              <a:extLst>
                <a:ext uri="{FF2B5EF4-FFF2-40B4-BE49-F238E27FC236}">
                  <a16:creationId xmlns:a16="http://schemas.microsoft.com/office/drawing/2014/main" id="{0B8A2B0E-823F-4BE8-9359-45143BB124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19" name="Freeform 13">
              <a:extLst>
                <a:ext uri="{FF2B5EF4-FFF2-40B4-BE49-F238E27FC236}">
                  <a16:creationId xmlns:a16="http://schemas.microsoft.com/office/drawing/2014/main" id="{44516B3C-A8BE-46FC-B643-3DFEB7F283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0" name="Freeform 14">
              <a:extLst>
                <a:ext uri="{FF2B5EF4-FFF2-40B4-BE49-F238E27FC236}">
                  <a16:creationId xmlns:a16="http://schemas.microsoft.com/office/drawing/2014/main" id="{59FD699C-3920-4E57-BE27-165A3F036C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1" name="Freeform 15">
              <a:extLst>
                <a:ext uri="{FF2B5EF4-FFF2-40B4-BE49-F238E27FC236}">
                  <a16:creationId xmlns:a16="http://schemas.microsoft.com/office/drawing/2014/main" id="{0FB0C02E-3F53-4889-8ADF-80DBC43F69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2" name="Line 16">
              <a:extLst>
                <a:ext uri="{FF2B5EF4-FFF2-40B4-BE49-F238E27FC236}">
                  <a16:creationId xmlns:a16="http://schemas.microsoft.com/office/drawing/2014/main" id="{F8A0C89C-946F-4BCD-8A27-BB73E37FE525}"/>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tr-TR"/>
            </a:p>
          </p:txBody>
        </p:sp>
        <p:sp>
          <p:nvSpPr>
            <p:cNvPr id="23" name="Freeform 17">
              <a:extLst>
                <a:ext uri="{FF2B5EF4-FFF2-40B4-BE49-F238E27FC236}">
                  <a16:creationId xmlns:a16="http://schemas.microsoft.com/office/drawing/2014/main" id="{70C83EAF-4E92-4849-A240-B257871DC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4" name="Freeform 18">
              <a:extLst>
                <a:ext uri="{FF2B5EF4-FFF2-40B4-BE49-F238E27FC236}">
                  <a16:creationId xmlns:a16="http://schemas.microsoft.com/office/drawing/2014/main" id="{320FD164-4D7A-469C-B3F4-B926BFACF5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5" name="Freeform 19">
              <a:extLst>
                <a:ext uri="{FF2B5EF4-FFF2-40B4-BE49-F238E27FC236}">
                  <a16:creationId xmlns:a16="http://schemas.microsoft.com/office/drawing/2014/main" id="{F6E14D9A-4E63-48FF-95C5-9E8DDFF86C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6" name="Freeform 20">
              <a:extLst>
                <a:ext uri="{FF2B5EF4-FFF2-40B4-BE49-F238E27FC236}">
                  <a16:creationId xmlns:a16="http://schemas.microsoft.com/office/drawing/2014/main" id="{F3DCD24F-3CA8-4404-B22C-E4C928995F3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7" name="Rectangle 21">
              <a:extLst>
                <a:ext uri="{FF2B5EF4-FFF2-40B4-BE49-F238E27FC236}">
                  <a16:creationId xmlns:a16="http://schemas.microsoft.com/office/drawing/2014/main" id="{8AD2E827-32A3-4BE4-9CC6-8315629177A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tr-TR"/>
            </a:p>
          </p:txBody>
        </p:sp>
        <p:sp>
          <p:nvSpPr>
            <p:cNvPr id="28" name="Freeform 22">
              <a:extLst>
                <a:ext uri="{FF2B5EF4-FFF2-40B4-BE49-F238E27FC236}">
                  <a16:creationId xmlns:a16="http://schemas.microsoft.com/office/drawing/2014/main" id="{47FB2CCC-1230-494F-B2D1-F05E5B8EDF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9" name="Freeform 23">
              <a:extLst>
                <a:ext uri="{FF2B5EF4-FFF2-40B4-BE49-F238E27FC236}">
                  <a16:creationId xmlns:a16="http://schemas.microsoft.com/office/drawing/2014/main" id="{A5F44514-9274-47E3-9243-CA9356C166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0" name="Freeform 24">
              <a:extLst>
                <a:ext uri="{FF2B5EF4-FFF2-40B4-BE49-F238E27FC236}">
                  <a16:creationId xmlns:a16="http://schemas.microsoft.com/office/drawing/2014/main" id="{D06192CD-AD86-4DCA-8B53-4ACCA46583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1" name="Freeform 25">
              <a:extLst>
                <a:ext uri="{FF2B5EF4-FFF2-40B4-BE49-F238E27FC236}">
                  <a16:creationId xmlns:a16="http://schemas.microsoft.com/office/drawing/2014/main" id="{99E9203A-21E4-46D8-981A-4B28CA320A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2" name="Freeform 26">
              <a:extLst>
                <a:ext uri="{FF2B5EF4-FFF2-40B4-BE49-F238E27FC236}">
                  <a16:creationId xmlns:a16="http://schemas.microsoft.com/office/drawing/2014/main" id="{32FCE9B6-FB52-4045-8DCC-E5959B9A40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3" name="Freeform 27">
              <a:extLst>
                <a:ext uri="{FF2B5EF4-FFF2-40B4-BE49-F238E27FC236}">
                  <a16:creationId xmlns:a16="http://schemas.microsoft.com/office/drawing/2014/main" id="{E4A7025C-CDE8-429A-BBB9-E7380C9623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4" name="Freeform 28">
              <a:extLst>
                <a:ext uri="{FF2B5EF4-FFF2-40B4-BE49-F238E27FC236}">
                  <a16:creationId xmlns:a16="http://schemas.microsoft.com/office/drawing/2014/main" id="{A4EA0256-5DF5-437A-98A7-B79F3E6BB8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5" name="Freeform 29">
              <a:extLst>
                <a:ext uri="{FF2B5EF4-FFF2-40B4-BE49-F238E27FC236}">
                  <a16:creationId xmlns:a16="http://schemas.microsoft.com/office/drawing/2014/main" id="{90C9433D-9E1C-493B-BEBD-C3081FFA32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6" name="Freeform 30">
              <a:extLst>
                <a:ext uri="{FF2B5EF4-FFF2-40B4-BE49-F238E27FC236}">
                  <a16:creationId xmlns:a16="http://schemas.microsoft.com/office/drawing/2014/main" id="{352B39BB-F298-4285-A709-1FBA0CB72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7" name="Freeform 31">
              <a:extLst>
                <a:ext uri="{FF2B5EF4-FFF2-40B4-BE49-F238E27FC236}">
                  <a16:creationId xmlns:a16="http://schemas.microsoft.com/office/drawing/2014/main" id="{31CAF2A0-CBA0-4E86-AA87-8750EC1AFB2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grpSp>
      <p:sp>
        <p:nvSpPr>
          <p:cNvPr id="2" name="Başlık 1">
            <a:extLst>
              <a:ext uri="{FF2B5EF4-FFF2-40B4-BE49-F238E27FC236}">
                <a16:creationId xmlns:a16="http://schemas.microsoft.com/office/drawing/2014/main" id="{6D30EA28-8842-0809-7EEC-ED64730A2512}"/>
              </a:ext>
            </a:extLst>
          </p:cNvPr>
          <p:cNvSpPr>
            <a:spLocks noGrp="1"/>
          </p:cNvSpPr>
          <p:nvPr>
            <p:ph type="title"/>
          </p:nvPr>
        </p:nvSpPr>
        <p:spPr>
          <a:xfrm>
            <a:off x="1019015" y="1093787"/>
            <a:ext cx="3059969" cy="4697413"/>
          </a:xfrm>
        </p:spPr>
        <p:txBody>
          <a:bodyPr>
            <a:normAutofit/>
          </a:bodyPr>
          <a:lstStyle/>
          <a:p>
            <a:r>
              <a:rPr lang="tr-TR"/>
              <a:t>Biyoelektrik İşaretlerinin Oluşumu</a:t>
            </a:r>
          </a:p>
        </p:txBody>
      </p:sp>
      <p:sp useBgFill="1">
        <p:nvSpPr>
          <p:cNvPr id="39" name="Round Diagonal Corner Rectangle 7">
            <a:extLst>
              <a:ext uri="{FF2B5EF4-FFF2-40B4-BE49-F238E27FC236}">
                <a16:creationId xmlns:a16="http://schemas.microsoft.com/office/drawing/2014/main" id="{7D1C411D-0818-4640-8657-2AF78250C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5084" y="0"/>
            <a:ext cx="7566916" cy="6848476"/>
          </a:xfrm>
          <a:prstGeom prst="round2DiagRect">
            <a:avLst>
              <a:gd name="adj1" fmla="val 0"/>
              <a:gd name="adj2" fmla="val 0"/>
            </a:avLst>
          </a:prstGeom>
          <a:ln w="19050" cap="sq">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İçerik Yer Tutucusu 2">
            <a:extLst>
              <a:ext uri="{FF2B5EF4-FFF2-40B4-BE49-F238E27FC236}">
                <a16:creationId xmlns:a16="http://schemas.microsoft.com/office/drawing/2014/main" id="{EAF7EF77-28F5-9386-6587-00E068FF9AB6}"/>
              </a:ext>
            </a:extLst>
          </p:cNvPr>
          <p:cNvSpPr>
            <a:spLocks noGrp="1"/>
          </p:cNvSpPr>
          <p:nvPr>
            <p:ph idx="1"/>
          </p:nvPr>
        </p:nvSpPr>
        <p:spPr>
          <a:xfrm>
            <a:off x="5215467" y="1093788"/>
            <a:ext cx="5831944" cy="4697413"/>
          </a:xfrm>
        </p:spPr>
        <p:txBody>
          <a:bodyPr>
            <a:normAutofit/>
          </a:bodyPr>
          <a:lstStyle/>
          <a:p>
            <a:pPr>
              <a:lnSpc>
                <a:spcPct val="110000"/>
              </a:lnSpc>
            </a:pPr>
            <a:r>
              <a:rPr lang="tr-TR" sz="2000"/>
              <a:t>Membran, hücrenin çevresini kaplayan bir duvar olarak hücrenin iç ve dış kısmını ayırır ve geçirgenlik (permeabilite) engeli olarak çalışır. </a:t>
            </a:r>
          </a:p>
          <a:p>
            <a:pPr>
              <a:lnSpc>
                <a:spcPct val="110000"/>
              </a:lnSpc>
            </a:pPr>
            <a:r>
              <a:rPr lang="tr-TR" sz="2000"/>
              <a:t>Hücreye gireni, çıkanı kontrol eder ve böylece aktif ve pasif membran iletimini gerçekleştirir. </a:t>
            </a:r>
          </a:p>
          <a:p>
            <a:pPr>
              <a:lnSpc>
                <a:spcPct val="110000"/>
              </a:lnSpc>
            </a:pPr>
            <a:r>
              <a:rPr lang="tr-TR" sz="2000"/>
              <a:t>Hücreye gelen tüm kimyasal (hormonal) ve elektriksel (sinirsel) enformasyon membran yolu üzerinden hücreye ulaşır.</a:t>
            </a:r>
          </a:p>
          <a:p>
            <a:pPr>
              <a:lnSpc>
                <a:spcPct val="110000"/>
              </a:lnSpc>
            </a:pPr>
            <a:r>
              <a:rPr lang="tr-TR" sz="2000"/>
              <a:t>Hormonlar membrandaki reseptörlere etki ederek etkilerini hücreye ulaştırırlar. Birçok ilaç etkilerini ancak membran ile temas ettikten sonra gösterir.</a:t>
            </a:r>
          </a:p>
        </p:txBody>
      </p:sp>
      <p:sp>
        <p:nvSpPr>
          <p:cNvPr id="5" name="Alt Bilgi Yer Tutucusu 4">
            <a:extLst>
              <a:ext uri="{FF2B5EF4-FFF2-40B4-BE49-F238E27FC236}">
                <a16:creationId xmlns:a16="http://schemas.microsoft.com/office/drawing/2014/main" id="{32970440-824E-A33C-0F8B-3B858567BD27}"/>
              </a:ext>
            </a:extLst>
          </p:cNvPr>
          <p:cNvSpPr>
            <a:spLocks noGrp="1"/>
          </p:cNvSpPr>
          <p:nvPr>
            <p:ph type="ftr" sz="quarter" idx="11"/>
          </p:nvPr>
        </p:nvSpPr>
        <p:spPr/>
        <p:txBody>
          <a:bodyPr/>
          <a:lstStyle/>
          <a:p>
            <a:r>
              <a:rPr lang="en-US"/>
              <a:t>MEHMET FATİH KARAKAŞ</a:t>
            </a:r>
            <a:endParaRPr lang="en-US" dirty="0"/>
          </a:p>
        </p:txBody>
      </p:sp>
    </p:spTree>
    <p:extLst>
      <p:ext uri="{BB962C8B-B14F-4D97-AF65-F5344CB8AC3E}">
        <p14:creationId xmlns:p14="http://schemas.microsoft.com/office/powerpoint/2010/main" val="14645102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BFC9644-673A-459F-B3C5-9310A4E50E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4ADB9295-9645-4BF2-ADFD-75800B7FAD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20788" cy="6858001"/>
            <a:chOff x="-14288" y="0"/>
            <a:chExt cx="1220788" cy="6858001"/>
          </a:xfrm>
          <a:solidFill>
            <a:schemeClr val="bg2">
              <a:lumMod val="60000"/>
              <a:lumOff val="40000"/>
              <a:alpha val="60000"/>
            </a:schemeClr>
          </a:solidFill>
        </p:grpSpPr>
        <p:sp>
          <p:nvSpPr>
            <p:cNvPr id="11" name="Rectangle 5">
              <a:extLst>
                <a:ext uri="{FF2B5EF4-FFF2-40B4-BE49-F238E27FC236}">
                  <a16:creationId xmlns:a16="http://schemas.microsoft.com/office/drawing/2014/main" id="{95B061E9-E435-4E1B-B160-96584A1166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tr-TR"/>
            </a:p>
          </p:txBody>
        </p:sp>
        <p:sp>
          <p:nvSpPr>
            <p:cNvPr id="12" name="Freeform 6">
              <a:extLst>
                <a:ext uri="{FF2B5EF4-FFF2-40B4-BE49-F238E27FC236}">
                  <a16:creationId xmlns:a16="http://schemas.microsoft.com/office/drawing/2014/main" id="{3CD7972E-7D38-40EE-A80B-E2A848811E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13" name="Freeform 7">
              <a:extLst>
                <a:ext uri="{FF2B5EF4-FFF2-40B4-BE49-F238E27FC236}">
                  <a16:creationId xmlns:a16="http://schemas.microsoft.com/office/drawing/2014/main" id="{524A3B55-746F-419F-8CFF-5F3A4BE1434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14" name="Freeform 8">
              <a:extLst>
                <a:ext uri="{FF2B5EF4-FFF2-40B4-BE49-F238E27FC236}">
                  <a16:creationId xmlns:a16="http://schemas.microsoft.com/office/drawing/2014/main" id="{9C63219B-AD72-4494-935E-F5C70DB549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15" name="Freeform 9">
              <a:extLst>
                <a:ext uri="{FF2B5EF4-FFF2-40B4-BE49-F238E27FC236}">
                  <a16:creationId xmlns:a16="http://schemas.microsoft.com/office/drawing/2014/main" id="{15B41FD2-05E2-44E7-8760-09E65D1C60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16" name="Freeform 10">
              <a:extLst>
                <a:ext uri="{FF2B5EF4-FFF2-40B4-BE49-F238E27FC236}">
                  <a16:creationId xmlns:a16="http://schemas.microsoft.com/office/drawing/2014/main" id="{FE6D63D0-3347-4EE2-8F65-F1C32168FA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17" name="Freeform 11">
              <a:extLst>
                <a:ext uri="{FF2B5EF4-FFF2-40B4-BE49-F238E27FC236}">
                  <a16:creationId xmlns:a16="http://schemas.microsoft.com/office/drawing/2014/main" id="{538A46A3-DB16-45D5-B636-03EFE39FE9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18" name="Freeform 12">
              <a:extLst>
                <a:ext uri="{FF2B5EF4-FFF2-40B4-BE49-F238E27FC236}">
                  <a16:creationId xmlns:a16="http://schemas.microsoft.com/office/drawing/2014/main" id="{0B8A2B0E-823F-4BE8-9359-45143BB124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19" name="Freeform 13">
              <a:extLst>
                <a:ext uri="{FF2B5EF4-FFF2-40B4-BE49-F238E27FC236}">
                  <a16:creationId xmlns:a16="http://schemas.microsoft.com/office/drawing/2014/main" id="{44516B3C-A8BE-46FC-B643-3DFEB7F283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0" name="Freeform 14">
              <a:extLst>
                <a:ext uri="{FF2B5EF4-FFF2-40B4-BE49-F238E27FC236}">
                  <a16:creationId xmlns:a16="http://schemas.microsoft.com/office/drawing/2014/main" id="{59FD699C-3920-4E57-BE27-165A3F036C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1" name="Freeform 15">
              <a:extLst>
                <a:ext uri="{FF2B5EF4-FFF2-40B4-BE49-F238E27FC236}">
                  <a16:creationId xmlns:a16="http://schemas.microsoft.com/office/drawing/2014/main" id="{0FB0C02E-3F53-4889-8ADF-80DBC43F69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2" name="Line 16">
              <a:extLst>
                <a:ext uri="{FF2B5EF4-FFF2-40B4-BE49-F238E27FC236}">
                  <a16:creationId xmlns:a16="http://schemas.microsoft.com/office/drawing/2014/main" id="{F8A0C89C-946F-4BCD-8A27-BB73E37FE525}"/>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tr-TR"/>
            </a:p>
          </p:txBody>
        </p:sp>
        <p:sp>
          <p:nvSpPr>
            <p:cNvPr id="23" name="Freeform 17">
              <a:extLst>
                <a:ext uri="{FF2B5EF4-FFF2-40B4-BE49-F238E27FC236}">
                  <a16:creationId xmlns:a16="http://schemas.microsoft.com/office/drawing/2014/main" id="{70C83EAF-4E92-4849-A240-B257871DC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4" name="Freeform 18">
              <a:extLst>
                <a:ext uri="{FF2B5EF4-FFF2-40B4-BE49-F238E27FC236}">
                  <a16:creationId xmlns:a16="http://schemas.microsoft.com/office/drawing/2014/main" id="{320FD164-4D7A-469C-B3F4-B926BFACF5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5" name="Freeform 19">
              <a:extLst>
                <a:ext uri="{FF2B5EF4-FFF2-40B4-BE49-F238E27FC236}">
                  <a16:creationId xmlns:a16="http://schemas.microsoft.com/office/drawing/2014/main" id="{F6E14D9A-4E63-48FF-95C5-9E8DDFF86C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6" name="Freeform 20">
              <a:extLst>
                <a:ext uri="{FF2B5EF4-FFF2-40B4-BE49-F238E27FC236}">
                  <a16:creationId xmlns:a16="http://schemas.microsoft.com/office/drawing/2014/main" id="{F3DCD24F-3CA8-4404-B22C-E4C928995F3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7" name="Rectangle 21">
              <a:extLst>
                <a:ext uri="{FF2B5EF4-FFF2-40B4-BE49-F238E27FC236}">
                  <a16:creationId xmlns:a16="http://schemas.microsoft.com/office/drawing/2014/main" id="{8AD2E827-32A3-4BE4-9CC6-8315629177A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tr-TR"/>
            </a:p>
          </p:txBody>
        </p:sp>
        <p:sp>
          <p:nvSpPr>
            <p:cNvPr id="28" name="Freeform 22">
              <a:extLst>
                <a:ext uri="{FF2B5EF4-FFF2-40B4-BE49-F238E27FC236}">
                  <a16:creationId xmlns:a16="http://schemas.microsoft.com/office/drawing/2014/main" id="{47FB2CCC-1230-494F-B2D1-F05E5B8EDF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9" name="Freeform 23">
              <a:extLst>
                <a:ext uri="{FF2B5EF4-FFF2-40B4-BE49-F238E27FC236}">
                  <a16:creationId xmlns:a16="http://schemas.microsoft.com/office/drawing/2014/main" id="{A5F44514-9274-47E3-9243-CA9356C166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0" name="Freeform 24">
              <a:extLst>
                <a:ext uri="{FF2B5EF4-FFF2-40B4-BE49-F238E27FC236}">
                  <a16:creationId xmlns:a16="http://schemas.microsoft.com/office/drawing/2014/main" id="{D06192CD-AD86-4DCA-8B53-4ACCA46583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1" name="Freeform 25">
              <a:extLst>
                <a:ext uri="{FF2B5EF4-FFF2-40B4-BE49-F238E27FC236}">
                  <a16:creationId xmlns:a16="http://schemas.microsoft.com/office/drawing/2014/main" id="{99E9203A-21E4-46D8-981A-4B28CA320A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2" name="Freeform 26">
              <a:extLst>
                <a:ext uri="{FF2B5EF4-FFF2-40B4-BE49-F238E27FC236}">
                  <a16:creationId xmlns:a16="http://schemas.microsoft.com/office/drawing/2014/main" id="{32FCE9B6-FB52-4045-8DCC-E5959B9A40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3" name="Freeform 27">
              <a:extLst>
                <a:ext uri="{FF2B5EF4-FFF2-40B4-BE49-F238E27FC236}">
                  <a16:creationId xmlns:a16="http://schemas.microsoft.com/office/drawing/2014/main" id="{E4A7025C-CDE8-429A-BBB9-E7380C9623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4" name="Freeform 28">
              <a:extLst>
                <a:ext uri="{FF2B5EF4-FFF2-40B4-BE49-F238E27FC236}">
                  <a16:creationId xmlns:a16="http://schemas.microsoft.com/office/drawing/2014/main" id="{A4EA0256-5DF5-437A-98A7-B79F3E6BB8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5" name="Freeform 29">
              <a:extLst>
                <a:ext uri="{FF2B5EF4-FFF2-40B4-BE49-F238E27FC236}">
                  <a16:creationId xmlns:a16="http://schemas.microsoft.com/office/drawing/2014/main" id="{90C9433D-9E1C-493B-BEBD-C3081FFA32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6" name="Freeform 30">
              <a:extLst>
                <a:ext uri="{FF2B5EF4-FFF2-40B4-BE49-F238E27FC236}">
                  <a16:creationId xmlns:a16="http://schemas.microsoft.com/office/drawing/2014/main" id="{352B39BB-F298-4285-A709-1FBA0CB72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7" name="Freeform 31">
              <a:extLst>
                <a:ext uri="{FF2B5EF4-FFF2-40B4-BE49-F238E27FC236}">
                  <a16:creationId xmlns:a16="http://schemas.microsoft.com/office/drawing/2014/main" id="{31CAF2A0-CBA0-4E86-AA87-8750EC1AFB2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grpSp>
      <p:sp>
        <p:nvSpPr>
          <p:cNvPr id="2" name="Başlık 1">
            <a:extLst>
              <a:ext uri="{FF2B5EF4-FFF2-40B4-BE49-F238E27FC236}">
                <a16:creationId xmlns:a16="http://schemas.microsoft.com/office/drawing/2014/main" id="{639872A3-8D03-710A-B955-DE578FFB403C}"/>
              </a:ext>
            </a:extLst>
          </p:cNvPr>
          <p:cNvSpPr>
            <a:spLocks noGrp="1"/>
          </p:cNvSpPr>
          <p:nvPr>
            <p:ph type="title"/>
          </p:nvPr>
        </p:nvSpPr>
        <p:spPr>
          <a:xfrm>
            <a:off x="1019015" y="1093787"/>
            <a:ext cx="3059969" cy="4697413"/>
          </a:xfrm>
        </p:spPr>
        <p:txBody>
          <a:bodyPr>
            <a:normAutofit/>
          </a:bodyPr>
          <a:lstStyle/>
          <a:p>
            <a:r>
              <a:rPr lang="tr-TR"/>
              <a:t>Biyoelektrik İşaretlerinin Oluşumu</a:t>
            </a:r>
          </a:p>
        </p:txBody>
      </p:sp>
      <p:sp useBgFill="1">
        <p:nvSpPr>
          <p:cNvPr id="39" name="Round Diagonal Corner Rectangle 7">
            <a:extLst>
              <a:ext uri="{FF2B5EF4-FFF2-40B4-BE49-F238E27FC236}">
                <a16:creationId xmlns:a16="http://schemas.microsoft.com/office/drawing/2014/main" id="{7D1C411D-0818-4640-8657-2AF78250C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5084" y="0"/>
            <a:ext cx="7566916" cy="6848476"/>
          </a:xfrm>
          <a:prstGeom prst="round2DiagRect">
            <a:avLst>
              <a:gd name="adj1" fmla="val 0"/>
              <a:gd name="adj2" fmla="val 0"/>
            </a:avLst>
          </a:prstGeom>
          <a:ln w="19050" cap="sq">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İçerik Yer Tutucusu 2">
            <a:extLst>
              <a:ext uri="{FF2B5EF4-FFF2-40B4-BE49-F238E27FC236}">
                <a16:creationId xmlns:a16="http://schemas.microsoft.com/office/drawing/2014/main" id="{40CDA134-E734-EB82-9D2B-C71C823D56A8}"/>
              </a:ext>
            </a:extLst>
          </p:cNvPr>
          <p:cNvSpPr>
            <a:spLocks noGrp="1"/>
          </p:cNvSpPr>
          <p:nvPr>
            <p:ph idx="1"/>
          </p:nvPr>
        </p:nvSpPr>
        <p:spPr>
          <a:xfrm>
            <a:off x="5215467" y="1093788"/>
            <a:ext cx="5831944" cy="4697413"/>
          </a:xfrm>
        </p:spPr>
        <p:txBody>
          <a:bodyPr>
            <a:normAutofit/>
          </a:bodyPr>
          <a:lstStyle/>
          <a:p>
            <a:pPr>
              <a:lnSpc>
                <a:spcPct val="110000"/>
              </a:lnSpc>
            </a:pPr>
            <a:r>
              <a:rPr lang="tr-TR"/>
              <a:t>Enzimlerin çoğunun aktiviteleri membranda olmaktadır. Hücrenin davranış bozukluklarında, genellikle membranda bozulmalar olur. örneğin kanserde tümör hücresi kontakt inhibasyon kuralına uymaz. </a:t>
            </a:r>
          </a:p>
          <a:p>
            <a:pPr>
              <a:lnSpc>
                <a:spcPct val="110000"/>
              </a:lnSpc>
            </a:pPr>
            <a:r>
              <a:rPr lang="tr-TR"/>
              <a:t>Bu kurala göre birbiriyle fiziksel olarak temas eden hücreler birbirleriyle haberleşebilmekte, hareketi, büyümeyi ve üremeyi durdurabilmektedirler. Kanserli hücrelerde bu işlem gerçekleşmediğinden üreme devam eder.</a:t>
            </a:r>
          </a:p>
        </p:txBody>
      </p:sp>
      <p:sp>
        <p:nvSpPr>
          <p:cNvPr id="5" name="Alt Bilgi Yer Tutucusu 4">
            <a:extLst>
              <a:ext uri="{FF2B5EF4-FFF2-40B4-BE49-F238E27FC236}">
                <a16:creationId xmlns:a16="http://schemas.microsoft.com/office/drawing/2014/main" id="{3CCA90B2-BBBF-299D-F3E7-09741872B35D}"/>
              </a:ext>
            </a:extLst>
          </p:cNvPr>
          <p:cNvSpPr>
            <a:spLocks noGrp="1"/>
          </p:cNvSpPr>
          <p:nvPr>
            <p:ph type="ftr" sz="quarter" idx="11"/>
          </p:nvPr>
        </p:nvSpPr>
        <p:spPr/>
        <p:txBody>
          <a:bodyPr/>
          <a:lstStyle/>
          <a:p>
            <a:r>
              <a:rPr lang="en-US"/>
              <a:t>MEHMET FATİH KARAKAŞ</a:t>
            </a:r>
            <a:endParaRPr lang="en-US" dirty="0"/>
          </a:p>
        </p:txBody>
      </p:sp>
    </p:spTree>
    <p:extLst>
      <p:ext uri="{BB962C8B-B14F-4D97-AF65-F5344CB8AC3E}">
        <p14:creationId xmlns:p14="http://schemas.microsoft.com/office/powerpoint/2010/main" val="29114133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grpSp>
        <p:nvGrpSpPr>
          <p:cNvPr id="58" name="Group 57">
            <a:extLst>
              <a:ext uri="{FF2B5EF4-FFF2-40B4-BE49-F238E27FC236}">
                <a16:creationId xmlns:a16="http://schemas.microsoft.com/office/drawing/2014/main" id="{9AE4726C-1831-4FE3-9A11-227F0DC2F0B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
            <a:ext cx="12192003" cy="6858001"/>
            <a:chOff x="0" y="-1"/>
            <a:chExt cx="12192003" cy="6858001"/>
          </a:xfrm>
        </p:grpSpPr>
        <p:sp useBgFill="1">
          <p:nvSpPr>
            <p:cNvPr id="59" name="Rectangle 58">
              <a:extLst>
                <a:ext uri="{FF2B5EF4-FFF2-40B4-BE49-F238E27FC236}">
                  <a16:creationId xmlns:a16="http://schemas.microsoft.com/office/drawing/2014/main" id="{B651D7F7-8C54-448E-A268-1CBFAD87D4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0" name="Picture 2">
              <a:extLst>
                <a:ext uri="{FF2B5EF4-FFF2-40B4-BE49-F238E27FC236}">
                  <a16:creationId xmlns:a16="http://schemas.microsoft.com/office/drawing/2014/main" id="{E3B56E94-40E1-489A-98B2-A3238D66A064}"/>
                </a:ext>
                <a:ext uri="{C183D7F6-B498-43B3-948B-1728B52AA6E4}">
                  <adec:decorative xmlns:adec="http://schemas.microsoft.com/office/drawing/2017/decorative" val="1"/>
                </a:ext>
              </a:extLst>
            </p:cNvPr>
            <p:cNvPicPr>
              <a:picLocks noChangeAspect="1" noChangeArrowheads="1"/>
            </p:cNvPicPr>
            <p:nvPr>
              <p:extLst>
                <p:ext uri="{386F3935-93C4-4BCD-93E2-E3B085C9AB24}">
                  <p16:designElem xmlns:p16="http://schemas.microsoft.com/office/powerpoint/2015/main" val="1"/>
                </p:ext>
              </p:extLst>
            </p:nvPr>
          </p:nvPicPr>
          <p:blipFill>
            <a:blip r:embed="rId3">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p14="http://schemas.microsoft.com/office/powerpoint/2010/main" xmlns:a14="http://schemas.microsoft.com/office/drawing/2010/main" xmlns:a16="http://schemas.microsoft.com/office/drawing/2014/main" xmlns="">
                  <a:solidFill>
                    <a:srgbClr val="FFFFFF"/>
                  </a:solidFill>
                </a14:hiddenFill>
              </a:ext>
            </a:extLst>
          </p:spPr>
        </p:pic>
      </p:grpSp>
      <p:sp>
        <p:nvSpPr>
          <p:cNvPr id="2" name="Başlık 1">
            <a:extLst>
              <a:ext uri="{FF2B5EF4-FFF2-40B4-BE49-F238E27FC236}">
                <a16:creationId xmlns:a16="http://schemas.microsoft.com/office/drawing/2014/main" id="{A992910F-8568-B36D-B618-8CF8C534A804}"/>
              </a:ext>
            </a:extLst>
          </p:cNvPr>
          <p:cNvSpPr>
            <a:spLocks noGrp="1"/>
          </p:cNvSpPr>
          <p:nvPr>
            <p:ph type="title"/>
          </p:nvPr>
        </p:nvSpPr>
        <p:spPr>
          <a:xfrm>
            <a:off x="4996697" y="618518"/>
            <a:ext cx="6050713" cy="1478570"/>
          </a:xfrm>
        </p:spPr>
        <p:txBody>
          <a:bodyPr>
            <a:normAutofit/>
          </a:bodyPr>
          <a:lstStyle/>
          <a:p>
            <a:r>
              <a:rPr lang="tr-TR"/>
              <a:t>Biyoelektrik İşaretlerinin Oluşumu</a:t>
            </a:r>
          </a:p>
        </p:txBody>
      </p:sp>
      <p:pic>
        <p:nvPicPr>
          <p:cNvPr id="54" name="Picture 53" descr="Yazı tahtası üzerinde yazılan formüller">
            <a:extLst>
              <a:ext uri="{FF2B5EF4-FFF2-40B4-BE49-F238E27FC236}">
                <a16:creationId xmlns:a16="http://schemas.microsoft.com/office/drawing/2014/main" id="{C6AA51C1-14D6-3C4F-C4B1-070888C66C95}"/>
              </a:ext>
            </a:extLst>
          </p:cNvPr>
          <p:cNvPicPr>
            <a:picLocks noChangeAspect="1"/>
          </p:cNvPicPr>
          <p:nvPr/>
        </p:nvPicPr>
        <p:blipFill>
          <a:blip r:embed="rId4"/>
          <a:srcRect l="25672" r="29209" b="-1"/>
          <a:stretch>
            <a:fillRect/>
          </a:stretch>
        </p:blipFill>
        <p:spPr>
          <a:xfrm>
            <a:off x="-5597" y="10"/>
            <a:ext cx="4635583" cy="6857990"/>
          </a:xfrm>
          <a:prstGeom prst="rect">
            <a:avLst/>
          </a:prstGeom>
        </p:spPr>
      </p:pic>
      <p:grpSp>
        <p:nvGrpSpPr>
          <p:cNvPr id="62" name="Group 61">
            <a:extLst>
              <a:ext uri="{FF2B5EF4-FFF2-40B4-BE49-F238E27FC236}">
                <a16:creationId xmlns:a16="http://schemas.microsoft.com/office/drawing/2014/main" id="{E916825F-759B-4F1A-BA80-AF7137691EC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2305051" cy="6858001"/>
            <a:chOff x="0" y="0"/>
            <a:chExt cx="2305051" cy="6858001"/>
          </a:xfrm>
          <a:solidFill>
            <a:schemeClr val="tx1">
              <a:alpha val="70000"/>
            </a:schemeClr>
          </a:solidFill>
          <a:effectLst/>
        </p:grpSpPr>
        <p:sp>
          <p:nvSpPr>
            <p:cNvPr id="63" name="Rectangle 62">
              <a:extLst>
                <a:ext uri="{FF2B5EF4-FFF2-40B4-BE49-F238E27FC236}">
                  <a16:creationId xmlns:a16="http://schemas.microsoft.com/office/drawing/2014/main" id="{0AF64541-DE3B-4DBB-84E1-907956469E52}"/>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09675" y="4763"/>
              <a:ext cx="23813" cy="2181225"/>
            </a:xfrm>
            <a:prstGeom prst="rect">
              <a:avLst/>
            </a:pr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miter lim="800000"/>
                  <a:headEnd/>
                  <a:tailEnd/>
                </a14:hiddenLine>
              </a:ext>
            </a:extLst>
          </p:spPr>
          <p:txBody>
            <a:bodyPr/>
            <a:lstStyle/>
            <a:p>
              <a:endParaRPr lang="tr-TR"/>
            </a:p>
          </p:txBody>
        </p:sp>
        <p:sp>
          <p:nvSpPr>
            <p:cNvPr id="64" name="Freeform 6">
              <a:extLst>
                <a:ext uri="{FF2B5EF4-FFF2-40B4-BE49-F238E27FC236}">
                  <a16:creationId xmlns:a16="http://schemas.microsoft.com/office/drawing/2014/main" id="{9175DCC0-514A-4CA1-AD9A-1BB0FFF1B4F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65" name="Freeform 7">
              <a:extLst>
                <a:ext uri="{FF2B5EF4-FFF2-40B4-BE49-F238E27FC236}">
                  <a16:creationId xmlns:a16="http://schemas.microsoft.com/office/drawing/2014/main" id="{10371924-94D9-48AF-9D5B-6471775BE81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66" name="Rectangle 65">
              <a:extLst>
                <a:ext uri="{FF2B5EF4-FFF2-40B4-BE49-F238E27FC236}">
                  <a16:creationId xmlns:a16="http://schemas.microsoft.com/office/drawing/2014/main" id="{7C964FF9-A41A-438C-A22B-62690C98F1A7}"/>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414338" y="9525"/>
              <a:ext cx="28575" cy="4481513"/>
            </a:xfrm>
            <a:prstGeom prst="rect">
              <a:avLst/>
            </a:pr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miter lim="800000"/>
                  <a:headEnd/>
                  <a:tailEnd/>
                </a14:hiddenLine>
              </a:ext>
            </a:extLst>
          </p:spPr>
          <p:txBody>
            <a:bodyPr/>
            <a:lstStyle/>
            <a:p>
              <a:endParaRPr lang="tr-TR"/>
            </a:p>
          </p:txBody>
        </p:sp>
        <p:sp>
          <p:nvSpPr>
            <p:cNvPr id="67" name="Freeform 9">
              <a:extLst>
                <a:ext uri="{FF2B5EF4-FFF2-40B4-BE49-F238E27FC236}">
                  <a16:creationId xmlns:a16="http://schemas.microsoft.com/office/drawing/2014/main" id="{61716CD6-1875-4567-B3E2-364CD0960D8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68" name="Freeform 10">
              <a:extLst>
                <a:ext uri="{FF2B5EF4-FFF2-40B4-BE49-F238E27FC236}">
                  <a16:creationId xmlns:a16="http://schemas.microsoft.com/office/drawing/2014/main" id="{31A293D3-7189-453D-AB91-1291AAFF3D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69" name="Freeform 11">
              <a:extLst>
                <a:ext uri="{FF2B5EF4-FFF2-40B4-BE49-F238E27FC236}">
                  <a16:creationId xmlns:a16="http://schemas.microsoft.com/office/drawing/2014/main" id="{87CB4EFE-58B3-4326-9CFB-A2AFADDFA5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70" name="Freeform 12">
              <a:extLst>
                <a:ext uri="{FF2B5EF4-FFF2-40B4-BE49-F238E27FC236}">
                  <a16:creationId xmlns:a16="http://schemas.microsoft.com/office/drawing/2014/main" id="{249CF4D3-B5A3-4287-BC9D-E9BB8FA6EBB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71" name="Freeform 13">
              <a:extLst>
                <a:ext uri="{FF2B5EF4-FFF2-40B4-BE49-F238E27FC236}">
                  <a16:creationId xmlns:a16="http://schemas.microsoft.com/office/drawing/2014/main" id="{4D2515F2-4D11-41AF-A6B1-7D084BEA98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72" name="Freeform 14">
              <a:extLst>
                <a:ext uri="{FF2B5EF4-FFF2-40B4-BE49-F238E27FC236}">
                  <a16:creationId xmlns:a16="http://schemas.microsoft.com/office/drawing/2014/main" id="{331BCBF4-0DC2-426E-84B3-AE38E403C9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73" name="Freeform 15">
              <a:extLst>
                <a:ext uri="{FF2B5EF4-FFF2-40B4-BE49-F238E27FC236}">
                  <a16:creationId xmlns:a16="http://schemas.microsoft.com/office/drawing/2014/main" id="{EC8AF156-0BE9-437D-A83B-87364146D07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74" name="Freeform 16">
              <a:extLst>
                <a:ext uri="{FF2B5EF4-FFF2-40B4-BE49-F238E27FC236}">
                  <a16:creationId xmlns:a16="http://schemas.microsoft.com/office/drawing/2014/main" id="{AC8CB256-3F62-4406-88F5-CE2421FF25E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75" name="Freeform 17">
              <a:extLst>
                <a:ext uri="{FF2B5EF4-FFF2-40B4-BE49-F238E27FC236}">
                  <a16:creationId xmlns:a16="http://schemas.microsoft.com/office/drawing/2014/main" id="{F3E812EB-415E-4B60-B0FB-65386882CE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76" name="Freeform 18">
              <a:extLst>
                <a:ext uri="{FF2B5EF4-FFF2-40B4-BE49-F238E27FC236}">
                  <a16:creationId xmlns:a16="http://schemas.microsoft.com/office/drawing/2014/main" id="{EB4C95D7-8E6D-45EC-8CA1-9123D718E3B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77" name="Freeform 19">
              <a:extLst>
                <a:ext uri="{FF2B5EF4-FFF2-40B4-BE49-F238E27FC236}">
                  <a16:creationId xmlns:a16="http://schemas.microsoft.com/office/drawing/2014/main" id="{83F62FD2-2F62-4495-997C-8BD7F95AB8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78" name="Freeform 20">
              <a:extLst>
                <a:ext uri="{FF2B5EF4-FFF2-40B4-BE49-F238E27FC236}">
                  <a16:creationId xmlns:a16="http://schemas.microsoft.com/office/drawing/2014/main" id="{B7DFE0F9-22A3-4846-8D4E-0D193BD3288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79" name="Freeform 21">
              <a:extLst>
                <a:ext uri="{FF2B5EF4-FFF2-40B4-BE49-F238E27FC236}">
                  <a16:creationId xmlns:a16="http://schemas.microsoft.com/office/drawing/2014/main" id="{244DAF25-7415-491A-9FF6-E04BC2DC2EA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80" name="Freeform 22">
              <a:extLst>
                <a:ext uri="{FF2B5EF4-FFF2-40B4-BE49-F238E27FC236}">
                  <a16:creationId xmlns:a16="http://schemas.microsoft.com/office/drawing/2014/main" id="{7ACA3646-863C-4D00-A58A-62C7FE71CE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81" name="Freeform 23">
              <a:extLst>
                <a:ext uri="{FF2B5EF4-FFF2-40B4-BE49-F238E27FC236}">
                  <a16:creationId xmlns:a16="http://schemas.microsoft.com/office/drawing/2014/main" id="{0EA18B38-BD42-45ED-8458-FB205DBC76D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82" name="Freeform 24">
              <a:extLst>
                <a:ext uri="{FF2B5EF4-FFF2-40B4-BE49-F238E27FC236}">
                  <a16:creationId xmlns:a16="http://schemas.microsoft.com/office/drawing/2014/main" id="{45302917-5DBE-4CF2-B52F-478F93FDDE7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83" name="Freeform 25">
              <a:extLst>
                <a:ext uri="{FF2B5EF4-FFF2-40B4-BE49-F238E27FC236}">
                  <a16:creationId xmlns:a16="http://schemas.microsoft.com/office/drawing/2014/main" id="{8E61E6FD-D40E-479C-ABE9-2B69AE20D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84" name="Freeform 26">
              <a:extLst>
                <a:ext uri="{FF2B5EF4-FFF2-40B4-BE49-F238E27FC236}">
                  <a16:creationId xmlns:a16="http://schemas.microsoft.com/office/drawing/2014/main" id="{2F4DEB4F-F824-48D7-AF9B-B5D905DCD1B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85" name="Freeform 27">
              <a:extLst>
                <a:ext uri="{FF2B5EF4-FFF2-40B4-BE49-F238E27FC236}">
                  <a16:creationId xmlns:a16="http://schemas.microsoft.com/office/drawing/2014/main" id="{F76CFA02-6090-4464-B573-BCA350C901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86" name="Freeform 28">
              <a:extLst>
                <a:ext uri="{FF2B5EF4-FFF2-40B4-BE49-F238E27FC236}">
                  <a16:creationId xmlns:a16="http://schemas.microsoft.com/office/drawing/2014/main" id="{51BE8BEC-76C7-41FE-AB76-35194C2442D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87" name="Freeform 29">
              <a:extLst>
                <a:ext uri="{FF2B5EF4-FFF2-40B4-BE49-F238E27FC236}">
                  <a16:creationId xmlns:a16="http://schemas.microsoft.com/office/drawing/2014/main" id="{710F61D4-3B34-45A9-B9B7-CE0373AB49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88" name="Freeform 30">
              <a:extLst>
                <a:ext uri="{FF2B5EF4-FFF2-40B4-BE49-F238E27FC236}">
                  <a16:creationId xmlns:a16="http://schemas.microsoft.com/office/drawing/2014/main" id="{451F080F-4CFB-4626-87CA-BB4CACA1C6F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89" name="Freeform 31">
              <a:extLst>
                <a:ext uri="{FF2B5EF4-FFF2-40B4-BE49-F238E27FC236}">
                  <a16:creationId xmlns:a16="http://schemas.microsoft.com/office/drawing/2014/main" id="{667BBD71-2295-4A66-B76C-F82175C2B0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90" name="Freeform 32">
              <a:extLst>
                <a:ext uri="{FF2B5EF4-FFF2-40B4-BE49-F238E27FC236}">
                  <a16:creationId xmlns:a16="http://schemas.microsoft.com/office/drawing/2014/main" id="{B6644DE8-5BD1-4D5F-B245-0D3A21BCE13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91" name="Rectangle 90">
              <a:extLst>
                <a:ext uri="{FF2B5EF4-FFF2-40B4-BE49-F238E27FC236}">
                  <a16:creationId xmlns:a16="http://schemas.microsoft.com/office/drawing/2014/main" id="{A4DE8FD0-E681-4D9C-85C2-BEA4C2B3A063}"/>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2938" y="6610350"/>
              <a:ext cx="23813" cy="242888"/>
            </a:xfrm>
            <a:prstGeom prst="rect">
              <a:avLst/>
            </a:pr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miter lim="800000"/>
                  <a:headEnd/>
                  <a:tailEnd/>
                </a14:hiddenLine>
              </a:ext>
            </a:extLst>
          </p:spPr>
          <p:txBody>
            <a:bodyPr/>
            <a:lstStyle/>
            <a:p>
              <a:endParaRPr lang="tr-TR"/>
            </a:p>
          </p:txBody>
        </p:sp>
        <p:sp>
          <p:nvSpPr>
            <p:cNvPr id="92" name="Freeform 34">
              <a:extLst>
                <a:ext uri="{FF2B5EF4-FFF2-40B4-BE49-F238E27FC236}">
                  <a16:creationId xmlns:a16="http://schemas.microsoft.com/office/drawing/2014/main" id="{D46033BD-1026-4388-B926-9D11E1D7C42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93" name="Freeform 35">
              <a:extLst>
                <a:ext uri="{FF2B5EF4-FFF2-40B4-BE49-F238E27FC236}">
                  <a16:creationId xmlns:a16="http://schemas.microsoft.com/office/drawing/2014/main" id="{1FA74D4C-2E28-42C5-A7FA-3C7D6BD8B7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94" name="Freeform 36">
              <a:extLst>
                <a:ext uri="{FF2B5EF4-FFF2-40B4-BE49-F238E27FC236}">
                  <a16:creationId xmlns:a16="http://schemas.microsoft.com/office/drawing/2014/main" id="{FADF7B3F-903C-456C-983E-C9868DDAB9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95" name="Freeform 37">
              <a:extLst>
                <a:ext uri="{FF2B5EF4-FFF2-40B4-BE49-F238E27FC236}">
                  <a16:creationId xmlns:a16="http://schemas.microsoft.com/office/drawing/2014/main" id="{033F8698-1549-44AD-8DAD-0055D7B8077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96" name="Freeform 38">
              <a:extLst>
                <a:ext uri="{FF2B5EF4-FFF2-40B4-BE49-F238E27FC236}">
                  <a16:creationId xmlns:a16="http://schemas.microsoft.com/office/drawing/2014/main" id="{F1BDD4B6-46FD-4048-ADF1-32EADD9E5A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97" name="Freeform 39">
              <a:extLst>
                <a:ext uri="{FF2B5EF4-FFF2-40B4-BE49-F238E27FC236}">
                  <a16:creationId xmlns:a16="http://schemas.microsoft.com/office/drawing/2014/main" id="{E7F387A7-B3BF-4B1A-BFCA-2D21AD3DFE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98" name="Freeform 40">
              <a:extLst>
                <a:ext uri="{FF2B5EF4-FFF2-40B4-BE49-F238E27FC236}">
                  <a16:creationId xmlns:a16="http://schemas.microsoft.com/office/drawing/2014/main" id="{7A1B6BC8-EA82-459D-A0E0-4EBE394E71F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99" name="Freeform 41">
              <a:extLst>
                <a:ext uri="{FF2B5EF4-FFF2-40B4-BE49-F238E27FC236}">
                  <a16:creationId xmlns:a16="http://schemas.microsoft.com/office/drawing/2014/main" id="{8B94E190-DDC2-4545-906F-A1699BD73D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00" name="Freeform 42">
              <a:extLst>
                <a:ext uri="{FF2B5EF4-FFF2-40B4-BE49-F238E27FC236}">
                  <a16:creationId xmlns:a16="http://schemas.microsoft.com/office/drawing/2014/main" id="{D9807239-A5BA-4BB3-9194-BCE3B2F21CE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01" name="Freeform 43">
              <a:extLst>
                <a:ext uri="{FF2B5EF4-FFF2-40B4-BE49-F238E27FC236}">
                  <a16:creationId xmlns:a16="http://schemas.microsoft.com/office/drawing/2014/main" id="{04D300FD-DC53-4375-8981-09EA63BCF1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02" name="Freeform 44">
              <a:extLst>
                <a:ext uri="{FF2B5EF4-FFF2-40B4-BE49-F238E27FC236}">
                  <a16:creationId xmlns:a16="http://schemas.microsoft.com/office/drawing/2014/main" id="{1DF83FFD-4C16-41FD-928F-6E88AFC451C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03" name="Rectangle 102">
              <a:extLst>
                <a:ext uri="{FF2B5EF4-FFF2-40B4-BE49-F238E27FC236}">
                  <a16:creationId xmlns:a16="http://schemas.microsoft.com/office/drawing/2014/main" id="{A5B4BC2F-B667-462B-99D8-0C433124ABDA}"/>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28725" y="4662488"/>
              <a:ext cx="23813" cy="2181225"/>
            </a:xfrm>
            <a:prstGeom prst="rect">
              <a:avLst/>
            </a:pr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miter lim="800000"/>
                  <a:headEnd/>
                  <a:tailEnd/>
                </a14:hiddenLine>
              </a:ext>
            </a:extLst>
          </p:spPr>
          <p:txBody>
            <a:bodyPr/>
            <a:lstStyle/>
            <a:p>
              <a:endParaRPr lang="tr-TR"/>
            </a:p>
          </p:txBody>
        </p:sp>
        <p:sp>
          <p:nvSpPr>
            <p:cNvPr id="104" name="Freeform 46">
              <a:extLst>
                <a:ext uri="{FF2B5EF4-FFF2-40B4-BE49-F238E27FC236}">
                  <a16:creationId xmlns:a16="http://schemas.microsoft.com/office/drawing/2014/main" id="{0CBD9EFB-AC61-4674-B75A-56449003CC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05" name="Freeform 47">
              <a:extLst>
                <a:ext uri="{FF2B5EF4-FFF2-40B4-BE49-F238E27FC236}">
                  <a16:creationId xmlns:a16="http://schemas.microsoft.com/office/drawing/2014/main" id="{1AD4BBB0-F6A7-451F-BE09-DF619F38EB7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06" name="Freeform 48">
              <a:extLst>
                <a:ext uri="{FF2B5EF4-FFF2-40B4-BE49-F238E27FC236}">
                  <a16:creationId xmlns:a16="http://schemas.microsoft.com/office/drawing/2014/main" id="{A258B285-AE5E-473A-AA72-3C95E1D833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07" name="Freeform 49">
              <a:extLst>
                <a:ext uri="{FF2B5EF4-FFF2-40B4-BE49-F238E27FC236}">
                  <a16:creationId xmlns:a16="http://schemas.microsoft.com/office/drawing/2014/main" id="{7BEEDDE5-CB8A-4DF9-858F-4D9462D955A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08" name="Freeform 50">
              <a:extLst>
                <a:ext uri="{FF2B5EF4-FFF2-40B4-BE49-F238E27FC236}">
                  <a16:creationId xmlns:a16="http://schemas.microsoft.com/office/drawing/2014/main" id="{DA1C731B-9B66-4D65-BF47-04B118107B0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09" name="Freeform 51">
              <a:extLst>
                <a:ext uri="{FF2B5EF4-FFF2-40B4-BE49-F238E27FC236}">
                  <a16:creationId xmlns:a16="http://schemas.microsoft.com/office/drawing/2014/main" id="{58DBFEC6-C6DC-4B7A-934F-5A79EC3280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10" name="Freeform 52">
              <a:extLst>
                <a:ext uri="{FF2B5EF4-FFF2-40B4-BE49-F238E27FC236}">
                  <a16:creationId xmlns:a16="http://schemas.microsoft.com/office/drawing/2014/main" id="{9948D8CB-2DBE-4E48-98EA-DF9E2666A2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11" name="Freeform 53">
              <a:extLst>
                <a:ext uri="{FF2B5EF4-FFF2-40B4-BE49-F238E27FC236}">
                  <a16:creationId xmlns:a16="http://schemas.microsoft.com/office/drawing/2014/main" id="{56AB69F6-9F0B-4AB6-BCA8-AA2FD69E998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12" name="Freeform 54">
              <a:extLst>
                <a:ext uri="{FF2B5EF4-FFF2-40B4-BE49-F238E27FC236}">
                  <a16:creationId xmlns:a16="http://schemas.microsoft.com/office/drawing/2014/main" id="{0E7FB426-288D-4B0B-B73B-10CCC0EF41E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13" name="Freeform 55">
              <a:extLst>
                <a:ext uri="{FF2B5EF4-FFF2-40B4-BE49-F238E27FC236}">
                  <a16:creationId xmlns:a16="http://schemas.microsoft.com/office/drawing/2014/main" id="{A5C59C6B-46C9-48C9-9F57-2EE738B531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14" name="Freeform 56">
              <a:extLst>
                <a:ext uri="{FF2B5EF4-FFF2-40B4-BE49-F238E27FC236}">
                  <a16:creationId xmlns:a16="http://schemas.microsoft.com/office/drawing/2014/main" id="{7CE85F33-17DC-4273-B06F-D171094449D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15" name="Freeform 57">
              <a:extLst>
                <a:ext uri="{FF2B5EF4-FFF2-40B4-BE49-F238E27FC236}">
                  <a16:creationId xmlns:a16="http://schemas.microsoft.com/office/drawing/2014/main" id="{5CD001CF-F2C4-4810-A8D9-679F9F89E5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16" name="Freeform 58">
              <a:extLst>
                <a:ext uri="{FF2B5EF4-FFF2-40B4-BE49-F238E27FC236}">
                  <a16:creationId xmlns:a16="http://schemas.microsoft.com/office/drawing/2014/main" id="{69F4BCDD-D153-40D2-8DD1-2509EE0CE4C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grpSp>
      <p:sp>
        <p:nvSpPr>
          <p:cNvPr id="3" name="İçerik Yer Tutucusu 2">
            <a:extLst>
              <a:ext uri="{FF2B5EF4-FFF2-40B4-BE49-F238E27FC236}">
                <a16:creationId xmlns:a16="http://schemas.microsoft.com/office/drawing/2014/main" id="{74691F87-7B35-4D28-1A68-BC93589C0F4F}"/>
              </a:ext>
            </a:extLst>
          </p:cNvPr>
          <p:cNvSpPr>
            <a:spLocks noGrp="1"/>
          </p:cNvSpPr>
          <p:nvPr>
            <p:ph idx="1"/>
          </p:nvPr>
        </p:nvSpPr>
        <p:spPr>
          <a:xfrm>
            <a:off x="4968958" y="2249487"/>
            <a:ext cx="6078453" cy="3541714"/>
          </a:xfrm>
        </p:spPr>
        <p:txBody>
          <a:bodyPr>
            <a:normAutofit/>
          </a:bodyPr>
          <a:lstStyle/>
          <a:p>
            <a:r>
              <a:rPr lang="tr-TR" sz="2200"/>
              <a:t>Hücrenin elektriksel aktivitesi açısından bakıldığında hücrenin dışında ve içinde yer alan sıvı bileşimleri arasında temel fark, hücre dışında Na+ ve Cl' iyonları sayısının hücre içine nazaran fazla, K+ iyonları sayısının ise az olmasıdır. Hücre membranından çeşitli maddelerin geçmesini sağlayan iki temel mekanizma difüzyon ve aktif rransport olaylarıdır.</a:t>
            </a:r>
          </a:p>
        </p:txBody>
      </p:sp>
      <p:sp>
        <p:nvSpPr>
          <p:cNvPr id="5" name="Alt Bilgi Yer Tutucusu 4">
            <a:extLst>
              <a:ext uri="{FF2B5EF4-FFF2-40B4-BE49-F238E27FC236}">
                <a16:creationId xmlns:a16="http://schemas.microsoft.com/office/drawing/2014/main" id="{5F62A632-7BBB-0843-89AC-BC1E6EB99283}"/>
              </a:ext>
            </a:extLst>
          </p:cNvPr>
          <p:cNvSpPr>
            <a:spLocks noGrp="1"/>
          </p:cNvSpPr>
          <p:nvPr>
            <p:ph type="ftr" sz="quarter" idx="11"/>
          </p:nvPr>
        </p:nvSpPr>
        <p:spPr/>
        <p:txBody>
          <a:bodyPr/>
          <a:lstStyle/>
          <a:p>
            <a:r>
              <a:rPr lang="en-US"/>
              <a:t>MEHMET FATİH KARAKAŞ</a:t>
            </a:r>
            <a:endParaRPr lang="en-US" dirty="0"/>
          </a:p>
        </p:txBody>
      </p:sp>
    </p:spTree>
    <p:extLst>
      <p:ext uri="{BB962C8B-B14F-4D97-AF65-F5344CB8AC3E}">
        <p14:creationId xmlns:p14="http://schemas.microsoft.com/office/powerpoint/2010/main" val="34775715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grpSp>
        <p:nvGrpSpPr>
          <p:cNvPr id="58" name="Group 57">
            <a:extLst>
              <a:ext uri="{FF2B5EF4-FFF2-40B4-BE49-F238E27FC236}">
                <a16:creationId xmlns:a16="http://schemas.microsoft.com/office/drawing/2014/main" id="{74872A0B-8668-4500-9509-EAA581B26C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
            <a:ext cx="12192003" cy="6858001"/>
            <a:chOff x="0" y="-1"/>
            <a:chExt cx="12192003" cy="6858001"/>
          </a:xfrm>
        </p:grpSpPr>
        <p:sp useBgFill="1">
          <p:nvSpPr>
            <p:cNvPr id="59" name="Rectangle 58">
              <a:extLst>
                <a:ext uri="{FF2B5EF4-FFF2-40B4-BE49-F238E27FC236}">
                  <a16:creationId xmlns:a16="http://schemas.microsoft.com/office/drawing/2014/main" id="{8B504305-5526-408E-85F7-F0BA7E527C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0" name="Picture 2">
              <a:extLst>
                <a:ext uri="{FF2B5EF4-FFF2-40B4-BE49-F238E27FC236}">
                  <a16:creationId xmlns:a16="http://schemas.microsoft.com/office/drawing/2014/main" id="{5827CE64-2533-45A6-9A39-7D5052E5CEE0}"/>
                </a:ext>
                <a:ext uri="{C183D7F6-B498-43B3-948B-1728B52AA6E4}">
                  <adec:decorative xmlns:adec="http://schemas.microsoft.com/office/drawing/2017/decorative" val="1"/>
                </a:ext>
              </a:extLst>
            </p:cNvPr>
            <p:cNvPicPr>
              <a:picLocks noChangeAspect="1" noChangeArrowheads="1"/>
            </p:cNvPicPr>
            <p:nvPr>
              <p:extLst>
                <p:ext uri="{386F3935-93C4-4BCD-93E2-E3B085C9AB24}">
                  <p16:designElem xmlns:p16="http://schemas.microsoft.com/office/powerpoint/2015/main" val="1"/>
                </p:ext>
              </p:extLst>
            </p:nvPr>
          </p:nvPicPr>
          <p:blipFill>
            <a:blip r:embed="rId3">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p14="http://schemas.microsoft.com/office/powerpoint/2010/main" xmlns:a14="http://schemas.microsoft.com/office/drawing/2010/main" xmlns:a16="http://schemas.microsoft.com/office/drawing/2014/main" xmlns="">
                  <a:solidFill>
                    <a:srgbClr val="FFFFFF"/>
                  </a:solidFill>
                </a14:hiddenFill>
              </a:ext>
            </a:extLst>
          </p:spPr>
        </p:pic>
      </p:grpSp>
      <p:sp>
        <p:nvSpPr>
          <p:cNvPr id="2" name="Başlık 1">
            <a:extLst>
              <a:ext uri="{FF2B5EF4-FFF2-40B4-BE49-F238E27FC236}">
                <a16:creationId xmlns:a16="http://schemas.microsoft.com/office/drawing/2014/main" id="{F38CFAEF-0D12-4999-56A7-33048DD02EA9}"/>
              </a:ext>
            </a:extLst>
          </p:cNvPr>
          <p:cNvSpPr>
            <a:spLocks noGrp="1"/>
          </p:cNvSpPr>
          <p:nvPr>
            <p:ph type="title"/>
          </p:nvPr>
        </p:nvSpPr>
        <p:spPr>
          <a:xfrm>
            <a:off x="6448425" y="618518"/>
            <a:ext cx="4598985" cy="1478570"/>
          </a:xfrm>
        </p:spPr>
        <p:txBody>
          <a:bodyPr>
            <a:normAutofit/>
          </a:bodyPr>
          <a:lstStyle/>
          <a:p>
            <a:r>
              <a:rPr lang="tr-TR" sz="3300"/>
              <a:t>Biyoelektrik İşaretlerinin Oluşumu</a:t>
            </a:r>
          </a:p>
        </p:txBody>
      </p:sp>
      <p:pic>
        <p:nvPicPr>
          <p:cNvPr id="54" name="Picture 53" descr="Mavi ışığın temsil ettiği ışın hızı">
            <a:extLst>
              <a:ext uri="{FF2B5EF4-FFF2-40B4-BE49-F238E27FC236}">
                <a16:creationId xmlns:a16="http://schemas.microsoft.com/office/drawing/2014/main" id="{A91AB9DE-5366-2246-A22E-A01A535C6A55}"/>
              </a:ext>
            </a:extLst>
          </p:cNvPr>
          <p:cNvPicPr>
            <a:picLocks noChangeAspect="1"/>
          </p:cNvPicPr>
          <p:nvPr/>
        </p:nvPicPr>
        <p:blipFill>
          <a:blip r:embed="rId4"/>
          <a:srcRect l="8484" r="32127" b="-1"/>
          <a:stretch>
            <a:fillRect/>
          </a:stretch>
        </p:blipFill>
        <p:spPr>
          <a:xfrm>
            <a:off x="-5597" y="10"/>
            <a:ext cx="6101597" cy="6857990"/>
          </a:xfrm>
          <a:prstGeom prst="rect">
            <a:avLst/>
          </a:prstGeom>
        </p:spPr>
      </p:pic>
      <p:grpSp>
        <p:nvGrpSpPr>
          <p:cNvPr id="62" name="Group 61">
            <a:extLst>
              <a:ext uri="{FF2B5EF4-FFF2-40B4-BE49-F238E27FC236}">
                <a16:creationId xmlns:a16="http://schemas.microsoft.com/office/drawing/2014/main" id="{240590EE-5428-41AA-95B2-96FCC1CE67A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2305051" cy="6858001"/>
            <a:chOff x="0" y="0"/>
            <a:chExt cx="2305051" cy="6858001"/>
          </a:xfrm>
          <a:solidFill>
            <a:schemeClr val="tx1">
              <a:alpha val="70000"/>
            </a:schemeClr>
          </a:solidFill>
          <a:effectLst/>
        </p:grpSpPr>
        <p:sp>
          <p:nvSpPr>
            <p:cNvPr id="63" name="Rectangle 62">
              <a:extLst>
                <a:ext uri="{FF2B5EF4-FFF2-40B4-BE49-F238E27FC236}">
                  <a16:creationId xmlns:a16="http://schemas.microsoft.com/office/drawing/2014/main" id="{494DCC55-99C6-45CF-B357-E3848C809346}"/>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09675" y="4763"/>
              <a:ext cx="23813" cy="2181225"/>
            </a:xfrm>
            <a:prstGeom prst="rect">
              <a:avLst/>
            </a:pr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miter lim="800000"/>
                  <a:headEnd/>
                  <a:tailEnd/>
                </a14:hiddenLine>
              </a:ext>
            </a:extLst>
          </p:spPr>
          <p:txBody>
            <a:bodyPr/>
            <a:lstStyle/>
            <a:p>
              <a:endParaRPr lang="tr-TR"/>
            </a:p>
          </p:txBody>
        </p:sp>
        <p:sp>
          <p:nvSpPr>
            <p:cNvPr id="64" name="Freeform 6">
              <a:extLst>
                <a:ext uri="{FF2B5EF4-FFF2-40B4-BE49-F238E27FC236}">
                  <a16:creationId xmlns:a16="http://schemas.microsoft.com/office/drawing/2014/main" id="{63D64E32-FF0C-4665-B9D8-D1ECAAE5BA4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65" name="Freeform 7">
              <a:extLst>
                <a:ext uri="{FF2B5EF4-FFF2-40B4-BE49-F238E27FC236}">
                  <a16:creationId xmlns:a16="http://schemas.microsoft.com/office/drawing/2014/main" id="{3675001D-3840-4589-8190-505A7F52F0A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66" name="Rectangle 65">
              <a:extLst>
                <a:ext uri="{FF2B5EF4-FFF2-40B4-BE49-F238E27FC236}">
                  <a16:creationId xmlns:a16="http://schemas.microsoft.com/office/drawing/2014/main" id="{19E34E87-395F-4023-A80E-D1CBAAEBD9B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414338" y="9525"/>
              <a:ext cx="28575" cy="4481513"/>
            </a:xfrm>
            <a:prstGeom prst="rect">
              <a:avLst/>
            </a:pr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miter lim="800000"/>
                  <a:headEnd/>
                  <a:tailEnd/>
                </a14:hiddenLine>
              </a:ext>
            </a:extLst>
          </p:spPr>
          <p:txBody>
            <a:bodyPr/>
            <a:lstStyle/>
            <a:p>
              <a:endParaRPr lang="tr-TR"/>
            </a:p>
          </p:txBody>
        </p:sp>
        <p:sp>
          <p:nvSpPr>
            <p:cNvPr id="67" name="Freeform 9">
              <a:extLst>
                <a:ext uri="{FF2B5EF4-FFF2-40B4-BE49-F238E27FC236}">
                  <a16:creationId xmlns:a16="http://schemas.microsoft.com/office/drawing/2014/main" id="{6FB1B38F-1B92-41C3-AA1D-6D6440FB0D7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68" name="Freeform 10">
              <a:extLst>
                <a:ext uri="{FF2B5EF4-FFF2-40B4-BE49-F238E27FC236}">
                  <a16:creationId xmlns:a16="http://schemas.microsoft.com/office/drawing/2014/main" id="{02FBE453-FBD2-4348-8DDA-4A023444EC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69" name="Freeform 11">
              <a:extLst>
                <a:ext uri="{FF2B5EF4-FFF2-40B4-BE49-F238E27FC236}">
                  <a16:creationId xmlns:a16="http://schemas.microsoft.com/office/drawing/2014/main" id="{60D719E8-BF78-4F42-B9D1-7F5E02A369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70" name="Freeform 12">
              <a:extLst>
                <a:ext uri="{FF2B5EF4-FFF2-40B4-BE49-F238E27FC236}">
                  <a16:creationId xmlns:a16="http://schemas.microsoft.com/office/drawing/2014/main" id="{5EC70737-9C19-4CF5-84DA-B22A960D53D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71" name="Freeform 13">
              <a:extLst>
                <a:ext uri="{FF2B5EF4-FFF2-40B4-BE49-F238E27FC236}">
                  <a16:creationId xmlns:a16="http://schemas.microsoft.com/office/drawing/2014/main" id="{88FD042E-E56E-4360-9620-F811AB9A33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72" name="Freeform 14">
              <a:extLst>
                <a:ext uri="{FF2B5EF4-FFF2-40B4-BE49-F238E27FC236}">
                  <a16:creationId xmlns:a16="http://schemas.microsoft.com/office/drawing/2014/main" id="{18F15D2B-0812-46F6-B0F4-6A6714B543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73" name="Freeform 15">
              <a:extLst>
                <a:ext uri="{FF2B5EF4-FFF2-40B4-BE49-F238E27FC236}">
                  <a16:creationId xmlns:a16="http://schemas.microsoft.com/office/drawing/2014/main" id="{0C2F2A50-98DD-4F92-BDFE-B72E2357667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74" name="Freeform 16">
              <a:extLst>
                <a:ext uri="{FF2B5EF4-FFF2-40B4-BE49-F238E27FC236}">
                  <a16:creationId xmlns:a16="http://schemas.microsoft.com/office/drawing/2014/main" id="{473541D9-6DAE-4718-97D4-8952F4E7CC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75" name="Freeform 17">
              <a:extLst>
                <a:ext uri="{FF2B5EF4-FFF2-40B4-BE49-F238E27FC236}">
                  <a16:creationId xmlns:a16="http://schemas.microsoft.com/office/drawing/2014/main" id="{3A56C5E9-011C-44D2-AF94-3BF5420433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76" name="Freeform 18">
              <a:extLst>
                <a:ext uri="{FF2B5EF4-FFF2-40B4-BE49-F238E27FC236}">
                  <a16:creationId xmlns:a16="http://schemas.microsoft.com/office/drawing/2014/main" id="{CD279E0E-1CD5-4F41-96A5-3A09707E810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77" name="Freeform 19">
              <a:extLst>
                <a:ext uri="{FF2B5EF4-FFF2-40B4-BE49-F238E27FC236}">
                  <a16:creationId xmlns:a16="http://schemas.microsoft.com/office/drawing/2014/main" id="{F5A6F094-9E54-4985-8738-D2067A4F07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78" name="Freeform 20">
              <a:extLst>
                <a:ext uri="{FF2B5EF4-FFF2-40B4-BE49-F238E27FC236}">
                  <a16:creationId xmlns:a16="http://schemas.microsoft.com/office/drawing/2014/main" id="{99D51F59-FA93-490E-B9CF-97BB63747C9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79" name="Freeform 21">
              <a:extLst>
                <a:ext uri="{FF2B5EF4-FFF2-40B4-BE49-F238E27FC236}">
                  <a16:creationId xmlns:a16="http://schemas.microsoft.com/office/drawing/2014/main" id="{3CD83DC6-F4A0-4A4D-AAC3-83983F960DC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80" name="Freeform 22">
              <a:extLst>
                <a:ext uri="{FF2B5EF4-FFF2-40B4-BE49-F238E27FC236}">
                  <a16:creationId xmlns:a16="http://schemas.microsoft.com/office/drawing/2014/main" id="{6E9B4028-C74F-4631-8312-68B30E6E62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81" name="Freeform 23">
              <a:extLst>
                <a:ext uri="{FF2B5EF4-FFF2-40B4-BE49-F238E27FC236}">
                  <a16:creationId xmlns:a16="http://schemas.microsoft.com/office/drawing/2014/main" id="{1E3337C9-1DDE-4E2E-8519-7D2C23C95FE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82" name="Freeform 24">
              <a:extLst>
                <a:ext uri="{FF2B5EF4-FFF2-40B4-BE49-F238E27FC236}">
                  <a16:creationId xmlns:a16="http://schemas.microsoft.com/office/drawing/2014/main" id="{754A526E-6EC0-458A-9C4C-008F6749CDD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83" name="Freeform 25">
              <a:extLst>
                <a:ext uri="{FF2B5EF4-FFF2-40B4-BE49-F238E27FC236}">
                  <a16:creationId xmlns:a16="http://schemas.microsoft.com/office/drawing/2014/main" id="{6A3DA723-7448-48CF-8BD2-FED2D4FED5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84" name="Freeform 26">
              <a:extLst>
                <a:ext uri="{FF2B5EF4-FFF2-40B4-BE49-F238E27FC236}">
                  <a16:creationId xmlns:a16="http://schemas.microsoft.com/office/drawing/2014/main" id="{9B506EC1-D8A8-4532-B78B-A236567EE05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85" name="Freeform 27">
              <a:extLst>
                <a:ext uri="{FF2B5EF4-FFF2-40B4-BE49-F238E27FC236}">
                  <a16:creationId xmlns:a16="http://schemas.microsoft.com/office/drawing/2014/main" id="{AA9DFB36-74F4-4977-ABC5-3257EDA331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86" name="Freeform 28">
              <a:extLst>
                <a:ext uri="{FF2B5EF4-FFF2-40B4-BE49-F238E27FC236}">
                  <a16:creationId xmlns:a16="http://schemas.microsoft.com/office/drawing/2014/main" id="{966A7FBA-BB79-4AF0-90C2-5F2BC9F2D1D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87" name="Freeform 29">
              <a:extLst>
                <a:ext uri="{FF2B5EF4-FFF2-40B4-BE49-F238E27FC236}">
                  <a16:creationId xmlns:a16="http://schemas.microsoft.com/office/drawing/2014/main" id="{23BB8A47-FF1B-44E5-8D93-7ADF37F1D7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88" name="Freeform 30">
              <a:extLst>
                <a:ext uri="{FF2B5EF4-FFF2-40B4-BE49-F238E27FC236}">
                  <a16:creationId xmlns:a16="http://schemas.microsoft.com/office/drawing/2014/main" id="{E463E1B7-7BED-4425-95B7-F6F75F87335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89" name="Freeform 31">
              <a:extLst>
                <a:ext uri="{FF2B5EF4-FFF2-40B4-BE49-F238E27FC236}">
                  <a16:creationId xmlns:a16="http://schemas.microsoft.com/office/drawing/2014/main" id="{749D0675-4397-4610-9807-2F7C1CC942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90" name="Freeform 32">
              <a:extLst>
                <a:ext uri="{FF2B5EF4-FFF2-40B4-BE49-F238E27FC236}">
                  <a16:creationId xmlns:a16="http://schemas.microsoft.com/office/drawing/2014/main" id="{DE7617CF-8919-43C3-9557-08D67C7DAF2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91" name="Rectangle 90">
              <a:extLst>
                <a:ext uri="{FF2B5EF4-FFF2-40B4-BE49-F238E27FC236}">
                  <a16:creationId xmlns:a16="http://schemas.microsoft.com/office/drawing/2014/main" id="{3DB68720-7E37-4930-9900-8632140D62BB}"/>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2938" y="6610350"/>
              <a:ext cx="23813" cy="242888"/>
            </a:xfrm>
            <a:prstGeom prst="rect">
              <a:avLst/>
            </a:pr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miter lim="800000"/>
                  <a:headEnd/>
                  <a:tailEnd/>
                </a14:hiddenLine>
              </a:ext>
            </a:extLst>
          </p:spPr>
          <p:txBody>
            <a:bodyPr/>
            <a:lstStyle/>
            <a:p>
              <a:endParaRPr lang="tr-TR"/>
            </a:p>
          </p:txBody>
        </p:sp>
        <p:sp>
          <p:nvSpPr>
            <p:cNvPr id="92" name="Freeform 34">
              <a:extLst>
                <a:ext uri="{FF2B5EF4-FFF2-40B4-BE49-F238E27FC236}">
                  <a16:creationId xmlns:a16="http://schemas.microsoft.com/office/drawing/2014/main" id="{202F13DF-5B76-468E-A95E-80780788BD0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93" name="Freeform 35">
              <a:extLst>
                <a:ext uri="{FF2B5EF4-FFF2-40B4-BE49-F238E27FC236}">
                  <a16:creationId xmlns:a16="http://schemas.microsoft.com/office/drawing/2014/main" id="{219143C2-6062-4C2C-9563-6534108E35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94" name="Freeform 36">
              <a:extLst>
                <a:ext uri="{FF2B5EF4-FFF2-40B4-BE49-F238E27FC236}">
                  <a16:creationId xmlns:a16="http://schemas.microsoft.com/office/drawing/2014/main" id="{38413A0C-26DB-479B-B747-1D81361007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95" name="Freeform 37">
              <a:extLst>
                <a:ext uri="{FF2B5EF4-FFF2-40B4-BE49-F238E27FC236}">
                  <a16:creationId xmlns:a16="http://schemas.microsoft.com/office/drawing/2014/main" id="{CB526B5F-4FAA-4B4C-8AF8-B98EC74A3D2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96" name="Freeform 38">
              <a:extLst>
                <a:ext uri="{FF2B5EF4-FFF2-40B4-BE49-F238E27FC236}">
                  <a16:creationId xmlns:a16="http://schemas.microsoft.com/office/drawing/2014/main" id="{54FFF88E-6D69-4AE9-8378-D164191557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97" name="Freeform 39">
              <a:extLst>
                <a:ext uri="{FF2B5EF4-FFF2-40B4-BE49-F238E27FC236}">
                  <a16:creationId xmlns:a16="http://schemas.microsoft.com/office/drawing/2014/main" id="{8008115A-CE00-4E36-BAF1-B511F21E83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98" name="Freeform 40">
              <a:extLst>
                <a:ext uri="{FF2B5EF4-FFF2-40B4-BE49-F238E27FC236}">
                  <a16:creationId xmlns:a16="http://schemas.microsoft.com/office/drawing/2014/main" id="{2935DB29-6F85-47D8-863C-11386389DBF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99" name="Freeform 41">
              <a:extLst>
                <a:ext uri="{FF2B5EF4-FFF2-40B4-BE49-F238E27FC236}">
                  <a16:creationId xmlns:a16="http://schemas.microsoft.com/office/drawing/2014/main" id="{4FB8E51B-1AC1-4671-B181-473C29BECD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00" name="Freeform 42">
              <a:extLst>
                <a:ext uri="{FF2B5EF4-FFF2-40B4-BE49-F238E27FC236}">
                  <a16:creationId xmlns:a16="http://schemas.microsoft.com/office/drawing/2014/main" id="{91E6AE4F-959F-4ED7-A199-8C0307E40EA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01" name="Freeform 43">
              <a:extLst>
                <a:ext uri="{FF2B5EF4-FFF2-40B4-BE49-F238E27FC236}">
                  <a16:creationId xmlns:a16="http://schemas.microsoft.com/office/drawing/2014/main" id="{A0445E55-0009-44A5-AA6A-350D9D48A2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02" name="Freeform 44">
              <a:extLst>
                <a:ext uri="{FF2B5EF4-FFF2-40B4-BE49-F238E27FC236}">
                  <a16:creationId xmlns:a16="http://schemas.microsoft.com/office/drawing/2014/main" id="{B5291C75-4ECA-4829-B824-5725C329057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03" name="Rectangle 102">
              <a:extLst>
                <a:ext uri="{FF2B5EF4-FFF2-40B4-BE49-F238E27FC236}">
                  <a16:creationId xmlns:a16="http://schemas.microsoft.com/office/drawing/2014/main" id="{6793376D-3E7C-4F04-8BC8-EC4820622BE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28725" y="4662488"/>
              <a:ext cx="23813" cy="2181225"/>
            </a:xfrm>
            <a:prstGeom prst="rect">
              <a:avLst/>
            </a:pr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miter lim="800000"/>
                  <a:headEnd/>
                  <a:tailEnd/>
                </a14:hiddenLine>
              </a:ext>
            </a:extLst>
          </p:spPr>
          <p:txBody>
            <a:bodyPr/>
            <a:lstStyle/>
            <a:p>
              <a:endParaRPr lang="tr-TR"/>
            </a:p>
          </p:txBody>
        </p:sp>
        <p:sp>
          <p:nvSpPr>
            <p:cNvPr id="104" name="Freeform 46">
              <a:extLst>
                <a:ext uri="{FF2B5EF4-FFF2-40B4-BE49-F238E27FC236}">
                  <a16:creationId xmlns:a16="http://schemas.microsoft.com/office/drawing/2014/main" id="{3596510A-5528-445D-AFEA-6E3F89BA84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05" name="Freeform 47">
              <a:extLst>
                <a:ext uri="{FF2B5EF4-FFF2-40B4-BE49-F238E27FC236}">
                  <a16:creationId xmlns:a16="http://schemas.microsoft.com/office/drawing/2014/main" id="{E1B69479-D8C9-4E2E-A931-4D49C4FD76D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06" name="Freeform 48">
              <a:extLst>
                <a:ext uri="{FF2B5EF4-FFF2-40B4-BE49-F238E27FC236}">
                  <a16:creationId xmlns:a16="http://schemas.microsoft.com/office/drawing/2014/main" id="{0A759A2E-A8B1-44C8-B3F9-A16714C895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07" name="Freeform 49">
              <a:extLst>
                <a:ext uri="{FF2B5EF4-FFF2-40B4-BE49-F238E27FC236}">
                  <a16:creationId xmlns:a16="http://schemas.microsoft.com/office/drawing/2014/main" id="{6C2B3B3C-1DC9-4352-BB73-801976C8F51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08" name="Freeform 50">
              <a:extLst>
                <a:ext uri="{FF2B5EF4-FFF2-40B4-BE49-F238E27FC236}">
                  <a16:creationId xmlns:a16="http://schemas.microsoft.com/office/drawing/2014/main" id="{EE22E3A8-5789-4189-9AC7-98D6826B03D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09" name="Freeform 51">
              <a:extLst>
                <a:ext uri="{FF2B5EF4-FFF2-40B4-BE49-F238E27FC236}">
                  <a16:creationId xmlns:a16="http://schemas.microsoft.com/office/drawing/2014/main" id="{9AC0FC74-D003-4D0D-9CAF-F6A03739E2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10" name="Freeform 52">
              <a:extLst>
                <a:ext uri="{FF2B5EF4-FFF2-40B4-BE49-F238E27FC236}">
                  <a16:creationId xmlns:a16="http://schemas.microsoft.com/office/drawing/2014/main" id="{126C2057-02E1-4348-ABEB-EAC063A17E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11" name="Freeform 53">
              <a:extLst>
                <a:ext uri="{FF2B5EF4-FFF2-40B4-BE49-F238E27FC236}">
                  <a16:creationId xmlns:a16="http://schemas.microsoft.com/office/drawing/2014/main" id="{5150586D-D743-4392-844F-F2AFCCE6493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12" name="Freeform 54">
              <a:extLst>
                <a:ext uri="{FF2B5EF4-FFF2-40B4-BE49-F238E27FC236}">
                  <a16:creationId xmlns:a16="http://schemas.microsoft.com/office/drawing/2014/main" id="{9E5B157A-534E-4879-8013-D02864E76F5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13" name="Freeform 55">
              <a:extLst>
                <a:ext uri="{FF2B5EF4-FFF2-40B4-BE49-F238E27FC236}">
                  <a16:creationId xmlns:a16="http://schemas.microsoft.com/office/drawing/2014/main" id="{CEE2DD73-7E8C-4F26-8E93-8C32D11B26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14" name="Freeform 56">
              <a:extLst>
                <a:ext uri="{FF2B5EF4-FFF2-40B4-BE49-F238E27FC236}">
                  <a16:creationId xmlns:a16="http://schemas.microsoft.com/office/drawing/2014/main" id="{908CAC5F-DD8E-4A58-BD4C-6D8D29FA492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15" name="Freeform 57">
              <a:extLst>
                <a:ext uri="{FF2B5EF4-FFF2-40B4-BE49-F238E27FC236}">
                  <a16:creationId xmlns:a16="http://schemas.microsoft.com/office/drawing/2014/main" id="{20F130CF-281E-408C-9884-5F8B22CA1D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16" name="Freeform 58">
              <a:extLst>
                <a:ext uri="{FF2B5EF4-FFF2-40B4-BE49-F238E27FC236}">
                  <a16:creationId xmlns:a16="http://schemas.microsoft.com/office/drawing/2014/main" id="{3BC78068-9115-4D5D-9B2B-6F9BD9C2969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grpSp>
      <p:sp>
        <p:nvSpPr>
          <p:cNvPr id="3" name="İçerik Yer Tutucusu 2">
            <a:extLst>
              <a:ext uri="{FF2B5EF4-FFF2-40B4-BE49-F238E27FC236}">
                <a16:creationId xmlns:a16="http://schemas.microsoft.com/office/drawing/2014/main" id="{9C0BD53D-9E34-76F4-048A-FF1F1DFA7269}"/>
              </a:ext>
            </a:extLst>
          </p:cNvPr>
          <p:cNvSpPr>
            <a:spLocks noGrp="1"/>
          </p:cNvSpPr>
          <p:nvPr>
            <p:ph idx="1"/>
          </p:nvPr>
        </p:nvSpPr>
        <p:spPr>
          <a:xfrm>
            <a:off x="6448425" y="2249487"/>
            <a:ext cx="4598986" cy="3541714"/>
          </a:xfrm>
        </p:spPr>
        <p:txBody>
          <a:bodyPr>
            <a:normAutofit/>
          </a:bodyPr>
          <a:lstStyle/>
          <a:p>
            <a:pPr>
              <a:lnSpc>
                <a:spcPct val="110000"/>
              </a:lnSpc>
            </a:pPr>
            <a:r>
              <a:rPr lang="tr-TR" sz="1500" b="1"/>
              <a:t>Difüzyon (pasif geçiş-transport): </a:t>
            </a:r>
            <a:r>
              <a:rPr lang="tr-TR" sz="1500"/>
              <a:t>Maddelerin yüksek konsantrasyondan alçak konsantrasyona doğru membranı geçme olayıdır. Bu olayda etkili olan sadece bahis konusu maddenin kinetik enerjisidir. </a:t>
            </a:r>
          </a:p>
          <a:p>
            <a:pPr>
              <a:lnSpc>
                <a:spcPct val="110000"/>
              </a:lnSpc>
            </a:pPr>
            <a:r>
              <a:rPr lang="tr-TR" sz="1500" b="1"/>
              <a:t>Aktif taşıma (aktif rransport) : </a:t>
            </a:r>
            <a:r>
              <a:rPr lang="tr-TR" sz="1500"/>
              <a:t>Maddelerin alçak konsantrasyondan yüksek konsantrasyona doğru membranı geçmesi olayıdır. Bu olayın olabilmesi için gerekli enerji kaynağı metabolik enerjidir. Maddeler, bir takım kimyasal reaksiyonlar yolu ile enerji tüketimi sayesinde belirli taşıyıcı maddeler tarafından taşınarak membranı geçerler.</a:t>
            </a:r>
          </a:p>
        </p:txBody>
      </p:sp>
      <p:sp>
        <p:nvSpPr>
          <p:cNvPr id="5" name="Alt Bilgi Yer Tutucusu 4">
            <a:extLst>
              <a:ext uri="{FF2B5EF4-FFF2-40B4-BE49-F238E27FC236}">
                <a16:creationId xmlns:a16="http://schemas.microsoft.com/office/drawing/2014/main" id="{F26A4591-F3AE-DCFB-3D21-E6B27F6F919C}"/>
              </a:ext>
            </a:extLst>
          </p:cNvPr>
          <p:cNvSpPr>
            <a:spLocks noGrp="1"/>
          </p:cNvSpPr>
          <p:nvPr>
            <p:ph type="ftr" sz="quarter" idx="11"/>
          </p:nvPr>
        </p:nvSpPr>
        <p:spPr/>
        <p:txBody>
          <a:bodyPr/>
          <a:lstStyle/>
          <a:p>
            <a:r>
              <a:rPr lang="en-US"/>
              <a:t>MEHMET FATİH KARAKAŞ</a:t>
            </a:r>
            <a:endParaRPr lang="en-US" dirty="0"/>
          </a:p>
        </p:txBody>
      </p:sp>
    </p:spTree>
    <p:extLst>
      <p:ext uri="{BB962C8B-B14F-4D97-AF65-F5344CB8AC3E}">
        <p14:creationId xmlns:p14="http://schemas.microsoft.com/office/powerpoint/2010/main" val="13003645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grpSp>
        <p:nvGrpSpPr>
          <p:cNvPr id="58" name="Group 57">
            <a:extLst>
              <a:ext uri="{FF2B5EF4-FFF2-40B4-BE49-F238E27FC236}">
                <a16:creationId xmlns:a16="http://schemas.microsoft.com/office/drawing/2014/main" id="{74872A0B-8668-4500-9509-EAA581B26C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
            <a:ext cx="12192003" cy="6858001"/>
            <a:chOff x="0" y="-1"/>
            <a:chExt cx="12192003" cy="6858001"/>
          </a:xfrm>
        </p:grpSpPr>
        <p:sp useBgFill="1">
          <p:nvSpPr>
            <p:cNvPr id="59" name="Rectangle 58">
              <a:extLst>
                <a:ext uri="{FF2B5EF4-FFF2-40B4-BE49-F238E27FC236}">
                  <a16:creationId xmlns:a16="http://schemas.microsoft.com/office/drawing/2014/main" id="{8B504305-5526-408E-85F7-F0BA7E527C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0" name="Picture 2">
              <a:extLst>
                <a:ext uri="{FF2B5EF4-FFF2-40B4-BE49-F238E27FC236}">
                  <a16:creationId xmlns:a16="http://schemas.microsoft.com/office/drawing/2014/main" id="{5827CE64-2533-45A6-9A39-7D5052E5CEE0}"/>
                </a:ext>
                <a:ext uri="{C183D7F6-B498-43B3-948B-1728B52AA6E4}">
                  <adec:decorative xmlns:adec="http://schemas.microsoft.com/office/drawing/2017/decorative" val="1"/>
                </a:ext>
              </a:extLst>
            </p:cNvPr>
            <p:cNvPicPr>
              <a:picLocks noChangeAspect="1" noChangeArrowheads="1"/>
            </p:cNvPicPr>
            <p:nvPr>
              <p:extLst>
                <p:ext uri="{386F3935-93C4-4BCD-93E2-E3B085C9AB24}">
                  <p16:designElem xmlns:p16="http://schemas.microsoft.com/office/powerpoint/2015/main" val="1"/>
                </p:ext>
              </p:extLst>
            </p:nvPr>
          </p:nvPicPr>
          <p:blipFill>
            <a:blip r:embed="rId3">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p14="http://schemas.microsoft.com/office/powerpoint/2010/main" xmlns:a14="http://schemas.microsoft.com/office/drawing/2010/main" xmlns:a16="http://schemas.microsoft.com/office/drawing/2014/main" xmlns="">
                  <a:solidFill>
                    <a:srgbClr val="FFFFFF"/>
                  </a:solidFill>
                </a14:hiddenFill>
              </a:ext>
            </a:extLst>
          </p:spPr>
        </p:pic>
      </p:grpSp>
      <p:sp>
        <p:nvSpPr>
          <p:cNvPr id="2" name="Başlık 1">
            <a:extLst>
              <a:ext uri="{FF2B5EF4-FFF2-40B4-BE49-F238E27FC236}">
                <a16:creationId xmlns:a16="http://schemas.microsoft.com/office/drawing/2014/main" id="{A139E232-A9FF-B48F-290F-D9EDE789EA66}"/>
              </a:ext>
            </a:extLst>
          </p:cNvPr>
          <p:cNvSpPr>
            <a:spLocks noGrp="1"/>
          </p:cNvSpPr>
          <p:nvPr>
            <p:ph type="title"/>
          </p:nvPr>
        </p:nvSpPr>
        <p:spPr>
          <a:xfrm>
            <a:off x="6448425" y="618518"/>
            <a:ext cx="4598985" cy="1478570"/>
          </a:xfrm>
        </p:spPr>
        <p:txBody>
          <a:bodyPr>
            <a:normAutofit/>
          </a:bodyPr>
          <a:lstStyle/>
          <a:p>
            <a:r>
              <a:rPr lang="tr-TR" sz="3300"/>
              <a:t>Biyoelektrik İşaretlerinin Oluşumu</a:t>
            </a:r>
          </a:p>
        </p:txBody>
      </p:sp>
      <p:pic>
        <p:nvPicPr>
          <p:cNvPr id="54" name="Picture 53" descr="Su ile yarım kalmış benzeri bir malzemenin mikro scopik görünümü">
            <a:extLst>
              <a:ext uri="{FF2B5EF4-FFF2-40B4-BE49-F238E27FC236}">
                <a16:creationId xmlns:a16="http://schemas.microsoft.com/office/drawing/2014/main" id="{4F5DE701-F94D-D672-F225-A079D653078B}"/>
              </a:ext>
            </a:extLst>
          </p:cNvPr>
          <p:cNvPicPr>
            <a:picLocks noChangeAspect="1"/>
          </p:cNvPicPr>
          <p:nvPr/>
        </p:nvPicPr>
        <p:blipFill>
          <a:blip r:embed="rId4"/>
          <a:srcRect l="40613" r="-1" b="-1"/>
          <a:stretch>
            <a:fillRect/>
          </a:stretch>
        </p:blipFill>
        <p:spPr>
          <a:xfrm>
            <a:off x="-5597" y="10"/>
            <a:ext cx="6101597" cy="6857990"/>
          </a:xfrm>
          <a:prstGeom prst="rect">
            <a:avLst/>
          </a:prstGeom>
        </p:spPr>
      </p:pic>
      <p:grpSp>
        <p:nvGrpSpPr>
          <p:cNvPr id="62" name="Group 61">
            <a:extLst>
              <a:ext uri="{FF2B5EF4-FFF2-40B4-BE49-F238E27FC236}">
                <a16:creationId xmlns:a16="http://schemas.microsoft.com/office/drawing/2014/main" id="{240590EE-5428-41AA-95B2-96FCC1CE67A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2305051" cy="6858001"/>
            <a:chOff x="0" y="0"/>
            <a:chExt cx="2305051" cy="6858001"/>
          </a:xfrm>
          <a:solidFill>
            <a:schemeClr val="tx1">
              <a:alpha val="70000"/>
            </a:schemeClr>
          </a:solidFill>
          <a:effectLst/>
        </p:grpSpPr>
        <p:sp>
          <p:nvSpPr>
            <p:cNvPr id="63" name="Rectangle 62">
              <a:extLst>
                <a:ext uri="{FF2B5EF4-FFF2-40B4-BE49-F238E27FC236}">
                  <a16:creationId xmlns:a16="http://schemas.microsoft.com/office/drawing/2014/main" id="{494DCC55-99C6-45CF-B357-E3848C809346}"/>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09675" y="4763"/>
              <a:ext cx="23813" cy="2181225"/>
            </a:xfrm>
            <a:prstGeom prst="rect">
              <a:avLst/>
            </a:pr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miter lim="800000"/>
                  <a:headEnd/>
                  <a:tailEnd/>
                </a14:hiddenLine>
              </a:ext>
            </a:extLst>
          </p:spPr>
          <p:txBody>
            <a:bodyPr/>
            <a:lstStyle/>
            <a:p>
              <a:endParaRPr lang="tr-TR"/>
            </a:p>
          </p:txBody>
        </p:sp>
        <p:sp>
          <p:nvSpPr>
            <p:cNvPr id="64" name="Freeform 6">
              <a:extLst>
                <a:ext uri="{FF2B5EF4-FFF2-40B4-BE49-F238E27FC236}">
                  <a16:creationId xmlns:a16="http://schemas.microsoft.com/office/drawing/2014/main" id="{63D64E32-FF0C-4665-B9D8-D1ECAAE5BA4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65" name="Freeform 7">
              <a:extLst>
                <a:ext uri="{FF2B5EF4-FFF2-40B4-BE49-F238E27FC236}">
                  <a16:creationId xmlns:a16="http://schemas.microsoft.com/office/drawing/2014/main" id="{3675001D-3840-4589-8190-505A7F52F0A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66" name="Rectangle 65">
              <a:extLst>
                <a:ext uri="{FF2B5EF4-FFF2-40B4-BE49-F238E27FC236}">
                  <a16:creationId xmlns:a16="http://schemas.microsoft.com/office/drawing/2014/main" id="{19E34E87-395F-4023-A80E-D1CBAAEBD9B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414338" y="9525"/>
              <a:ext cx="28575" cy="4481513"/>
            </a:xfrm>
            <a:prstGeom prst="rect">
              <a:avLst/>
            </a:pr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miter lim="800000"/>
                  <a:headEnd/>
                  <a:tailEnd/>
                </a14:hiddenLine>
              </a:ext>
            </a:extLst>
          </p:spPr>
          <p:txBody>
            <a:bodyPr/>
            <a:lstStyle/>
            <a:p>
              <a:endParaRPr lang="tr-TR"/>
            </a:p>
          </p:txBody>
        </p:sp>
        <p:sp>
          <p:nvSpPr>
            <p:cNvPr id="67" name="Freeform 9">
              <a:extLst>
                <a:ext uri="{FF2B5EF4-FFF2-40B4-BE49-F238E27FC236}">
                  <a16:creationId xmlns:a16="http://schemas.microsoft.com/office/drawing/2014/main" id="{6FB1B38F-1B92-41C3-AA1D-6D6440FB0D7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68" name="Freeform 10">
              <a:extLst>
                <a:ext uri="{FF2B5EF4-FFF2-40B4-BE49-F238E27FC236}">
                  <a16:creationId xmlns:a16="http://schemas.microsoft.com/office/drawing/2014/main" id="{02FBE453-FBD2-4348-8DDA-4A023444EC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69" name="Freeform 11">
              <a:extLst>
                <a:ext uri="{FF2B5EF4-FFF2-40B4-BE49-F238E27FC236}">
                  <a16:creationId xmlns:a16="http://schemas.microsoft.com/office/drawing/2014/main" id="{60D719E8-BF78-4F42-B9D1-7F5E02A369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70" name="Freeform 12">
              <a:extLst>
                <a:ext uri="{FF2B5EF4-FFF2-40B4-BE49-F238E27FC236}">
                  <a16:creationId xmlns:a16="http://schemas.microsoft.com/office/drawing/2014/main" id="{5EC70737-9C19-4CF5-84DA-B22A960D53D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71" name="Freeform 13">
              <a:extLst>
                <a:ext uri="{FF2B5EF4-FFF2-40B4-BE49-F238E27FC236}">
                  <a16:creationId xmlns:a16="http://schemas.microsoft.com/office/drawing/2014/main" id="{88FD042E-E56E-4360-9620-F811AB9A33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72" name="Freeform 14">
              <a:extLst>
                <a:ext uri="{FF2B5EF4-FFF2-40B4-BE49-F238E27FC236}">
                  <a16:creationId xmlns:a16="http://schemas.microsoft.com/office/drawing/2014/main" id="{18F15D2B-0812-46F6-B0F4-6A6714B543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73" name="Freeform 15">
              <a:extLst>
                <a:ext uri="{FF2B5EF4-FFF2-40B4-BE49-F238E27FC236}">
                  <a16:creationId xmlns:a16="http://schemas.microsoft.com/office/drawing/2014/main" id="{0C2F2A50-98DD-4F92-BDFE-B72E2357667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74" name="Freeform 16">
              <a:extLst>
                <a:ext uri="{FF2B5EF4-FFF2-40B4-BE49-F238E27FC236}">
                  <a16:creationId xmlns:a16="http://schemas.microsoft.com/office/drawing/2014/main" id="{473541D9-6DAE-4718-97D4-8952F4E7CC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75" name="Freeform 17">
              <a:extLst>
                <a:ext uri="{FF2B5EF4-FFF2-40B4-BE49-F238E27FC236}">
                  <a16:creationId xmlns:a16="http://schemas.microsoft.com/office/drawing/2014/main" id="{3A56C5E9-011C-44D2-AF94-3BF5420433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76" name="Freeform 18">
              <a:extLst>
                <a:ext uri="{FF2B5EF4-FFF2-40B4-BE49-F238E27FC236}">
                  <a16:creationId xmlns:a16="http://schemas.microsoft.com/office/drawing/2014/main" id="{CD279E0E-1CD5-4F41-96A5-3A09707E810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77" name="Freeform 19">
              <a:extLst>
                <a:ext uri="{FF2B5EF4-FFF2-40B4-BE49-F238E27FC236}">
                  <a16:creationId xmlns:a16="http://schemas.microsoft.com/office/drawing/2014/main" id="{F5A6F094-9E54-4985-8738-D2067A4F07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78" name="Freeform 20">
              <a:extLst>
                <a:ext uri="{FF2B5EF4-FFF2-40B4-BE49-F238E27FC236}">
                  <a16:creationId xmlns:a16="http://schemas.microsoft.com/office/drawing/2014/main" id="{99D51F59-FA93-490E-B9CF-97BB63747C9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79" name="Freeform 21">
              <a:extLst>
                <a:ext uri="{FF2B5EF4-FFF2-40B4-BE49-F238E27FC236}">
                  <a16:creationId xmlns:a16="http://schemas.microsoft.com/office/drawing/2014/main" id="{3CD83DC6-F4A0-4A4D-AAC3-83983F960DC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80" name="Freeform 22">
              <a:extLst>
                <a:ext uri="{FF2B5EF4-FFF2-40B4-BE49-F238E27FC236}">
                  <a16:creationId xmlns:a16="http://schemas.microsoft.com/office/drawing/2014/main" id="{6E9B4028-C74F-4631-8312-68B30E6E62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81" name="Freeform 23">
              <a:extLst>
                <a:ext uri="{FF2B5EF4-FFF2-40B4-BE49-F238E27FC236}">
                  <a16:creationId xmlns:a16="http://schemas.microsoft.com/office/drawing/2014/main" id="{1E3337C9-1DDE-4E2E-8519-7D2C23C95FE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82" name="Freeform 24">
              <a:extLst>
                <a:ext uri="{FF2B5EF4-FFF2-40B4-BE49-F238E27FC236}">
                  <a16:creationId xmlns:a16="http://schemas.microsoft.com/office/drawing/2014/main" id="{754A526E-6EC0-458A-9C4C-008F6749CDD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83" name="Freeform 25">
              <a:extLst>
                <a:ext uri="{FF2B5EF4-FFF2-40B4-BE49-F238E27FC236}">
                  <a16:creationId xmlns:a16="http://schemas.microsoft.com/office/drawing/2014/main" id="{6A3DA723-7448-48CF-8BD2-FED2D4FED5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84" name="Freeform 26">
              <a:extLst>
                <a:ext uri="{FF2B5EF4-FFF2-40B4-BE49-F238E27FC236}">
                  <a16:creationId xmlns:a16="http://schemas.microsoft.com/office/drawing/2014/main" id="{9B506EC1-D8A8-4532-B78B-A236567EE05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85" name="Freeform 27">
              <a:extLst>
                <a:ext uri="{FF2B5EF4-FFF2-40B4-BE49-F238E27FC236}">
                  <a16:creationId xmlns:a16="http://schemas.microsoft.com/office/drawing/2014/main" id="{AA9DFB36-74F4-4977-ABC5-3257EDA331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86" name="Freeform 28">
              <a:extLst>
                <a:ext uri="{FF2B5EF4-FFF2-40B4-BE49-F238E27FC236}">
                  <a16:creationId xmlns:a16="http://schemas.microsoft.com/office/drawing/2014/main" id="{966A7FBA-BB79-4AF0-90C2-5F2BC9F2D1D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87" name="Freeform 29">
              <a:extLst>
                <a:ext uri="{FF2B5EF4-FFF2-40B4-BE49-F238E27FC236}">
                  <a16:creationId xmlns:a16="http://schemas.microsoft.com/office/drawing/2014/main" id="{23BB8A47-FF1B-44E5-8D93-7ADF37F1D7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88" name="Freeform 30">
              <a:extLst>
                <a:ext uri="{FF2B5EF4-FFF2-40B4-BE49-F238E27FC236}">
                  <a16:creationId xmlns:a16="http://schemas.microsoft.com/office/drawing/2014/main" id="{E463E1B7-7BED-4425-95B7-F6F75F87335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89" name="Freeform 31">
              <a:extLst>
                <a:ext uri="{FF2B5EF4-FFF2-40B4-BE49-F238E27FC236}">
                  <a16:creationId xmlns:a16="http://schemas.microsoft.com/office/drawing/2014/main" id="{749D0675-4397-4610-9807-2F7C1CC942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90" name="Freeform 32">
              <a:extLst>
                <a:ext uri="{FF2B5EF4-FFF2-40B4-BE49-F238E27FC236}">
                  <a16:creationId xmlns:a16="http://schemas.microsoft.com/office/drawing/2014/main" id="{DE7617CF-8919-43C3-9557-08D67C7DAF2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91" name="Rectangle 90">
              <a:extLst>
                <a:ext uri="{FF2B5EF4-FFF2-40B4-BE49-F238E27FC236}">
                  <a16:creationId xmlns:a16="http://schemas.microsoft.com/office/drawing/2014/main" id="{3DB68720-7E37-4930-9900-8632140D62BB}"/>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2938" y="6610350"/>
              <a:ext cx="23813" cy="242888"/>
            </a:xfrm>
            <a:prstGeom prst="rect">
              <a:avLst/>
            </a:pr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miter lim="800000"/>
                  <a:headEnd/>
                  <a:tailEnd/>
                </a14:hiddenLine>
              </a:ext>
            </a:extLst>
          </p:spPr>
          <p:txBody>
            <a:bodyPr/>
            <a:lstStyle/>
            <a:p>
              <a:endParaRPr lang="tr-TR"/>
            </a:p>
          </p:txBody>
        </p:sp>
        <p:sp>
          <p:nvSpPr>
            <p:cNvPr id="92" name="Freeform 34">
              <a:extLst>
                <a:ext uri="{FF2B5EF4-FFF2-40B4-BE49-F238E27FC236}">
                  <a16:creationId xmlns:a16="http://schemas.microsoft.com/office/drawing/2014/main" id="{202F13DF-5B76-468E-A95E-80780788BD0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93" name="Freeform 35">
              <a:extLst>
                <a:ext uri="{FF2B5EF4-FFF2-40B4-BE49-F238E27FC236}">
                  <a16:creationId xmlns:a16="http://schemas.microsoft.com/office/drawing/2014/main" id="{219143C2-6062-4C2C-9563-6534108E35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94" name="Freeform 36">
              <a:extLst>
                <a:ext uri="{FF2B5EF4-FFF2-40B4-BE49-F238E27FC236}">
                  <a16:creationId xmlns:a16="http://schemas.microsoft.com/office/drawing/2014/main" id="{38413A0C-26DB-479B-B747-1D81361007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95" name="Freeform 37">
              <a:extLst>
                <a:ext uri="{FF2B5EF4-FFF2-40B4-BE49-F238E27FC236}">
                  <a16:creationId xmlns:a16="http://schemas.microsoft.com/office/drawing/2014/main" id="{CB526B5F-4FAA-4B4C-8AF8-B98EC74A3D2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96" name="Freeform 38">
              <a:extLst>
                <a:ext uri="{FF2B5EF4-FFF2-40B4-BE49-F238E27FC236}">
                  <a16:creationId xmlns:a16="http://schemas.microsoft.com/office/drawing/2014/main" id="{54FFF88E-6D69-4AE9-8378-D164191557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97" name="Freeform 39">
              <a:extLst>
                <a:ext uri="{FF2B5EF4-FFF2-40B4-BE49-F238E27FC236}">
                  <a16:creationId xmlns:a16="http://schemas.microsoft.com/office/drawing/2014/main" id="{8008115A-CE00-4E36-BAF1-B511F21E83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98" name="Freeform 40">
              <a:extLst>
                <a:ext uri="{FF2B5EF4-FFF2-40B4-BE49-F238E27FC236}">
                  <a16:creationId xmlns:a16="http://schemas.microsoft.com/office/drawing/2014/main" id="{2935DB29-6F85-47D8-863C-11386389DBF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99" name="Freeform 41">
              <a:extLst>
                <a:ext uri="{FF2B5EF4-FFF2-40B4-BE49-F238E27FC236}">
                  <a16:creationId xmlns:a16="http://schemas.microsoft.com/office/drawing/2014/main" id="{4FB8E51B-1AC1-4671-B181-473C29BECD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00" name="Freeform 42">
              <a:extLst>
                <a:ext uri="{FF2B5EF4-FFF2-40B4-BE49-F238E27FC236}">
                  <a16:creationId xmlns:a16="http://schemas.microsoft.com/office/drawing/2014/main" id="{91E6AE4F-959F-4ED7-A199-8C0307E40EA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01" name="Freeform 43">
              <a:extLst>
                <a:ext uri="{FF2B5EF4-FFF2-40B4-BE49-F238E27FC236}">
                  <a16:creationId xmlns:a16="http://schemas.microsoft.com/office/drawing/2014/main" id="{A0445E55-0009-44A5-AA6A-350D9D48A2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02" name="Freeform 44">
              <a:extLst>
                <a:ext uri="{FF2B5EF4-FFF2-40B4-BE49-F238E27FC236}">
                  <a16:creationId xmlns:a16="http://schemas.microsoft.com/office/drawing/2014/main" id="{B5291C75-4ECA-4829-B824-5725C329057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03" name="Rectangle 102">
              <a:extLst>
                <a:ext uri="{FF2B5EF4-FFF2-40B4-BE49-F238E27FC236}">
                  <a16:creationId xmlns:a16="http://schemas.microsoft.com/office/drawing/2014/main" id="{6793376D-3E7C-4F04-8BC8-EC4820622BE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28725" y="4662488"/>
              <a:ext cx="23813" cy="2181225"/>
            </a:xfrm>
            <a:prstGeom prst="rect">
              <a:avLst/>
            </a:pr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miter lim="800000"/>
                  <a:headEnd/>
                  <a:tailEnd/>
                </a14:hiddenLine>
              </a:ext>
            </a:extLst>
          </p:spPr>
          <p:txBody>
            <a:bodyPr/>
            <a:lstStyle/>
            <a:p>
              <a:endParaRPr lang="tr-TR"/>
            </a:p>
          </p:txBody>
        </p:sp>
        <p:sp>
          <p:nvSpPr>
            <p:cNvPr id="104" name="Freeform 46">
              <a:extLst>
                <a:ext uri="{FF2B5EF4-FFF2-40B4-BE49-F238E27FC236}">
                  <a16:creationId xmlns:a16="http://schemas.microsoft.com/office/drawing/2014/main" id="{3596510A-5528-445D-AFEA-6E3F89BA84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05" name="Freeform 47">
              <a:extLst>
                <a:ext uri="{FF2B5EF4-FFF2-40B4-BE49-F238E27FC236}">
                  <a16:creationId xmlns:a16="http://schemas.microsoft.com/office/drawing/2014/main" id="{E1B69479-D8C9-4E2E-A931-4D49C4FD76D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06" name="Freeform 48">
              <a:extLst>
                <a:ext uri="{FF2B5EF4-FFF2-40B4-BE49-F238E27FC236}">
                  <a16:creationId xmlns:a16="http://schemas.microsoft.com/office/drawing/2014/main" id="{0A759A2E-A8B1-44C8-B3F9-A16714C895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07" name="Freeform 49">
              <a:extLst>
                <a:ext uri="{FF2B5EF4-FFF2-40B4-BE49-F238E27FC236}">
                  <a16:creationId xmlns:a16="http://schemas.microsoft.com/office/drawing/2014/main" id="{6C2B3B3C-1DC9-4352-BB73-801976C8F51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08" name="Freeform 50">
              <a:extLst>
                <a:ext uri="{FF2B5EF4-FFF2-40B4-BE49-F238E27FC236}">
                  <a16:creationId xmlns:a16="http://schemas.microsoft.com/office/drawing/2014/main" id="{EE22E3A8-5789-4189-9AC7-98D6826B03D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09" name="Freeform 51">
              <a:extLst>
                <a:ext uri="{FF2B5EF4-FFF2-40B4-BE49-F238E27FC236}">
                  <a16:creationId xmlns:a16="http://schemas.microsoft.com/office/drawing/2014/main" id="{9AC0FC74-D003-4D0D-9CAF-F6A03739E2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10" name="Freeform 52">
              <a:extLst>
                <a:ext uri="{FF2B5EF4-FFF2-40B4-BE49-F238E27FC236}">
                  <a16:creationId xmlns:a16="http://schemas.microsoft.com/office/drawing/2014/main" id="{126C2057-02E1-4348-ABEB-EAC063A17E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11" name="Freeform 53">
              <a:extLst>
                <a:ext uri="{FF2B5EF4-FFF2-40B4-BE49-F238E27FC236}">
                  <a16:creationId xmlns:a16="http://schemas.microsoft.com/office/drawing/2014/main" id="{5150586D-D743-4392-844F-F2AFCCE6493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12" name="Freeform 54">
              <a:extLst>
                <a:ext uri="{FF2B5EF4-FFF2-40B4-BE49-F238E27FC236}">
                  <a16:creationId xmlns:a16="http://schemas.microsoft.com/office/drawing/2014/main" id="{9E5B157A-534E-4879-8013-D02864E76F5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13" name="Freeform 55">
              <a:extLst>
                <a:ext uri="{FF2B5EF4-FFF2-40B4-BE49-F238E27FC236}">
                  <a16:creationId xmlns:a16="http://schemas.microsoft.com/office/drawing/2014/main" id="{CEE2DD73-7E8C-4F26-8E93-8C32D11B26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14" name="Freeform 56">
              <a:extLst>
                <a:ext uri="{FF2B5EF4-FFF2-40B4-BE49-F238E27FC236}">
                  <a16:creationId xmlns:a16="http://schemas.microsoft.com/office/drawing/2014/main" id="{908CAC5F-DD8E-4A58-BD4C-6D8D29FA492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15" name="Freeform 57">
              <a:extLst>
                <a:ext uri="{FF2B5EF4-FFF2-40B4-BE49-F238E27FC236}">
                  <a16:creationId xmlns:a16="http://schemas.microsoft.com/office/drawing/2014/main" id="{20F130CF-281E-408C-9884-5F8B22CA1D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16" name="Freeform 58">
              <a:extLst>
                <a:ext uri="{FF2B5EF4-FFF2-40B4-BE49-F238E27FC236}">
                  <a16:creationId xmlns:a16="http://schemas.microsoft.com/office/drawing/2014/main" id="{3BC78068-9115-4D5D-9B2B-6F9BD9C2969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grpSp>
      <p:sp>
        <p:nvSpPr>
          <p:cNvPr id="3" name="İçerik Yer Tutucusu 2">
            <a:extLst>
              <a:ext uri="{FF2B5EF4-FFF2-40B4-BE49-F238E27FC236}">
                <a16:creationId xmlns:a16="http://schemas.microsoft.com/office/drawing/2014/main" id="{FD5493EC-A15A-A6F2-8876-03AABD8C433C}"/>
              </a:ext>
            </a:extLst>
          </p:cNvPr>
          <p:cNvSpPr>
            <a:spLocks noGrp="1"/>
          </p:cNvSpPr>
          <p:nvPr>
            <p:ph idx="1"/>
          </p:nvPr>
        </p:nvSpPr>
        <p:spPr>
          <a:xfrm>
            <a:off x="6448425" y="2249487"/>
            <a:ext cx="4598986" cy="3541714"/>
          </a:xfrm>
        </p:spPr>
        <p:txBody>
          <a:bodyPr>
            <a:normAutofit/>
          </a:bodyPr>
          <a:lstStyle/>
          <a:p>
            <a:pPr>
              <a:lnSpc>
                <a:spcPct val="110000"/>
              </a:lnSpc>
            </a:pPr>
            <a:r>
              <a:rPr lang="tr-TR" sz="1700"/>
              <a:t>Bazı maddelerin hücre içinde daha yüksek konsantrasyonda tutulması gereklidir. Buna örnek olarak K+ iyonlarını verebiliriz. Bazı maddelerin (örneğin Na+ ) ise hücre dışındaki konsantrasyonlarının daha fazla olması gereklidir. Vücudun çeşitli bölümlerini incelediğimizde aktif transport yardımıyla hücre zarını, Na+ , K+ iyonlarına ilaveten Ca- , Fe- , H- , I- v.b. iyonlarla çeşitli şekerler ve amino asitlerin geçtiğini görürüz.</a:t>
            </a:r>
          </a:p>
        </p:txBody>
      </p:sp>
      <p:sp>
        <p:nvSpPr>
          <p:cNvPr id="5" name="Alt Bilgi Yer Tutucusu 4">
            <a:extLst>
              <a:ext uri="{FF2B5EF4-FFF2-40B4-BE49-F238E27FC236}">
                <a16:creationId xmlns:a16="http://schemas.microsoft.com/office/drawing/2014/main" id="{AAA69ABC-0230-27A3-25B8-61DD977EDCE8}"/>
              </a:ext>
            </a:extLst>
          </p:cNvPr>
          <p:cNvSpPr>
            <a:spLocks noGrp="1"/>
          </p:cNvSpPr>
          <p:nvPr>
            <p:ph type="ftr" sz="quarter" idx="11"/>
          </p:nvPr>
        </p:nvSpPr>
        <p:spPr/>
        <p:txBody>
          <a:bodyPr/>
          <a:lstStyle/>
          <a:p>
            <a:r>
              <a:rPr lang="en-US"/>
              <a:t>MEHMET FATİH KARAKAŞ</a:t>
            </a:r>
            <a:endParaRPr lang="en-US" dirty="0"/>
          </a:p>
        </p:txBody>
      </p:sp>
    </p:spTree>
    <p:extLst>
      <p:ext uri="{BB962C8B-B14F-4D97-AF65-F5344CB8AC3E}">
        <p14:creationId xmlns:p14="http://schemas.microsoft.com/office/powerpoint/2010/main" val="33783359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grpSp>
        <p:nvGrpSpPr>
          <p:cNvPr id="58" name="Group 57">
            <a:extLst>
              <a:ext uri="{FF2B5EF4-FFF2-40B4-BE49-F238E27FC236}">
                <a16:creationId xmlns:a16="http://schemas.microsoft.com/office/drawing/2014/main" id="{74872A0B-8668-4500-9509-EAA581B26C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
            <a:ext cx="12192003" cy="6858001"/>
            <a:chOff x="0" y="-1"/>
            <a:chExt cx="12192003" cy="6858001"/>
          </a:xfrm>
        </p:grpSpPr>
        <p:sp useBgFill="1">
          <p:nvSpPr>
            <p:cNvPr id="59" name="Rectangle 58">
              <a:extLst>
                <a:ext uri="{FF2B5EF4-FFF2-40B4-BE49-F238E27FC236}">
                  <a16:creationId xmlns:a16="http://schemas.microsoft.com/office/drawing/2014/main" id="{8B504305-5526-408E-85F7-F0BA7E527C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0" name="Picture 2">
              <a:extLst>
                <a:ext uri="{FF2B5EF4-FFF2-40B4-BE49-F238E27FC236}">
                  <a16:creationId xmlns:a16="http://schemas.microsoft.com/office/drawing/2014/main" id="{5827CE64-2533-45A6-9A39-7D5052E5CEE0}"/>
                </a:ext>
                <a:ext uri="{C183D7F6-B498-43B3-948B-1728B52AA6E4}">
                  <adec:decorative xmlns:adec="http://schemas.microsoft.com/office/drawing/2017/decorative" val="1"/>
                </a:ext>
              </a:extLst>
            </p:cNvPr>
            <p:cNvPicPr>
              <a:picLocks noChangeAspect="1" noChangeArrowheads="1"/>
            </p:cNvPicPr>
            <p:nvPr>
              <p:extLst>
                <p:ext uri="{386F3935-93C4-4BCD-93E2-E3B085C9AB24}">
                  <p16:designElem xmlns:p16="http://schemas.microsoft.com/office/powerpoint/2015/main" val="1"/>
                </p:ext>
              </p:extLst>
            </p:nvPr>
          </p:nvPicPr>
          <p:blipFill>
            <a:blip r:embed="rId3">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p14="http://schemas.microsoft.com/office/powerpoint/2010/main" xmlns:a14="http://schemas.microsoft.com/office/drawing/2010/main" xmlns:a16="http://schemas.microsoft.com/office/drawing/2014/main" xmlns="">
                  <a:solidFill>
                    <a:srgbClr val="FFFFFF"/>
                  </a:solidFill>
                </a14:hiddenFill>
              </a:ext>
            </a:extLst>
          </p:spPr>
        </p:pic>
      </p:grpSp>
      <p:sp>
        <p:nvSpPr>
          <p:cNvPr id="2" name="Başlık 1">
            <a:extLst>
              <a:ext uri="{FF2B5EF4-FFF2-40B4-BE49-F238E27FC236}">
                <a16:creationId xmlns:a16="http://schemas.microsoft.com/office/drawing/2014/main" id="{D6BAA740-1647-28A8-DDBE-50A77255D0D5}"/>
              </a:ext>
            </a:extLst>
          </p:cNvPr>
          <p:cNvSpPr>
            <a:spLocks noGrp="1"/>
          </p:cNvSpPr>
          <p:nvPr>
            <p:ph type="title"/>
          </p:nvPr>
        </p:nvSpPr>
        <p:spPr>
          <a:xfrm>
            <a:off x="6448425" y="618518"/>
            <a:ext cx="4598985" cy="1478570"/>
          </a:xfrm>
        </p:spPr>
        <p:txBody>
          <a:bodyPr>
            <a:normAutofit/>
          </a:bodyPr>
          <a:lstStyle/>
          <a:p>
            <a:r>
              <a:rPr lang="tr-TR" sz="3300"/>
              <a:t>Biyoelektrik İşaretlerinin Oluşumu</a:t>
            </a:r>
          </a:p>
        </p:txBody>
      </p:sp>
      <p:pic>
        <p:nvPicPr>
          <p:cNvPr id="54" name="Picture 53">
            <a:extLst>
              <a:ext uri="{FF2B5EF4-FFF2-40B4-BE49-F238E27FC236}">
                <a16:creationId xmlns:a16="http://schemas.microsoft.com/office/drawing/2014/main" id="{891CCCBD-E985-8AB0-390D-ABA4CC3B43FA}"/>
              </a:ext>
            </a:extLst>
          </p:cNvPr>
          <p:cNvPicPr>
            <a:picLocks noChangeAspect="1"/>
          </p:cNvPicPr>
          <p:nvPr/>
        </p:nvPicPr>
        <p:blipFill>
          <a:blip r:embed="rId4"/>
          <a:srcRect l="13234" r="36720"/>
          <a:stretch>
            <a:fillRect/>
          </a:stretch>
        </p:blipFill>
        <p:spPr>
          <a:xfrm>
            <a:off x="-5597" y="10"/>
            <a:ext cx="6101597" cy="6857990"/>
          </a:xfrm>
          <a:prstGeom prst="rect">
            <a:avLst/>
          </a:prstGeom>
        </p:spPr>
      </p:pic>
      <p:grpSp>
        <p:nvGrpSpPr>
          <p:cNvPr id="62" name="Group 61">
            <a:extLst>
              <a:ext uri="{FF2B5EF4-FFF2-40B4-BE49-F238E27FC236}">
                <a16:creationId xmlns:a16="http://schemas.microsoft.com/office/drawing/2014/main" id="{240590EE-5428-41AA-95B2-96FCC1CE67A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2305051" cy="6858001"/>
            <a:chOff x="0" y="0"/>
            <a:chExt cx="2305051" cy="6858001"/>
          </a:xfrm>
          <a:solidFill>
            <a:schemeClr val="tx1">
              <a:alpha val="70000"/>
            </a:schemeClr>
          </a:solidFill>
          <a:effectLst/>
        </p:grpSpPr>
        <p:sp>
          <p:nvSpPr>
            <p:cNvPr id="63" name="Rectangle 62">
              <a:extLst>
                <a:ext uri="{FF2B5EF4-FFF2-40B4-BE49-F238E27FC236}">
                  <a16:creationId xmlns:a16="http://schemas.microsoft.com/office/drawing/2014/main" id="{494DCC55-99C6-45CF-B357-E3848C809346}"/>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09675" y="4763"/>
              <a:ext cx="23813" cy="2181225"/>
            </a:xfrm>
            <a:prstGeom prst="rect">
              <a:avLst/>
            </a:pr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miter lim="800000"/>
                  <a:headEnd/>
                  <a:tailEnd/>
                </a14:hiddenLine>
              </a:ext>
            </a:extLst>
          </p:spPr>
          <p:txBody>
            <a:bodyPr/>
            <a:lstStyle/>
            <a:p>
              <a:endParaRPr lang="tr-TR"/>
            </a:p>
          </p:txBody>
        </p:sp>
        <p:sp>
          <p:nvSpPr>
            <p:cNvPr id="64" name="Freeform 6">
              <a:extLst>
                <a:ext uri="{FF2B5EF4-FFF2-40B4-BE49-F238E27FC236}">
                  <a16:creationId xmlns:a16="http://schemas.microsoft.com/office/drawing/2014/main" id="{63D64E32-FF0C-4665-B9D8-D1ECAAE5BA4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65" name="Freeform 7">
              <a:extLst>
                <a:ext uri="{FF2B5EF4-FFF2-40B4-BE49-F238E27FC236}">
                  <a16:creationId xmlns:a16="http://schemas.microsoft.com/office/drawing/2014/main" id="{3675001D-3840-4589-8190-505A7F52F0A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66" name="Rectangle 65">
              <a:extLst>
                <a:ext uri="{FF2B5EF4-FFF2-40B4-BE49-F238E27FC236}">
                  <a16:creationId xmlns:a16="http://schemas.microsoft.com/office/drawing/2014/main" id="{19E34E87-395F-4023-A80E-D1CBAAEBD9B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414338" y="9525"/>
              <a:ext cx="28575" cy="4481513"/>
            </a:xfrm>
            <a:prstGeom prst="rect">
              <a:avLst/>
            </a:pr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miter lim="800000"/>
                  <a:headEnd/>
                  <a:tailEnd/>
                </a14:hiddenLine>
              </a:ext>
            </a:extLst>
          </p:spPr>
          <p:txBody>
            <a:bodyPr/>
            <a:lstStyle/>
            <a:p>
              <a:endParaRPr lang="tr-TR"/>
            </a:p>
          </p:txBody>
        </p:sp>
        <p:sp>
          <p:nvSpPr>
            <p:cNvPr id="67" name="Freeform 9">
              <a:extLst>
                <a:ext uri="{FF2B5EF4-FFF2-40B4-BE49-F238E27FC236}">
                  <a16:creationId xmlns:a16="http://schemas.microsoft.com/office/drawing/2014/main" id="{6FB1B38F-1B92-41C3-AA1D-6D6440FB0D7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68" name="Freeform 10">
              <a:extLst>
                <a:ext uri="{FF2B5EF4-FFF2-40B4-BE49-F238E27FC236}">
                  <a16:creationId xmlns:a16="http://schemas.microsoft.com/office/drawing/2014/main" id="{02FBE453-FBD2-4348-8DDA-4A023444EC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69" name="Freeform 11">
              <a:extLst>
                <a:ext uri="{FF2B5EF4-FFF2-40B4-BE49-F238E27FC236}">
                  <a16:creationId xmlns:a16="http://schemas.microsoft.com/office/drawing/2014/main" id="{60D719E8-BF78-4F42-B9D1-7F5E02A369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70" name="Freeform 12">
              <a:extLst>
                <a:ext uri="{FF2B5EF4-FFF2-40B4-BE49-F238E27FC236}">
                  <a16:creationId xmlns:a16="http://schemas.microsoft.com/office/drawing/2014/main" id="{5EC70737-9C19-4CF5-84DA-B22A960D53D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71" name="Freeform 13">
              <a:extLst>
                <a:ext uri="{FF2B5EF4-FFF2-40B4-BE49-F238E27FC236}">
                  <a16:creationId xmlns:a16="http://schemas.microsoft.com/office/drawing/2014/main" id="{88FD042E-E56E-4360-9620-F811AB9A33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72" name="Freeform 14">
              <a:extLst>
                <a:ext uri="{FF2B5EF4-FFF2-40B4-BE49-F238E27FC236}">
                  <a16:creationId xmlns:a16="http://schemas.microsoft.com/office/drawing/2014/main" id="{18F15D2B-0812-46F6-B0F4-6A6714B543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73" name="Freeform 15">
              <a:extLst>
                <a:ext uri="{FF2B5EF4-FFF2-40B4-BE49-F238E27FC236}">
                  <a16:creationId xmlns:a16="http://schemas.microsoft.com/office/drawing/2014/main" id="{0C2F2A50-98DD-4F92-BDFE-B72E2357667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74" name="Freeform 16">
              <a:extLst>
                <a:ext uri="{FF2B5EF4-FFF2-40B4-BE49-F238E27FC236}">
                  <a16:creationId xmlns:a16="http://schemas.microsoft.com/office/drawing/2014/main" id="{473541D9-6DAE-4718-97D4-8952F4E7CC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75" name="Freeform 17">
              <a:extLst>
                <a:ext uri="{FF2B5EF4-FFF2-40B4-BE49-F238E27FC236}">
                  <a16:creationId xmlns:a16="http://schemas.microsoft.com/office/drawing/2014/main" id="{3A56C5E9-011C-44D2-AF94-3BF5420433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76" name="Freeform 18">
              <a:extLst>
                <a:ext uri="{FF2B5EF4-FFF2-40B4-BE49-F238E27FC236}">
                  <a16:creationId xmlns:a16="http://schemas.microsoft.com/office/drawing/2014/main" id="{CD279E0E-1CD5-4F41-96A5-3A09707E810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77" name="Freeform 19">
              <a:extLst>
                <a:ext uri="{FF2B5EF4-FFF2-40B4-BE49-F238E27FC236}">
                  <a16:creationId xmlns:a16="http://schemas.microsoft.com/office/drawing/2014/main" id="{F5A6F094-9E54-4985-8738-D2067A4F07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78" name="Freeform 20">
              <a:extLst>
                <a:ext uri="{FF2B5EF4-FFF2-40B4-BE49-F238E27FC236}">
                  <a16:creationId xmlns:a16="http://schemas.microsoft.com/office/drawing/2014/main" id="{99D51F59-FA93-490E-B9CF-97BB63747C9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79" name="Freeform 21">
              <a:extLst>
                <a:ext uri="{FF2B5EF4-FFF2-40B4-BE49-F238E27FC236}">
                  <a16:creationId xmlns:a16="http://schemas.microsoft.com/office/drawing/2014/main" id="{3CD83DC6-F4A0-4A4D-AAC3-83983F960DC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80" name="Freeform 22">
              <a:extLst>
                <a:ext uri="{FF2B5EF4-FFF2-40B4-BE49-F238E27FC236}">
                  <a16:creationId xmlns:a16="http://schemas.microsoft.com/office/drawing/2014/main" id="{6E9B4028-C74F-4631-8312-68B30E6E62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81" name="Freeform 23">
              <a:extLst>
                <a:ext uri="{FF2B5EF4-FFF2-40B4-BE49-F238E27FC236}">
                  <a16:creationId xmlns:a16="http://schemas.microsoft.com/office/drawing/2014/main" id="{1E3337C9-1DDE-4E2E-8519-7D2C23C95FE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82" name="Freeform 24">
              <a:extLst>
                <a:ext uri="{FF2B5EF4-FFF2-40B4-BE49-F238E27FC236}">
                  <a16:creationId xmlns:a16="http://schemas.microsoft.com/office/drawing/2014/main" id="{754A526E-6EC0-458A-9C4C-008F6749CDD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83" name="Freeform 25">
              <a:extLst>
                <a:ext uri="{FF2B5EF4-FFF2-40B4-BE49-F238E27FC236}">
                  <a16:creationId xmlns:a16="http://schemas.microsoft.com/office/drawing/2014/main" id="{6A3DA723-7448-48CF-8BD2-FED2D4FED5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84" name="Freeform 26">
              <a:extLst>
                <a:ext uri="{FF2B5EF4-FFF2-40B4-BE49-F238E27FC236}">
                  <a16:creationId xmlns:a16="http://schemas.microsoft.com/office/drawing/2014/main" id="{9B506EC1-D8A8-4532-B78B-A236567EE05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85" name="Freeform 27">
              <a:extLst>
                <a:ext uri="{FF2B5EF4-FFF2-40B4-BE49-F238E27FC236}">
                  <a16:creationId xmlns:a16="http://schemas.microsoft.com/office/drawing/2014/main" id="{AA9DFB36-74F4-4977-ABC5-3257EDA331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86" name="Freeform 28">
              <a:extLst>
                <a:ext uri="{FF2B5EF4-FFF2-40B4-BE49-F238E27FC236}">
                  <a16:creationId xmlns:a16="http://schemas.microsoft.com/office/drawing/2014/main" id="{966A7FBA-BB79-4AF0-90C2-5F2BC9F2D1D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87" name="Freeform 29">
              <a:extLst>
                <a:ext uri="{FF2B5EF4-FFF2-40B4-BE49-F238E27FC236}">
                  <a16:creationId xmlns:a16="http://schemas.microsoft.com/office/drawing/2014/main" id="{23BB8A47-FF1B-44E5-8D93-7ADF37F1D7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88" name="Freeform 30">
              <a:extLst>
                <a:ext uri="{FF2B5EF4-FFF2-40B4-BE49-F238E27FC236}">
                  <a16:creationId xmlns:a16="http://schemas.microsoft.com/office/drawing/2014/main" id="{E463E1B7-7BED-4425-95B7-F6F75F87335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89" name="Freeform 31">
              <a:extLst>
                <a:ext uri="{FF2B5EF4-FFF2-40B4-BE49-F238E27FC236}">
                  <a16:creationId xmlns:a16="http://schemas.microsoft.com/office/drawing/2014/main" id="{749D0675-4397-4610-9807-2F7C1CC942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90" name="Freeform 32">
              <a:extLst>
                <a:ext uri="{FF2B5EF4-FFF2-40B4-BE49-F238E27FC236}">
                  <a16:creationId xmlns:a16="http://schemas.microsoft.com/office/drawing/2014/main" id="{DE7617CF-8919-43C3-9557-08D67C7DAF2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91" name="Rectangle 90">
              <a:extLst>
                <a:ext uri="{FF2B5EF4-FFF2-40B4-BE49-F238E27FC236}">
                  <a16:creationId xmlns:a16="http://schemas.microsoft.com/office/drawing/2014/main" id="{3DB68720-7E37-4930-9900-8632140D62BB}"/>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2938" y="6610350"/>
              <a:ext cx="23813" cy="242888"/>
            </a:xfrm>
            <a:prstGeom prst="rect">
              <a:avLst/>
            </a:pr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miter lim="800000"/>
                  <a:headEnd/>
                  <a:tailEnd/>
                </a14:hiddenLine>
              </a:ext>
            </a:extLst>
          </p:spPr>
          <p:txBody>
            <a:bodyPr/>
            <a:lstStyle/>
            <a:p>
              <a:endParaRPr lang="tr-TR"/>
            </a:p>
          </p:txBody>
        </p:sp>
        <p:sp>
          <p:nvSpPr>
            <p:cNvPr id="92" name="Freeform 34">
              <a:extLst>
                <a:ext uri="{FF2B5EF4-FFF2-40B4-BE49-F238E27FC236}">
                  <a16:creationId xmlns:a16="http://schemas.microsoft.com/office/drawing/2014/main" id="{202F13DF-5B76-468E-A95E-80780788BD0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93" name="Freeform 35">
              <a:extLst>
                <a:ext uri="{FF2B5EF4-FFF2-40B4-BE49-F238E27FC236}">
                  <a16:creationId xmlns:a16="http://schemas.microsoft.com/office/drawing/2014/main" id="{219143C2-6062-4C2C-9563-6534108E35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94" name="Freeform 36">
              <a:extLst>
                <a:ext uri="{FF2B5EF4-FFF2-40B4-BE49-F238E27FC236}">
                  <a16:creationId xmlns:a16="http://schemas.microsoft.com/office/drawing/2014/main" id="{38413A0C-26DB-479B-B747-1D81361007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95" name="Freeform 37">
              <a:extLst>
                <a:ext uri="{FF2B5EF4-FFF2-40B4-BE49-F238E27FC236}">
                  <a16:creationId xmlns:a16="http://schemas.microsoft.com/office/drawing/2014/main" id="{CB526B5F-4FAA-4B4C-8AF8-B98EC74A3D2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96" name="Freeform 38">
              <a:extLst>
                <a:ext uri="{FF2B5EF4-FFF2-40B4-BE49-F238E27FC236}">
                  <a16:creationId xmlns:a16="http://schemas.microsoft.com/office/drawing/2014/main" id="{54FFF88E-6D69-4AE9-8378-D164191557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97" name="Freeform 39">
              <a:extLst>
                <a:ext uri="{FF2B5EF4-FFF2-40B4-BE49-F238E27FC236}">
                  <a16:creationId xmlns:a16="http://schemas.microsoft.com/office/drawing/2014/main" id="{8008115A-CE00-4E36-BAF1-B511F21E83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98" name="Freeform 40">
              <a:extLst>
                <a:ext uri="{FF2B5EF4-FFF2-40B4-BE49-F238E27FC236}">
                  <a16:creationId xmlns:a16="http://schemas.microsoft.com/office/drawing/2014/main" id="{2935DB29-6F85-47D8-863C-11386389DBF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99" name="Freeform 41">
              <a:extLst>
                <a:ext uri="{FF2B5EF4-FFF2-40B4-BE49-F238E27FC236}">
                  <a16:creationId xmlns:a16="http://schemas.microsoft.com/office/drawing/2014/main" id="{4FB8E51B-1AC1-4671-B181-473C29BECD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00" name="Freeform 42">
              <a:extLst>
                <a:ext uri="{FF2B5EF4-FFF2-40B4-BE49-F238E27FC236}">
                  <a16:creationId xmlns:a16="http://schemas.microsoft.com/office/drawing/2014/main" id="{91E6AE4F-959F-4ED7-A199-8C0307E40EA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01" name="Freeform 43">
              <a:extLst>
                <a:ext uri="{FF2B5EF4-FFF2-40B4-BE49-F238E27FC236}">
                  <a16:creationId xmlns:a16="http://schemas.microsoft.com/office/drawing/2014/main" id="{A0445E55-0009-44A5-AA6A-350D9D48A2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02" name="Freeform 44">
              <a:extLst>
                <a:ext uri="{FF2B5EF4-FFF2-40B4-BE49-F238E27FC236}">
                  <a16:creationId xmlns:a16="http://schemas.microsoft.com/office/drawing/2014/main" id="{B5291C75-4ECA-4829-B824-5725C329057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03" name="Rectangle 102">
              <a:extLst>
                <a:ext uri="{FF2B5EF4-FFF2-40B4-BE49-F238E27FC236}">
                  <a16:creationId xmlns:a16="http://schemas.microsoft.com/office/drawing/2014/main" id="{6793376D-3E7C-4F04-8BC8-EC4820622BE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28725" y="4662488"/>
              <a:ext cx="23813" cy="2181225"/>
            </a:xfrm>
            <a:prstGeom prst="rect">
              <a:avLst/>
            </a:pr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miter lim="800000"/>
                  <a:headEnd/>
                  <a:tailEnd/>
                </a14:hiddenLine>
              </a:ext>
            </a:extLst>
          </p:spPr>
          <p:txBody>
            <a:bodyPr/>
            <a:lstStyle/>
            <a:p>
              <a:endParaRPr lang="tr-TR"/>
            </a:p>
          </p:txBody>
        </p:sp>
        <p:sp>
          <p:nvSpPr>
            <p:cNvPr id="104" name="Freeform 46">
              <a:extLst>
                <a:ext uri="{FF2B5EF4-FFF2-40B4-BE49-F238E27FC236}">
                  <a16:creationId xmlns:a16="http://schemas.microsoft.com/office/drawing/2014/main" id="{3596510A-5528-445D-AFEA-6E3F89BA84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05" name="Freeform 47">
              <a:extLst>
                <a:ext uri="{FF2B5EF4-FFF2-40B4-BE49-F238E27FC236}">
                  <a16:creationId xmlns:a16="http://schemas.microsoft.com/office/drawing/2014/main" id="{E1B69479-D8C9-4E2E-A931-4D49C4FD76D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06" name="Freeform 48">
              <a:extLst>
                <a:ext uri="{FF2B5EF4-FFF2-40B4-BE49-F238E27FC236}">
                  <a16:creationId xmlns:a16="http://schemas.microsoft.com/office/drawing/2014/main" id="{0A759A2E-A8B1-44C8-B3F9-A16714C895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07" name="Freeform 49">
              <a:extLst>
                <a:ext uri="{FF2B5EF4-FFF2-40B4-BE49-F238E27FC236}">
                  <a16:creationId xmlns:a16="http://schemas.microsoft.com/office/drawing/2014/main" id="{6C2B3B3C-1DC9-4352-BB73-801976C8F51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08" name="Freeform 50">
              <a:extLst>
                <a:ext uri="{FF2B5EF4-FFF2-40B4-BE49-F238E27FC236}">
                  <a16:creationId xmlns:a16="http://schemas.microsoft.com/office/drawing/2014/main" id="{EE22E3A8-5789-4189-9AC7-98D6826B03D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09" name="Freeform 51">
              <a:extLst>
                <a:ext uri="{FF2B5EF4-FFF2-40B4-BE49-F238E27FC236}">
                  <a16:creationId xmlns:a16="http://schemas.microsoft.com/office/drawing/2014/main" id="{9AC0FC74-D003-4D0D-9CAF-F6A03739E2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10" name="Freeform 52">
              <a:extLst>
                <a:ext uri="{FF2B5EF4-FFF2-40B4-BE49-F238E27FC236}">
                  <a16:creationId xmlns:a16="http://schemas.microsoft.com/office/drawing/2014/main" id="{126C2057-02E1-4348-ABEB-EAC063A17E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11" name="Freeform 53">
              <a:extLst>
                <a:ext uri="{FF2B5EF4-FFF2-40B4-BE49-F238E27FC236}">
                  <a16:creationId xmlns:a16="http://schemas.microsoft.com/office/drawing/2014/main" id="{5150586D-D743-4392-844F-F2AFCCE6493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12" name="Freeform 54">
              <a:extLst>
                <a:ext uri="{FF2B5EF4-FFF2-40B4-BE49-F238E27FC236}">
                  <a16:creationId xmlns:a16="http://schemas.microsoft.com/office/drawing/2014/main" id="{9E5B157A-534E-4879-8013-D02864E76F5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13" name="Freeform 55">
              <a:extLst>
                <a:ext uri="{FF2B5EF4-FFF2-40B4-BE49-F238E27FC236}">
                  <a16:creationId xmlns:a16="http://schemas.microsoft.com/office/drawing/2014/main" id="{CEE2DD73-7E8C-4F26-8E93-8C32D11B26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14" name="Freeform 56">
              <a:extLst>
                <a:ext uri="{FF2B5EF4-FFF2-40B4-BE49-F238E27FC236}">
                  <a16:creationId xmlns:a16="http://schemas.microsoft.com/office/drawing/2014/main" id="{908CAC5F-DD8E-4A58-BD4C-6D8D29FA492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15" name="Freeform 57">
              <a:extLst>
                <a:ext uri="{FF2B5EF4-FFF2-40B4-BE49-F238E27FC236}">
                  <a16:creationId xmlns:a16="http://schemas.microsoft.com/office/drawing/2014/main" id="{20F130CF-281E-408C-9884-5F8B22CA1D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16" name="Freeform 58">
              <a:extLst>
                <a:ext uri="{FF2B5EF4-FFF2-40B4-BE49-F238E27FC236}">
                  <a16:creationId xmlns:a16="http://schemas.microsoft.com/office/drawing/2014/main" id="{3BC78068-9115-4D5D-9B2B-6F9BD9C2969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grpSp>
      <p:sp>
        <p:nvSpPr>
          <p:cNvPr id="3" name="İçerik Yer Tutucusu 2">
            <a:extLst>
              <a:ext uri="{FF2B5EF4-FFF2-40B4-BE49-F238E27FC236}">
                <a16:creationId xmlns:a16="http://schemas.microsoft.com/office/drawing/2014/main" id="{3B8A1C30-E351-40F3-75D3-3F857A92AC40}"/>
              </a:ext>
            </a:extLst>
          </p:cNvPr>
          <p:cNvSpPr>
            <a:spLocks noGrp="1"/>
          </p:cNvSpPr>
          <p:nvPr>
            <p:ph idx="1"/>
          </p:nvPr>
        </p:nvSpPr>
        <p:spPr>
          <a:xfrm>
            <a:off x="6448425" y="2249487"/>
            <a:ext cx="4598986" cy="3541714"/>
          </a:xfrm>
        </p:spPr>
        <p:txBody>
          <a:bodyPr>
            <a:normAutofit/>
          </a:bodyPr>
          <a:lstStyle/>
          <a:p>
            <a:pPr>
              <a:lnSpc>
                <a:spcPct val="110000"/>
              </a:lnSpc>
            </a:pPr>
            <a:r>
              <a:rPr lang="tr-TR" sz="2000"/>
              <a:t>Vücut öz sıvısındaki en önemli iyonlar Sodyum (Na+ ), Potasyum (K+ ) ve Klor (Cl- ) iyonlarıdır. </a:t>
            </a:r>
          </a:p>
          <a:p>
            <a:pPr>
              <a:lnSpc>
                <a:spcPct val="110000"/>
              </a:lnSpc>
            </a:pPr>
            <a:r>
              <a:rPr lang="tr-TR" sz="2000"/>
              <a:t>Uyarılabilen hücrelerin membranları Potasyum ve Klor iyonlarının hücre içine geçmesine izin </a:t>
            </a:r>
            <a:r>
              <a:rPr lang="tr-TR" sz="2000" b="1"/>
              <a:t>vermesine</a:t>
            </a:r>
            <a:r>
              <a:rPr lang="tr-TR" sz="2000"/>
              <a:t> rağmen Sodyum iyonlarının geçişine </a:t>
            </a:r>
            <a:r>
              <a:rPr lang="tr-TR" sz="2000" b="1"/>
              <a:t>engel</a:t>
            </a:r>
            <a:r>
              <a:rPr lang="tr-TR" sz="2000"/>
              <a:t> olur. </a:t>
            </a:r>
          </a:p>
          <a:p>
            <a:pPr>
              <a:lnSpc>
                <a:spcPct val="110000"/>
              </a:lnSpc>
            </a:pPr>
            <a:r>
              <a:rPr lang="tr-TR" sz="2000"/>
              <a:t>Sodyumun hücre içine kolay geçememesi sonucu:</a:t>
            </a:r>
          </a:p>
        </p:txBody>
      </p:sp>
      <p:sp>
        <p:nvSpPr>
          <p:cNvPr id="5" name="Alt Bilgi Yer Tutucusu 4">
            <a:extLst>
              <a:ext uri="{FF2B5EF4-FFF2-40B4-BE49-F238E27FC236}">
                <a16:creationId xmlns:a16="http://schemas.microsoft.com/office/drawing/2014/main" id="{FF70E893-67A6-9BED-D43D-E89D531636F9}"/>
              </a:ext>
            </a:extLst>
          </p:cNvPr>
          <p:cNvSpPr>
            <a:spLocks noGrp="1"/>
          </p:cNvSpPr>
          <p:nvPr>
            <p:ph type="ftr" sz="quarter" idx="11"/>
          </p:nvPr>
        </p:nvSpPr>
        <p:spPr/>
        <p:txBody>
          <a:bodyPr/>
          <a:lstStyle/>
          <a:p>
            <a:r>
              <a:rPr lang="en-US"/>
              <a:t>MEHMET FATİH KARAKAŞ</a:t>
            </a:r>
            <a:endParaRPr lang="en-US" dirty="0"/>
          </a:p>
        </p:txBody>
      </p:sp>
    </p:spTree>
    <p:extLst>
      <p:ext uri="{BB962C8B-B14F-4D97-AF65-F5344CB8AC3E}">
        <p14:creationId xmlns:p14="http://schemas.microsoft.com/office/powerpoint/2010/main" val="32954458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grpSp>
        <p:nvGrpSpPr>
          <p:cNvPr id="118" name="Group 57">
            <a:extLst>
              <a:ext uri="{FF2B5EF4-FFF2-40B4-BE49-F238E27FC236}">
                <a16:creationId xmlns:a16="http://schemas.microsoft.com/office/drawing/2014/main" id="{74872A0B-8668-4500-9509-EAA581B26C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
            <a:ext cx="12192003" cy="6858001"/>
            <a:chOff x="0" y="-1"/>
            <a:chExt cx="12192003" cy="6858001"/>
          </a:xfrm>
        </p:grpSpPr>
        <p:sp useBgFill="1">
          <p:nvSpPr>
            <p:cNvPr id="119" name="Rectangle 58">
              <a:extLst>
                <a:ext uri="{FF2B5EF4-FFF2-40B4-BE49-F238E27FC236}">
                  <a16:creationId xmlns:a16="http://schemas.microsoft.com/office/drawing/2014/main" id="{8B504305-5526-408E-85F7-F0BA7E527C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0" name="Picture 2">
              <a:extLst>
                <a:ext uri="{FF2B5EF4-FFF2-40B4-BE49-F238E27FC236}">
                  <a16:creationId xmlns:a16="http://schemas.microsoft.com/office/drawing/2014/main" id="{5827CE64-2533-45A6-9A39-7D5052E5CEE0}"/>
                </a:ext>
                <a:ext uri="{C183D7F6-B498-43B3-948B-1728B52AA6E4}">
                  <adec:decorative xmlns:adec="http://schemas.microsoft.com/office/drawing/2017/decorative" val="1"/>
                </a:ext>
              </a:extLst>
            </p:cNvPr>
            <p:cNvPicPr>
              <a:picLocks noChangeAspect="1" noChangeArrowheads="1"/>
            </p:cNvPicPr>
            <p:nvPr>
              <p:extLst>
                <p:ext uri="{386F3935-93C4-4BCD-93E2-E3B085C9AB24}">
                  <p16:designElem xmlns:p16="http://schemas.microsoft.com/office/powerpoint/2015/main" val="1"/>
                </p:ext>
              </p:extLst>
            </p:nvPr>
          </p:nvPicPr>
          <p:blipFill>
            <a:blip r:embed="rId3">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p14="http://schemas.microsoft.com/office/powerpoint/2010/main" xmlns:a14="http://schemas.microsoft.com/office/drawing/2010/main" xmlns:a16="http://schemas.microsoft.com/office/drawing/2014/main" xmlns="">
                  <a:solidFill>
                    <a:srgbClr val="FFFFFF"/>
                  </a:solidFill>
                </a14:hiddenFill>
              </a:ext>
            </a:extLst>
          </p:spPr>
        </p:pic>
      </p:grpSp>
      <p:sp>
        <p:nvSpPr>
          <p:cNvPr id="2" name="Başlık 1">
            <a:extLst>
              <a:ext uri="{FF2B5EF4-FFF2-40B4-BE49-F238E27FC236}">
                <a16:creationId xmlns:a16="http://schemas.microsoft.com/office/drawing/2014/main" id="{1DB13FCE-9169-B9BB-D2EF-D78E0EE3FB63}"/>
              </a:ext>
            </a:extLst>
          </p:cNvPr>
          <p:cNvSpPr>
            <a:spLocks noGrp="1"/>
          </p:cNvSpPr>
          <p:nvPr>
            <p:ph type="title"/>
          </p:nvPr>
        </p:nvSpPr>
        <p:spPr>
          <a:xfrm>
            <a:off x="6448425" y="618518"/>
            <a:ext cx="4598985" cy="1478570"/>
          </a:xfrm>
        </p:spPr>
        <p:txBody>
          <a:bodyPr>
            <a:normAutofit/>
          </a:bodyPr>
          <a:lstStyle/>
          <a:p>
            <a:r>
              <a:rPr lang="tr-TR"/>
              <a:t>Polarizasyon</a:t>
            </a:r>
          </a:p>
        </p:txBody>
      </p:sp>
      <p:pic>
        <p:nvPicPr>
          <p:cNvPr id="120" name="Picture 53" descr="3B işlemede neuron sistemi">
            <a:extLst>
              <a:ext uri="{FF2B5EF4-FFF2-40B4-BE49-F238E27FC236}">
                <a16:creationId xmlns:a16="http://schemas.microsoft.com/office/drawing/2014/main" id="{79F2C6C7-8A04-C215-ADF9-0E022C004EEB}"/>
              </a:ext>
            </a:extLst>
          </p:cNvPr>
          <p:cNvPicPr>
            <a:picLocks noChangeAspect="1"/>
          </p:cNvPicPr>
          <p:nvPr/>
        </p:nvPicPr>
        <p:blipFill>
          <a:blip r:embed="rId4"/>
          <a:srcRect l="27886" r="11836" b="-1"/>
          <a:stretch>
            <a:fillRect/>
          </a:stretch>
        </p:blipFill>
        <p:spPr>
          <a:xfrm>
            <a:off x="-5597" y="10"/>
            <a:ext cx="6101597" cy="6857990"/>
          </a:xfrm>
          <a:prstGeom prst="rect">
            <a:avLst/>
          </a:prstGeom>
        </p:spPr>
      </p:pic>
      <p:grpSp>
        <p:nvGrpSpPr>
          <p:cNvPr id="121" name="Group 61">
            <a:extLst>
              <a:ext uri="{FF2B5EF4-FFF2-40B4-BE49-F238E27FC236}">
                <a16:creationId xmlns:a16="http://schemas.microsoft.com/office/drawing/2014/main" id="{240590EE-5428-41AA-95B2-96FCC1CE67A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2305051" cy="6858001"/>
            <a:chOff x="0" y="0"/>
            <a:chExt cx="2305051" cy="6858001"/>
          </a:xfrm>
          <a:solidFill>
            <a:schemeClr val="tx1">
              <a:alpha val="70000"/>
            </a:schemeClr>
          </a:solidFill>
          <a:effectLst/>
        </p:grpSpPr>
        <p:sp>
          <p:nvSpPr>
            <p:cNvPr id="122" name="Rectangle 62">
              <a:extLst>
                <a:ext uri="{FF2B5EF4-FFF2-40B4-BE49-F238E27FC236}">
                  <a16:creationId xmlns:a16="http://schemas.microsoft.com/office/drawing/2014/main" id="{494DCC55-99C6-45CF-B357-E3848C809346}"/>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09675" y="4763"/>
              <a:ext cx="23813" cy="2181225"/>
            </a:xfrm>
            <a:prstGeom prst="rect">
              <a:avLst/>
            </a:pr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miter lim="800000"/>
                  <a:headEnd/>
                  <a:tailEnd/>
                </a14:hiddenLine>
              </a:ext>
            </a:extLst>
          </p:spPr>
          <p:txBody>
            <a:bodyPr/>
            <a:lstStyle/>
            <a:p>
              <a:endParaRPr lang="tr-TR"/>
            </a:p>
          </p:txBody>
        </p:sp>
        <p:sp>
          <p:nvSpPr>
            <p:cNvPr id="123" name="Freeform 6">
              <a:extLst>
                <a:ext uri="{FF2B5EF4-FFF2-40B4-BE49-F238E27FC236}">
                  <a16:creationId xmlns:a16="http://schemas.microsoft.com/office/drawing/2014/main" id="{63D64E32-FF0C-4665-B9D8-D1ECAAE5BA4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24" name="Freeform 7">
              <a:extLst>
                <a:ext uri="{FF2B5EF4-FFF2-40B4-BE49-F238E27FC236}">
                  <a16:creationId xmlns:a16="http://schemas.microsoft.com/office/drawing/2014/main" id="{3675001D-3840-4589-8190-505A7F52F0A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25" name="Rectangle 65">
              <a:extLst>
                <a:ext uri="{FF2B5EF4-FFF2-40B4-BE49-F238E27FC236}">
                  <a16:creationId xmlns:a16="http://schemas.microsoft.com/office/drawing/2014/main" id="{19E34E87-395F-4023-A80E-D1CBAAEBD9B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414338" y="9525"/>
              <a:ext cx="28575" cy="4481513"/>
            </a:xfrm>
            <a:prstGeom prst="rect">
              <a:avLst/>
            </a:pr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miter lim="800000"/>
                  <a:headEnd/>
                  <a:tailEnd/>
                </a14:hiddenLine>
              </a:ext>
            </a:extLst>
          </p:spPr>
          <p:txBody>
            <a:bodyPr/>
            <a:lstStyle/>
            <a:p>
              <a:endParaRPr lang="tr-TR"/>
            </a:p>
          </p:txBody>
        </p:sp>
        <p:sp>
          <p:nvSpPr>
            <p:cNvPr id="126" name="Freeform 9">
              <a:extLst>
                <a:ext uri="{FF2B5EF4-FFF2-40B4-BE49-F238E27FC236}">
                  <a16:creationId xmlns:a16="http://schemas.microsoft.com/office/drawing/2014/main" id="{6FB1B38F-1B92-41C3-AA1D-6D6440FB0D7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27" name="Freeform 10">
              <a:extLst>
                <a:ext uri="{FF2B5EF4-FFF2-40B4-BE49-F238E27FC236}">
                  <a16:creationId xmlns:a16="http://schemas.microsoft.com/office/drawing/2014/main" id="{02FBE453-FBD2-4348-8DDA-4A023444EC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28" name="Freeform 11">
              <a:extLst>
                <a:ext uri="{FF2B5EF4-FFF2-40B4-BE49-F238E27FC236}">
                  <a16:creationId xmlns:a16="http://schemas.microsoft.com/office/drawing/2014/main" id="{60D719E8-BF78-4F42-B9D1-7F5E02A369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29" name="Freeform 12">
              <a:extLst>
                <a:ext uri="{FF2B5EF4-FFF2-40B4-BE49-F238E27FC236}">
                  <a16:creationId xmlns:a16="http://schemas.microsoft.com/office/drawing/2014/main" id="{5EC70737-9C19-4CF5-84DA-B22A960D53D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30" name="Freeform 13">
              <a:extLst>
                <a:ext uri="{FF2B5EF4-FFF2-40B4-BE49-F238E27FC236}">
                  <a16:creationId xmlns:a16="http://schemas.microsoft.com/office/drawing/2014/main" id="{88FD042E-E56E-4360-9620-F811AB9A33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31" name="Freeform 14">
              <a:extLst>
                <a:ext uri="{FF2B5EF4-FFF2-40B4-BE49-F238E27FC236}">
                  <a16:creationId xmlns:a16="http://schemas.microsoft.com/office/drawing/2014/main" id="{18F15D2B-0812-46F6-B0F4-6A6714B543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32" name="Freeform 15">
              <a:extLst>
                <a:ext uri="{FF2B5EF4-FFF2-40B4-BE49-F238E27FC236}">
                  <a16:creationId xmlns:a16="http://schemas.microsoft.com/office/drawing/2014/main" id="{0C2F2A50-98DD-4F92-BDFE-B72E2357667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33" name="Freeform 16">
              <a:extLst>
                <a:ext uri="{FF2B5EF4-FFF2-40B4-BE49-F238E27FC236}">
                  <a16:creationId xmlns:a16="http://schemas.microsoft.com/office/drawing/2014/main" id="{473541D9-6DAE-4718-97D4-8952F4E7CC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34" name="Freeform 17">
              <a:extLst>
                <a:ext uri="{FF2B5EF4-FFF2-40B4-BE49-F238E27FC236}">
                  <a16:creationId xmlns:a16="http://schemas.microsoft.com/office/drawing/2014/main" id="{3A56C5E9-011C-44D2-AF94-3BF5420433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35" name="Freeform 18">
              <a:extLst>
                <a:ext uri="{FF2B5EF4-FFF2-40B4-BE49-F238E27FC236}">
                  <a16:creationId xmlns:a16="http://schemas.microsoft.com/office/drawing/2014/main" id="{CD279E0E-1CD5-4F41-96A5-3A09707E810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36" name="Freeform 19">
              <a:extLst>
                <a:ext uri="{FF2B5EF4-FFF2-40B4-BE49-F238E27FC236}">
                  <a16:creationId xmlns:a16="http://schemas.microsoft.com/office/drawing/2014/main" id="{F5A6F094-9E54-4985-8738-D2067A4F07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37" name="Freeform 20">
              <a:extLst>
                <a:ext uri="{FF2B5EF4-FFF2-40B4-BE49-F238E27FC236}">
                  <a16:creationId xmlns:a16="http://schemas.microsoft.com/office/drawing/2014/main" id="{99D51F59-FA93-490E-B9CF-97BB63747C9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38" name="Freeform 21">
              <a:extLst>
                <a:ext uri="{FF2B5EF4-FFF2-40B4-BE49-F238E27FC236}">
                  <a16:creationId xmlns:a16="http://schemas.microsoft.com/office/drawing/2014/main" id="{3CD83DC6-F4A0-4A4D-AAC3-83983F960DC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39" name="Freeform 22">
              <a:extLst>
                <a:ext uri="{FF2B5EF4-FFF2-40B4-BE49-F238E27FC236}">
                  <a16:creationId xmlns:a16="http://schemas.microsoft.com/office/drawing/2014/main" id="{6E9B4028-C74F-4631-8312-68B30E6E62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40" name="Freeform 23">
              <a:extLst>
                <a:ext uri="{FF2B5EF4-FFF2-40B4-BE49-F238E27FC236}">
                  <a16:creationId xmlns:a16="http://schemas.microsoft.com/office/drawing/2014/main" id="{1E3337C9-1DDE-4E2E-8519-7D2C23C95FE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41" name="Freeform 24">
              <a:extLst>
                <a:ext uri="{FF2B5EF4-FFF2-40B4-BE49-F238E27FC236}">
                  <a16:creationId xmlns:a16="http://schemas.microsoft.com/office/drawing/2014/main" id="{754A526E-6EC0-458A-9C4C-008F6749CDD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42" name="Freeform 25">
              <a:extLst>
                <a:ext uri="{FF2B5EF4-FFF2-40B4-BE49-F238E27FC236}">
                  <a16:creationId xmlns:a16="http://schemas.microsoft.com/office/drawing/2014/main" id="{6A3DA723-7448-48CF-8BD2-FED2D4FED5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43" name="Freeform 26">
              <a:extLst>
                <a:ext uri="{FF2B5EF4-FFF2-40B4-BE49-F238E27FC236}">
                  <a16:creationId xmlns:a16="http://schemas.microsoft.com/office/drawing/2014/main" id="{9B506EC1-D8A8-4532-B78B-A236567EE05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44" name="Freeform 27">
              <a:extLst>
                <a:ext uri="{FF2B5EF4-FFF2-40B4-BE49-F238E27FC236}">
                  <a16:creationId xmlns:a16="http://schemas.microsoft.com/office/drawing/2014/main" id="{AA9DFB36-74F4-4977-ABC5-3257EDA331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45" name="Freeform 28">
              <a:extLst>
                <a:ext uri="{FF2B5EF4-FFF2-40B4-BE49-F238E27FC236}">
                  <a16:creationId xmlns:a16="http://schemas.microsoft.com/office/drawing/2014/main" id="{966A7FBA-BB79-4AF0-90C2-5F2BC9F2D1D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46" name="Freeform 29">
              <a:extLst>
                <a:ext uri="{FF2B5EF4-FFF2-40B4-BE49-F238E27FC236}">
                  <a16:creationId xmlns:a16="http://schemas.microsoft.com/office/drawing/2014/main" id="{23BB8A47-FF1B-44E5-8D93-7ADF37F1D7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47" name="Freeform 30">
              <a:extLst>
                <a:ext uri="{FF2B5EF4-FFF2-40B4-BE49-F238E27FC236}">
                  <a16:creationId xmlns:a16="http://schemas.microsoft.com/office/drawing/2014/main" id="{E463E1B7-7BED-4425-95B7-F6F75F87335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48" name="Freeform 31">
              <a:extLst>
                <a:ext uri="{FF2B5EF4-FFF2-40B4-BE49-F238E27FC236}">
                  <a16:creationId xmlns:a16="http://schemas.microsoft.com/office/drawing/2014/main" id="{749D0675-4397-4610-9807-2F7C1CC942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49" name="Freeform 32">
              <a:extLst>
                <a:ext uri="{FF2B5EF4-FFF2-40B4-BE49-F238E27FC236}">
                  <a16:creationId xmlns:a16="http://schemas.microsoft.com/office/drawing/2014/main" id="{DE7617CF-8919-43C3-9557-08D67C7DAF2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50" name="Rectangle 90">
              <a:extLst>
                <a:ext uri="{FF2B5EF4-FFF2-40B4-BE49-F238E27FC236}">
                  <a16:creationId xmlns:a16="http://schemas.microsoft.com/office/drawing/2014/main" id="{3DB68720-7E37-4930-9900-8632140D62BB}"/>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2938" y="6610350"/>
              <a:ext cx="23813" cy="242888"/>
            </a:xfrm>
            <a:prstGeom prst="rect">
              <a:avLst/>
            </a:pr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miter lim="800000"/>
                  <a:headEnd/>
                  <a:tailEnd/>
                </a14:hiddenLine>
              </a:ext>
            </a:extLst>
          </p:spPr>
          <p:txBody>
            <a:bodyPr/>
            <a:lstStyle/>
            <a:p>
              <a:endParaRPr lang="tr-TR"/>
            </a:p>
          </p:txBody>
        </p:sp>
        <p:sp>
          <p:nvSpPr>
            <p:cNvPr id="151" name="Freeform 34">
              <a:extLst>
                <a:ext uri="{FF2B5EF4-FFF2-40B4-BE49-F238E27FC236}">
                  <a16:creationId xmlns:a16="http://schemas.microsoft.com/office/drawing/2014/main" id="{202F13DF-5B76-468E-A95E-80780788BD0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52" name="Freeform 35">
              <a:extLst>
                <a:ext uri="{FF2B5EF4-FFF2-40B4-BE49-F238E27FC236}">
                  <a16:creationId xmlns:a16="http://schemas.microsoft.com/office/drawing/2014/main" id="{219143C2-6062-4C2C-9563-6534108E35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53" name="Freeform 36">
              <a:extLst>
                <a:ext uri="{FF2B5EF4-FFF2-40B4-BE49-F238E27FC236}">
                  <a16:creationId xmlns:a16="http://schemas.microsoft.com/office/drawing/2014/main" id="{38413A0C-26DB-479B-B747-1D81361007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54" name="Freeform 37">
              <a:extLst>
                <a:ext uri="{FF2B5EF4-FFF2-40B4-BE49-F238E27FC236}">
                  <a16:creationId xmlns:a16="http://schemas.microsoft.com/office/drawing/2014/main" id="{CB526B5F-4FAA-4B4C-8AF8-B98EC74A3D2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55" name="Freeform 38">
              <a:extLst>
                <a:ext uri="{FF2B5EF4-FFF2-40B4-BE49-F238E27FC236}">
                  <a16:creationId xmlns:a16="http://schemas.microsoft.com/office/drawing/2014/main" id="{54FFF88E-6D69-4AE9-8378-D164191557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56" name="Freeform 39">
              <a:extLst>
                <a:ext uri="{FF2B5EF4-FFF2-40B4-BE49-F238E27FC236}">
                  <a16:creationId xmlns:a16="http://schemas.microsoft.com/office/drawing/2014/main" id="{8008115A-CE00-4E36-BAF1-B511F21E83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57" name="Freeform 40">
              <a:extLst>
                <a:ext uri="{FF2B5EF4-FFF2-40B4-BE49-F238E27FC236}">
                  <a16:creationId xmlns:a16="http://schemas.microsoft.com/office/drawing/2014/main" id="{2935DB29-6F85-47D8-863C-11386389DBF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58" name="Freeform 41">
              <a:extLst>
                <a:ext uri="{FF2B5EF4-FFF2-40B4-BE49-F238E27FC236}">
                  <a16:creationId xmlns:a16="http://schemas.microsoft.com/office/drawing/2014/main" id="{4FB8E51B-1AC1-4671-B181-473C29BECD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59" name="Freeform 42">
              <a:extLst>
                <a:ext uri="{FF2B5EF4-FFF2-40B4-BE49-F238E27FC236}">
                  <a16:creationId xmlns:a16="http://schemas.microsoft.com/office/drawing/2014/main" id="{91E6AE4F-959F-4ED7-A199-8C0307E40EA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60" name="Freeform 43">
              <a:extLst>
                <a:ext uri="{FF2B5EF4-FFF2-40B4-BE49-F238E27FC236}">
                  <a16:creationId xmlns:a16="http://schemas.microsoft.com/office/drawing/2014/main" id="{A0445E55-0009-44A5-AA6A-350D9D48A2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61" name="Freeform 44">
              <a:extLst>
                <a:ext uri="{FF2B5EF4-FFF2-40B4-BE49-F238E27FC236}">
                  <a16:creationId xmlns:a16="http://schemas.microsoft.com/office/drawing/2014/main" id="{B5291C75-4ECA-4829-B824-5725C329057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62" name="Rectangle 102">
              <a:extLst>
                <a:ext uri="{FF2B5EF4-FFF2-40B4-BE49-F238E27FC236}">
                  <a16:creationId xmlns:a16="http://schemas.microsoft.com/office/drawing/2014/main" id="{6793376D-3E7C-4F04-8BC8-EC4820622BE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28725" y="4662488"/>
              <a:ext cx="23813" cy="2181225"/>
            </a:xfrm>
            <a:prstGeom prst="rect">
              <a:avLst/>
            </a:pr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miter lim="800000"/>
                  <a:headEnd/>
                  <a:tailEnd/>
                </a14:hiddenLine>
              </a:ext>
            </a:extLst>
          </p:spPr>
          <p:txBody>
            <a:bodyPr/>
            <a:lstStyle/>
            <a:p>
              <a:endParaRPr lang="tr-TR"/>
            </a:p>
          </p:txBody>
        </p:sp>
        <p:sp>
          <p:nvSpPr>
            <p:cNvPr id="163" name="Freeform 46">
              <a:extLst>
                <a:ext uri="{FF2B5EF4-FFF2-40B4-BE49-F238E27FC236}">
                  <a16:creationId xmlns:a16="http://schemas.microsoft.com/office/drawing/2014/main" id="{3596510A-5528-445D-AFEA-6E3F89BA84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64" name="Freeform 47">
              <a:extLst>
                <a:ext uri="{FF2B5EF4-FFF2-40B4-BE49-F238E27FC236}">
                  <a16:creationId xmlns:a16="http://schemas.microsoft.com/office/drawing/2014/main" id="{E1B69479-D8C9-4E2E-A931-4D49C4FD76D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65" name="Freeform 48">
              <a:extLst>
                <a:ext uri="{FF2B5EF4-FFF2-40B4-BE49-F238E27FC236}">
                  <a16:creationId xmlns:a16="http://schemas.microsoft.com/office/drawing/2014/main" id="{0A759A2E-A8B1-44C8-B3F9-A16714C895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66" name="Freeform 49">
              <a:extLst>
                <a:ext uri="{FF2B5EF4-FFF2-40B4-BE49-F238E27FC236}">
                  <a16:creationId xmlns:a16="http://schemas.microsoft.com/office/drawing/2014/main" id="{6C2B3B3C-1DC9-4352-BB73-801976C8F51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67" name="Freeform 50">
              <a:extLst>
                <a:ext uri="{FF2B5EF4-FFF2-40B4-BE49-F238E27FC236}">
                  <a16:creationId xmlns:a16="http://schemas.microsoft.com/office/drawing/2014/main" id="{EE22E3A8-5789-4189-9AC7-98D6826B03D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68" name="Freeform 51">
              <a:extLst>
                <a:ext uri="{FF2B5EF4-FFF2-40B4-BE49-F238E27FC236}">
                  <a16:creationId xmlns:a16="http://schemas.microsoft.com/office/drawing/2014/main" id="{9AC0FC74-D003-4D0D-9CAF-F6A03739E2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69" name="Freeform 52">
              <a:extLst>
                <a:ext uri="{FF2B5EF4-FFF2-40B4-BE49-F238E27FC236}">
                  <a16:creationId xmlns:a16="http://schemas.microsoft.com/office/drawing/2014/main" id="{126C2057-02E1-4348-ABEB-EAC063A17E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70" name="Freeform 53">
              <a:extLst>
                <a:ext uri="{FF2B5EF4-FFF2-40B4-BE49-F238E27FC236}">
                  <a16:creationId xmlns:a16="http://schemas.microsoft.com/office/drawing/2014/main" id="{5150586D-D743-4392-844F-F2AFCCE6493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71" name="Freeform 54">
              <a:extLst>
                <a:ext uri="{FF2B5EF4-FFF2-40B4-BE49-F238E27FC236}">
                  <a16:creationId xmlns:a16="http://schemas.microsoft.com/office/drawing/2014/main" id="{9E5B157A-534E-4879-8013-D02864E76F5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72" name="Freeform 55">
              <a:extLst>
                <a:ext uri="{FF2B5EF4-FFF2-40B4-BE49-F238E27FC236}">
                  <a16:creationId xmlns:a16="http://schemas.microsoft.com/office/drawing/2014/main" id="{CEE2DD73-7E8C-4F26-8E93-8C32D11B26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73" name="Freeform 56">
              <a:extLst>
                <a:ext uri="{FF2B5EF4-FFF2-40B4-BE49-F238E27FC236}">
                  <a16:creationId xmlns:a16="http://schemas.microsoft.com/office/drawing/2014/main" id="{908CAC5F-DD8E-4A58-BD4C-6D8D29FA492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74" name="Freeform 57">
              <a:extLst>
                <a:ext uri="{FF2B5EF4-FFF2-40B4-BE49-F238E27FC236}">
                  <a16:creationId xmlns:a16="http://schemas.microsoft.com/office/drawing/2014/main" id="{20F130CF-281E-408C-9884-5F8B22CA1D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75" name="Freeform 58">
              <a:extLst>
                <a:ext uri="{FF2B5EF4-FFF2-40B4-BE49-F238E27FC236}">
                  <a16:creationId xmlns:a16="http://schemas.microsoft.com/office/drawing/2014/main" id="{3BC78068-9115-4D5D-9B2B-6F9BD9C2969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grpSp>
      <p:sp>
        <p:nvSpPr>
          <p:cNvPr id="3" name="İçerik Yer Tutucusu 2">
            <a:extLst>
              <a:ext uri="{FF2B5EF4-FFF2-40B4-BE49-F238E27FC236}">
                <a16:creationId xmlns:a16="http://schemas.microsoft.com/office/drawing/2014/main" id="{26149B82-24DF-4C49-8825-3B39EA4A06AB}"/>
              </a:ext>
            </a:extLst>
          </p:cNvPr>
          <p:cNvSpPr>
            <a:spLocks noGrp="1"/>
          </p:cNvSpPr>
          <p:nvPr>
            <p:ph idx="1"/>
          </p:nvPr>
        </p:nvSpPr>
        <p:spPr>
          <a:xfrm>
            <a:off x="6448425" y="2249487"/>
            <a:ext cx="4598986" cy="3541714"/>
          </a:xfrm>
        </p:spPr>
        <p:txBody>
          <a:bodyPr>
            <a:normAutofit/>
          </a:bodyPr>
          <a:lstStyle/>
          <a:p>
            <a:pPr>
              <a:lnSpc>
                <a:spcPct val="110000"/>
              </a:lnSpc>
            </a:pPr>
            <a:r>
              <a:rPr lang="tr-TR" sz="1100" b="1"/>
              <a:t>-Polarizasyon (kutuplaşma): </a:t>
            </a:r>
            <a:r>
              <a:rPr lang="tr-TR" sz="1100"/>
              <a:t>Uyarılmamış bir sinir hücresinde hücre dışı pozitif(+), hücre içi negatif(-) yüklüdür. Sinir hücresinin bu durumuna </a:t>
            </a:r>
            <a:r>
              <a:rPr lang="tr-TR" sz="1100" b="1"/>
              <a:t>polarizasyon (kutuplaşma)</a:t>
            </a:r>
            <a:r>
              <a:rPr lang="tr-TR" sz="1100"/>
              <a:t> denir.</a:t>
            </a:r>
          </a:p>
          <a:p>
            <a:pPr>
              <a:lnSpc>
                <a:spcPct val="110000"/>
              </a:lnSpc>
            </a:pPr>
            <a:r>
              <a:rPr lang="tr-TR" sz="1100" b="1"/>
              <a:t>-Polarizasyonun nedeni</a:t>
            </a:r>
            <a:r>
              <a:rPr lang="tr-TR" sz="1100"/>
              <a:t>: Hücre içi ile hücre dışı arasındaki iyonların derişim farklılığıdır.</a:t>
            </a:r>
          </a:p>
          <a:p>
            <a:pPr>
              <a:lnSpc>
                <a:spcPct val="110000"/>
              </a:lnSpc>
            </a:pPr>
            <a:r>
              <a:rPr lang="tr-TR" sz="1100"/>
              <a:t>-Hücre içinde K</a:t>
            </a:r>
            <a:r>
              <a:rPr lang="tr-TR" sz="1100" baseline="30000"/>
              <a:t>+</a:t>
            </a:r>
            <a:r>
              <a:rPr lang="tr-TR" sz="1100"/>
              <a:t> derişimi fazla, Na</a:t>
            </a:r>
            <a:r>
              <a:rPr lang="tr-TR" sz="1100" baseline="30000"/>
              <a:t>+</a:t>
            </a:r>
            <a:r>
              <a:rPr lang="tr-TR" sz="1100"/>
              <a:t> derişimi azdır.</a:t>
            </a:r>
          </a:p>
          <a:p>
            <a:pPr>
              <a:lnSpc>
                <a:spcPct val="110000"/>
              </a:lnSpc>
            </a:pPr>
            <a:r>
              <a:rPr lang="tr-TR" sz="1100"/>
              <a:t>-Hücre dışında ise tam tersine K</a:t>
            </a:r>
            <a:r>
              <a:rPr lang="tr-TR" sz="1100" baseline="30000"/>
              <a:t>+</a:t>
            </a:r>
            <a:r>
              <a:rPr lang="tr-TR" sz="1100"/>
              <a:t> derişimi az, Na</a:t>
            </a:r>
            <a:r>
              <a:rPr lang="tr-TR" sz="1100" baseline="30000"/>
              <a:t>+ </a:t>
            </a:r>
            <a:r>
              <a:rPr lang="tr-TR" sz="1100"/>
              <a:t>derişimi fazladır.</a:t>
            </a:r>
          </a:p>
          <a:p>
            <a:pPr>
              <a:lnSpc>
                <a:spcPct val="110000"/>
              </a:lnSpc>
            </a:pPr>
            <a:r>
              <a:rPr lang="tr-TR" sz="1100" b="1"/>
              <a:t>-Hücre içinin negatif olmasının nedeni ise derişimi hücre dışına göre fazla olan anyonlardan (A</a:t>
            </a:r>
            <a:r>
              <a:rPr lang="tr-TR" sz="1100" b="1" baseline="30000"/>
              <a:t>-</a:t>
            </a:r>
            <a:r>
              <a:rPr lang="tr-TR" sz="1100" b="1"/>
              <a:t>) kaynaklanır.</a:t>
            </a:r>
            <a:endParaRPr lang="tr-TR" sz="1100"/>
          </a:p>
          <a:p>
            <a:pPr>
              <a:lnSpc>
                <a:spcPct val="110000"/>
              </a:lnSpc>
            </a:pPr>
            <a:r>
              <a:rPr lang="tr-TR" sz="1100"/>
              <a:t>- Bunlar proteinler, amino asitler, sülfat (SO</a:t>
            </a:r>
            <a:r>
              <a:rPr lang="tr-TR" sz="1100" baseline="-25000"/>
              <a:t>4</a:t>
            </a:r>
            <a:r>
              <a:rPr lang="tr-TR" sz="1100" baseline="30000"/>
              <a:t>-3</a:t>
            </a:r>
            <a:r>
              <a:rPr lang="tr-TR" sz="1100"/>
              <a:t>), fosfat (PO</a:t>
            </a:r>
            <a:r>
              <a:rPr lang="tr-TR" sz="1100" baseline="-25000"/>
              <a:t>4</a:t>
            </a:r>
            <a:r>
              <a:rPr lang="tr-TR" sz="1100" baseline="30000"/>
              <a:t>-3</a:t>
            </a:r>
            <a:r>
              <a:rPr lang="tr-TR" sz="1100"/>
              <a:t>)  ve diğer negatif yüklü iyonlardır.</a:t>
            </a:r>
          </a:p>
          <a:p>
            <a:pPr marL="0" indent="0">
              <a:lnSpc>
                <a:spcPct val="110000"/>
              </a:lnSpc>
              <a:buNone/>
            </a:pPr>
            <a:br>
              <a:rPr lang="tr-TR" sz="1100"/>
            </a:br>
            <a:endParaRPr lang="tr-TR" sz="1100"/>
          </a:p>
        </p:txBody>
      </p:sp>
      <p:sp>
        <p:nvSpPr>
          <p:cNvPr id="4" name="Alt Bilgi Yer Tutucusu 3">
            <a:extLst>
              <a:ext uri="{FF2B5EF4-FFF2-40B4-BE49-F238E27FC236}">
                <a16:creationId xmlns:a16="http://schemas.microsoft.com/office/drawing/2014/main" id="{0CB8DD62-8BC9-BAD4-834A-86E20AB3BD10}"/>
              </a:ext>
            </a:extLst>
          </p:cNvPr>
          <p:cNvSpPr>
            <a:spLocks noGrp="1"/>
          </p:cNvSpPr>
          <p:nvPr>
            <p:ph type="ftr" sz="quarter" idx="11"/>
          </p:nvPr>
        </p:nvSpPr>
        <p:spPr/>
        <p:txBody>
          <a:bodyPr/>
          <a:lstStyle/>
          <a:p>
            <a:r>
              <a:rPr lang="en-US"/>
              <a:t>MEHMET FATİH KARAKAŞ</a:t>
            </a:r>
            <a:endParaRPr lang="en-US" dirty="0"/>
          </a:p>
        </p:txBody>
      </p:sp>
    </p:spTree>
    <p:extLst>
      <p:ext uri="{BB962C8B-B14F-4D97-AF65-F5344CB8AC3E}">
        <p14:creationId xmlns:p14="http://schemas.microsoft.com/office/powerpoint/2010/main" val="34621917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09580B5F-66DE-4276-2DF3-14E79C6C598B}"/>
              </a:ext>
            </a:extLst>
          </p:cNvPr>
          <p:cNvSpPr>
            <a:spLocks noGrp="1"/>
          </p:cNvSpPr>
          <p:nvPr>
            <p:ph type="title"/>
          </p:nvPr>
        </p:nvSpPr>
        <p:spPr>
          <a:xfrm>
            <a:off x="804672" y="802955"/>
            <a:ext cx="4766330" cy="1454051"/>
          </a:xfrm>
        </p:spPr>
        <p:txBody>
          <a:bodyPr>
            <a:normAutofit/>
          </a:bodyPr>
          <a:lstStyle/>
          <a:p>
            <a:r>
              <a:rPr lang="tr-TR" sz="3600" dirty="0"/>
              <a:t>Polarizasyon</a:t>
            </a:r>
          </a:p>
        </p:txBody>
      </p:sp>
      <p:sp>
        <p:nvSpPr>
          <p:cNvPr id="3" name="İçerik Yer Tutucusu 2">
            <a:extLst>
              <a:ext uri="{FF2B5EF4-FFF2-40B4-BE49-F238E27FC236}">
                <a16:creationId xmlns:a16="http://schemas.microsoft.com/office/drawing/2014/main" id="{79DEE786-BCEA-5F80-B942-953F11CD740E}"/>
              </a:ext>
            </a:extLst>
          </p:cNvPr>
          <p:cNvSpPr>
            <a:spLocks noGrp="1"/>
          </p:cNvSpPr>
          <p:nvPr>
            <p:ph idx="1"/>
          </p:nvPr>
        </p:nvSpPr>
        <p:spPr>
          <a:xfrm>
            <a:off x="426287" y="1945663"/>
            <a:ext cx="5144715" cy="3726440"/>
          </a:xfrm>
        </p:spPr>
        <p:txBody>
          <a:bodyPr anchor="t">
            <a:normAutofit fontScale="92500" lnSpcReduction="10000"/>
          </a:bodyPr>
          <a:lstStyle/>
          <a:p>
            <a:r>
              <a:rPr lang="tr-TR" sz="1600"/>
              <a:t>-Polarize durumundaki bir nöronda hücre içi ile hücre dışı arasında -70mV’luk bir potansiyel farkı ölçülür.</a:t>
            </a:r>
          </a:p>
          <a:p>
            <a:r>
              <a:rPr lang="tr-TR" sz="1600"/>
              <a:t>-Polarize durumdaki bir nöronda Na ve K kanalları kapalıdır.</a:t>
            </a:r>
          </a:p>
          <a:p>
            <a:r>
              <a:rPr lang="tr-TR" sz="1600"/>
              <a:t>-Polarizasyonu sağlayan hücre zarında bulunan </a:t>
            </a:r>
            <a:r>
              <a:rPr lang="tr-TR" sz="1600" b="1" u="sng"/>
              <a:t>Na</a:t>
            </a:r>
            <a:r>
              <a:rPr lang="tr-TR" sz="1600" b="1" u="sng" baseline="30000"/>
              <a:t>+</a:t>
            </a:r>
            <a:r>
              <a:rPr lang="tr-TR" sz="1600" b="1" u="sng"/>
              <a:t>-K</a:t>
            </a:r>
            <a:r>
              <a:rPr lang="tr-TR" sz="1600" b="1" u="sng" baseline="30000"/>
              <a:t>+</a:t>
            </a:r>
            <a:r>
              <a:rPr lang="tr-TR" sz="1600" b="1" u="sng"/>
              <a:t>ATPaz pompasıdır.</a:t>
            </a:r>
            <a:r>
              <a:rPr lang="tr-TR" sz="1600"/>
              <a:t> Aktif taşıma yapan bu elemanlar hücre içindeki Na</a:t>
            </a:r>
            <a:r>
              <a:rPr lang="tr-TR" sz="1600" baseline="30000"/>
              <a:t>+</a:t>
            </a:r>
            <a:r>
              <a:rPr lang="tr-TR" sz="1600"/>
              <a:t> ları dışarı atarken hücre dışındaki K</a:t>
            </a:r>
            <a:r>
              <a:rPr lang="tr-TR" sz="1600" baseline="30000"/>
              <a:t>+</a:t>
            </a:r>
            <a:r>
              <a:rPr lang="tr-TR" sz="1600"/>
              <a:t>ları hücre içine alırlar. Na-K ATPaz ile dışarı pompalanan Na</a:t>
            </a:r>
            <a:r>
              <a:rPr lang="tr-TR" sz="1600" baseline="30000"/>
              <a:t>+</a:t>
            </a:r>
            <a:r>
              <a:rPr lang="tr-TR" sz="1600"/>
              <a:t> iyonları, içeri pompalanan K</a:t>
            </a:r>
            <a:r>
              <a:rPr lang="tr-TR" sz="1600" baseline="30000"/>
              <a:t>+</a:t>
            </a:r>
            <a:r>
              <a:rPr lang="tr-TR" sz="1600"/>
              <a:t> iyonlarından fazladır. Ayrıca hücre içinde bol miktarda bulunan negatif yüklü protein anyonları büyük moleküller olduklarından zardan geçemezler ve hücre içindeki K</a:t>
            </a:r>
            <a:r>
              <a:rPr lang="tr-TR" sz="1600" baseline="30000"/>
              <a:t>+</a:t>
            </a:r>
            <a:r>
              <a:rPr lang="tr-TR" sz="1600"/>
              <a:t> iyonlarını kendilerine doğru çekerek hücre dışına çıkmasına engel olurlar. Bunun sonucunda sinir hücresinin dış kısmı pozitif, iç kısmı negatif yüke sahip olur.</a:t>
            </a:r>
          </a:p>
          <a:p>
            <a:endParaRPr lang="tr-TR" sz="1600" dirty="0"/>
          </a:p>
        </p:txBody>
      </p:sp>
      <p:pic>
        <p:nvPicPr>
          <p:cNvPr id="7" name="Resim 6" descr="metin, ekran görüntüsü, renklilik içeren bir resim&#10;&#10;Yapay zeka tarafından oluşturulmuş içerik yanlış olabilir.">
            <a:extLst>
              <a:ext uri="{FF2B5EF4-FFF2-40B4-BE49-F238E27FC236}">
                <a16:creationId xmlns:a16="http://schemas.microsoft.com/office/drawing/2014/main" id="{1FA658C3-FB60-0B95-CE9B-F194F1AC27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65275" y="1945663"/>
            <a:ext cx="5985349" cy="2974313"/>
          </a:xfrm>
          <a:prstGeom prst="rect">
            <a:avLst/>
          </a:prstGeom>
        </p:spPr>
      </p:pic>
      <p:sp>
        <p:nvSpPr>
          <p:cNvPr id="4" name="Alt Bilgi Yer Tutucusu 3">
            <a:extLst>
              <a:ext uri="{FF2B5EF4-FFF2-40B4-BE49-F238E27FC236}">
                <a16:creationId xmlns:a16="http://schemas.microsoft.com/office/drawing/2014/main" id="{9718739F-897B-8F23-D6D4-9CFF47442E39}"/>
              </a:ext>
            </a:extLst>
          </p:cNvPr>
          <p:cNvSpPr>
            <a:spLocks noGrp="1"/>
          </p:cNvSpPr>
          <p:nvPr>
            <p:ph type="ftr" sz="quarter" idx="11"/>
          </p:nvPr>
        </p:nvSpPr>
        <p:spPr/>
        <p:txBody>
          <a:bodyPr/>
          <a:lstStyle/>
          <a:p>
            <a:r>
              <a:rPr lang="en-US"/>
              <a:t>MEHMET FATİH KARAKAŞ</a:t>
            </a:r>
            <a:endParaRPr lang="en-US" dirty="0"/>
          </a:p>
        </p:txBody>
      </p:sp>
    </p:spTree>
    <p:extLst>
      <p:ext uri="{BB962C8B-B14F-4D97-AF65-F5344CB8AC3E}">
        <p14:creationId xmlns:p14="http://schemas.microsoft.com/office/powerpoint/2010/main" val="43209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AE6D7CB-E5A2-2291-EB59-CDE497DE5AD5}"/>
              </a:ext>
            </a:extLst>
          </p:cNvPr>
          <p:cNvSpPr>
            <a:spLocks noGrp="1"/>
          </p:cNvSpPr>
          <p:nvPr>
            <p:ph type="title"/>
          </p:nvPr>
        </p:nvSpPr>
        <p:spPr>
          <a:xfrm>
            <a:off x="804672" y="802955"/>
            <a:ext cx="4766330" cy="1454051"/>
          </a:xfrm>
        </p:spPr>
        <p:txBody>
          <a:bodyPr>
            <a:normAutofit/>
          </a:bodyPr>
          <a:lstStyle/>
          <a:p>
            <a:r>
              <a:rPr lang="tr-TR" sz="3600" dirty="0"/>
              <a:t>Depolarizasyon</a:t>
            </a:r>
          </a:p>
        </p:txBody>
      </p:sp>
      <p:sp>
        <p:nvSpPr>
          <p:cNvPr id="3" name="İçerik Yer Tutucusu 2">
            <a:extLst>
              <a:ext uri="{FF2B5EF4-FFF2-40B4-BE49-F238E27FC236}">
                <a16:creationId xmlns:a16="http://schemas.microsoft.com/office/drawing/2014/main" id="{9108E467-AD4E-14BB-FBC6-E9920F0797DA}"/>
              </a:ext>
            </a:extLst>
          </p:cNvPr>
          <p:cNvSpPr>
            <a:spLocks noGrp="1"/>
          </p:cNvSpPr>
          <p:nvPr>
            <p:ph idx="1"/>
          </p:nvPr>
        </p:nvSpPr>
        <p:spPr>
          <a:xfrm>
            <a:off x="804672" y="2421683"/>
            <a:ext cx="4765949" cy="3353476"/>
          </a:xfrm>
        </p:spPr>
        <p:txBody>
          <a:bodyPr anchor="t">
            <a:normAutofit fontScale="92500" lnSpcReduction="20000"/>
          </a:bodyPr>
          <a:lstStyle/>
          <a:p>
            <a:r>
              <a:rPr lang="tr-TR" sz="1700" b="1" dirty="0"/>
              <a:t>-Depolarizasyon (Kutuplaşmanın bozulması):</a:t>
            </a:r>
            <a:r>
              <a:rPr lang="tr-TR" sz="1700" dirty="0"/>
              <a:t> Eşik değer ve ya üzerinde bir uyarı alındığında sinir hücresinin zarında bulunan </a:t>
            </a:r>
            <a:r>
              <a:rPr lang="tr-TR" sz="1700" dirty="0" err="1"/>
              <a:t>Na</a:t>
            </a:r>
            <a:r>
              <a:rPr lang="tr-TR" sz="1700" baseline="30000" dirty="0"/>
              <a:t>+</a:t>
            </a:r>
            <a:r>
              <a:rPr lang="tr-TR" sz="1700" dirty="0"/>
              <a:t> kapıları açılır (K</a:t>
            </a:r>
            <a:r>
              <a:rPr lang="tr-TR" sz="1700" baseline="30000" dirty="0"/>
              <a:t>+</a:t>
            </a:r>
            <a:r>
              <a:rPr lang="tr-TR" sz="1700" dirty="0"/>
              <a:t> kapıları kapalı kalır) ve hücre dışında daha fazla bulunan </a:t>
            </a:r>
            <a:r>
              <a:rPr lang="tr-TR" sz="1700" dirty="0" err="1"/>
              <a:t>Na</a:t>
            </a:r>
            <a:r>
              <a:rPr lang="tr-TR" sz="1700" baseline="30000" dirty="0" err="1"/>
              <a:t>+</a:t>
            </a:r>
            <a:r>
              <a:rPr lang="tr-TR" sz="1700" dirty="0" err="1"/>
              <a:t>lar</a:t>
            </a:r>
            <a:r>
              <a:rPr lang="tr-TR" sz="1700" dirty="0"/>
              <a:t> içeri doğru difüzyon kuralları gereğince akmaya başlar. Bu durumda hücre içinde hem </a:t>
            </a:r>
            <a:r>
              <a:rPr lang="tr-TR" sz="1700" dirty="0" err="1"/>
              <a:t>Na</a:t>
            </a:r>
            <a:r>
              <a:rPr lang="tr-TR" sz="1700" baseline="30000" dirty="0"/>
              <a:t>+</a:t>
            </a:r>
            <a:r>
              <a:rPr lang="tr-TR" sz="1700" dirty="0"/>
              <a:t> hem K</a:t>
            </a:r>
            <a:r>
              <a:rPr lang="tr-TR" sz="1700" baseline="30000" dirty="0"/>
              <a:t>+</a:t>
            </a:r>
            <a:r>
              <a:rPr lang="tr-TR" sz="1700" dirty="0"/>
              <a:t> iyonları fazla duruma geldiğinden hücre içi dışarısına göre daha pozitif duruma geçer. Bu duruma </a:t>
            </a:r>
            <a:r>
              <a:rPr lang="tr-TR" sz="1700" b="1" dirty="0"/>
              <a:t>depolarizasyon </a:t>
            </a:r>
            <a:r>
              <a:rPr lang="tr-TR" sz="1700" dirty="0"/>
              <a:t>denir.</a:t>
            </a:r>
          </a:p>
          <a:p>
            <a:r>
              <a:rPr lang="tr-TR" sz="1700" dirty="0"/>
              <a:t>-Depolarize durumdaki bir sinir hücresi plazmasının hücre dışına göre elektriksel güç değeri +40 mV (</a:t>
            </a:r>
            <a:r>
              <a:rPr lang="tr-TR" sz="1700" dirty="0" err="1"/>
              <a:t>milivolt</a:t>
            </a:r>
            <a:r>
              <a:rPr lang="tr-TR" sz="1700" dirty="0"/>
              <a:t>) dur.</a:t>
            </a:r>
          </a:p>
          <a:p>
            <a:endParaRPr lang="tr-TR" sz="1700" dirty="0"/>
          </a:p>
        </p:txBody>
      </p:sp>
      <p:pic>
        <p:nvPicPr>
          <p:cNvPr id="5" name="Resim 4" descr="ekran görüntüsü, metin, renklilik içeren bir resim&#10;&#10;Yapay zeka tarafından oluşturulmuş içerik yanlış olabilir.">
            <a:extLst>
              <a:ext uri="{FF2B5EF4-FFF2-40B4-BE49-F238E27FC236}">
                <a16:creationId xmlns:a16="http://schemas.microsoft.com/office/drawing/2014/main" id="{89B97B6D-50BB-47AA-C95D-44F59B33C9F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65275" y="1933655"/>
            <a:ext cx="5985349" cy="2992675"/>
          </a:xfrm>
          <a:prstGeom prst="rect">
            <a:avLst/>
          </a:prstGeom>
        </p:spPr>
      </p:pic>
      <p:sp>
        <p:nvSpPr>
          <p:cNvPr id="6" name="Alt Bilgi Yer Tutucusu 5">
            <a:extLst>
              <a:ext uri="{FF2B5EF4-FFF2-40B4-BE49-F238E27FC236}">
                <a16:creationId xmlns:a16="http://schemas.microsoft.com/office/drawing/2014/main" id="{969DB15A-4958-375E-B275-FEF023EF72B8}"/>
              </a:ext>
            </a:extLst>
          </p:cNvPr>
          <p:cNvSpPr>
            <a:spLocks noGrp="1"/>
          </p:cNvSpPr>
          <p:nvPr>
            <p:ph type="ftr" sz="quarter" idx="11"/>
          </p:nvPr>
        </p:nvSpPr>
        <p:spPr/>
        <p:txBody>
          <a:bodyPr/>
          <a:lstStyle/>
          <a:p>
            <a:r>
              <a:rPr lang="en-US"/>
              <a:t>MEHMET FATİH KARAKAŞ</a:t>
            </a:r>
            <a:endParaRPr lang="en-US" dirty="0"/>
          </a:p>
        </p:txBody>
      </p:sp>
    </p:spTree>
    <p:extLst>
      <p:ext uri="{BB962C8B-B14F-4D97-AF65-F5344CB8AC3E}">
        <p14:creationId xmlns:p14="http://schemas.microsoft.com/office/powerpoint/2010/main" val="33777548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EBD68309-67E3-DDB4-891C-F312B767318F}"/>
              </a:ext>
            </a:extLst>
          </p:cNvPr>
          <p:cNvSpPr>
            <a:spLocks noGrp="1"/>
          </p:cNvSpPr>
          <p:nvPr>
            <p:ph type="title"/>
          </p:nvPr>
        </p:nvSpPr>
        <p:spPr>
          <a:xfrm>
            <a:off x="804672" y="802955"/>
            <a:ext cx="4766330" cy="1454051"/>
          </a:xfrm>
        </p:spPr>
        <p:txBody>
          <a:bodyPr>
            <a:normAutofit/>
          </a:bodyPr>
          <a:lstStyle/>
          <a:p>
            <a:r>
              <a:rPr lang="tr-TR" sz="3600" dirty="0"/>
              <a:t>Repolarizasyon</a:t>
            </a:r>
          </a:p>
        </p:txBody>
      </p:sp>
      <p:sp>
        <p:nvSpPr>
          <p:cNvPr id="3" name="İçerik Yer Tutucusu 2">
            <a:extLst>
              <a:ext uri="{FF2B5EF4-FFF2-40B4-BE49-F238E27FC236}">
                <a16:creationId xmlns:a16="http://schemas.microsoft.com/office/drawing/2014/main" id="{6319E02F-419A-5382-AD45-C4FB86257D3F}"/>
              </a:ext>
            </a:extLst>
          </p:cNvPr>
          <p:cNvSpPr>
            <a:spLocks noGrp="1"/>
          </p:cNvSpPr>
          <p:nvPr>
            <p:ph idx="1"/>
          </p:nvPr>
        </p:nvSpPr>
        <p:spPr>
          <a:xfrm>
            <a:off x="804672" y="2421683"/>
            <a:ext cx="4765949" cy="3353476"/>
          </a:xfrm>
        </p:spPr>
        <p:txBody>
          <a:bodyPr anchor="t">
            <a:normAutofit fontScale="92500"/>
          </a:bodyPr>
          <a:lstStyle/>
          <a:p>
            <a:r>
              <a:rPr lang="tr-TR" sz="1500" dirty="0"/>
              <a:t>-Repolarizasyon: Depolarizasyondan sonra hücre zarında bulunan </a:t>
            </a:r>
            <a:r>
              <a:rPr lang="tr-TR" sz="1500" dirty="0" err="1"/>
              <a:t>Na</a:t>
            </a:r>
            <a:r>
              <a:rPr lang="tr-TR" sz="1500" baseline="30000" dirty="0"/>
              <a:t>+</a:t>
            </a:r>
            <a:r>
              <a:rPr lang="tr-TR" sz="1500" dirty="0"/>
              <a:t> kapıları kapanır ve hücre içine </a:t>
            </a:r>
            <a:r>
              <a:rPr lang="tr-TR" sz="1500" dirty="0" err="1"/>
              <a:t>Na</a:t>
            </a:r>
            <a:r>
              <a:rPr lang="tr-TR" sz="1500" baseline="30000" dirty="0"/>
              <a:t>+</a:t>
            </a:r>
            <a:r>
              <a:rPr lang="tr-TR" sz="1500" dirty="0"/>
              <a:t> girişi durdurulur. Ardından hücre zarındaki K</a:t>
            </a:r>
            <a:r>
              <a:rPr lang="tr-TR" sz="1500" baseline="30000" dirty="0"/>
              <a:t>+</a:t>
            </a:r>
            <a:r>
              <a:rPr lang="tr-TR" sz="1500" dirty="0"/>
              <a:t> kapıları açılır ve bu sefer hücre içindeki K</a:t>
            </a:r>
            <a:r>
              <a:rPr lang="tr-TR" sz="1500" baseline="30000" dirty="0"/>
              <a:t>+</a:t>
            </a:r>
            <a:r>
              <a:rPr lang="tr-TR" sz="1500" dirty="0"/>
              <a:t>’</a:t>
            </a:r>
            <a:r>
              <a:rPr lang="tr-TR" sz="1500" dirty="0" err="1"/>
              <a:t>lar</a:t>
            </a:r>
            <a:r>
              <a:rPr lang="tr-TR" sz="1500" dirty="0"/>
              <a:t> hücre dışına doğru akmaya başlar. Sonuç olarak </a:t>
            </a:r>
            <a:r>
              <a:rPr lang="tr-TR" sz="1500" dirty="0" err="1"/>
              <a:t>repolarize</a:t>
            </a:r>
            <a:r>
              <a:rPr lang="tr-TR" sz="1500" dirty="0"/>
              <a:t> durumda bir nöronda </a:t>
            </a:r>
            <a:r>
              <a:rPr lang="tr-TR" sz="1500" dirty="0" err="1"/>
              <a:t>Na</a:t>
            </a:r>
            <a:r>
              <a:rPr lang="tr-TR" sz="1500" baseline="30000" dirty="0"/>
              <a:t>+</a:t>
            </a:r>
            <a:r>
              <a:rPr lang="tr-TR" sz="1500" dirty="0"/>
              <a:t> kapıları kapanmış ve K+ kapıları açılmıştır. Bu durumda hücre içinden hücre dışına çıkan </a:t>
            </a:r>
            <a:r>
              <a:rPr lang="tr-TR" sz="1500" dirty="0" err="1"/>
              <a:t>K+lar</a:t>
            </a:r>
            <a:r>
              <a:rPr lang="tr-TR" sz="1500" dirty="0"/>
              <a:t> nedeniyle yine hücre içi negatif (–), hücre dışı pozitif (+) yüklü duruma gelmiştir.</a:t>
            </a:r>
          </a:p>
          <a:p>
            <a:r>
              <a:rPr lang="tr-TR" sz="1500" dirty="0"/>
              <a:t>Ancak durum polarizasyondan farklıdır. </a:t>
            </a:r>
            <a:r>
              <a:rPr lang="tr-TR" sz="1500" dirty="0" err="1"/>
              <a:t>Repolarize</a:t>
            </a:r>
            <a:r>
              <a:rPr lang="tr-TR" sz="1500" dirty="0"/>
              <a:t> durumda bir sinir hücresinin içinde </a:t>
            </a:r>
            <a:r>
              <a:rPr lang="tr-TR" sz="1500" dirty="0" err="1"/>
              <a:t>Na</a:t>
            </a:r>
            <a:r>
              <a:rPr lang="tr-TR" sz="1500" dirty="0"/>
              <a:t>+ iyonları fazla, dışında ise K+ iyonları fazladır. Polarizasyondan farkı </a:t>
            </a:r>
            <a:r>
              <a:rPr lang="tr-TR" sz="1500" dirty="0" err="1"/>
              <a:t>Na</a:t>
            </a:r>
            <a:r>
              <a:rPr lang="tr-TR" sz="1500" dirty="0"/>
              <a:t> içerde K dışarda fazla olmasıdır.</a:t>
            </a:r>
          </a:p>
          <a:p>
            <a:endParaRPr lang="tr-TR" sz="1500" dirty="0"/>
          </a:p>
        </p:txBody>
      </p:sp>
      <p:pic>
        <p:nvPicPr>
          <p:cNvPr id="6" name="Resim 5" descr="metin, ekran görüntüsü, renklilik içeren bir resim&#10;&#10;Yapay zeka tarafından oluşturulmuş içerik yanlış olabilir.">
            <a:extLst>
              <a:ext uri="{FF2B5EF4-FFF2-40B4-BE49-F238E27FC236}">
                <a16:creationId xmlns:a16="http://schemas.microsoft.com/office/drawing/2014/main" id="{1B440745-AF29-CE12-4D9F-35F297BE8AD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66639" y="2113280"/>
            <a:ext cx="5983985" cy="2718334"/>
          </a:xfrm>
          <a:prstGeom prst="rect">
            <a:avLst/>
          </a:prstGeom>
        </p:spPr>
      </p:pic>
      <p:sp>
        <p:nvSpPr>
          <p:cNvPr id="5" name="Alt Bilgi Yer Tutucusu 4">
            <a:extLst>
              <a:ext uri="{FF2B5EF4-FFF2-40B4-BE49-F238E27FC236}">
                <a16:creationId xmlns:a16="http://schemas.microsoft.com/office/drawing/2014/main" id="{2498A6C6-F1B0-E022-9CC8-9D91C502FD6A}"/>
              </a:ext>
            </a:extLst>
          </p:cNvPr>
          <p:cNvSpPr>
            <a:spLocks noGrp="1"/>
          </p:cNvSpPr>
          <p:nvPr>
            <p:ph type="ftr" sz="quarter" idx="11"/>
          </p:nvPr>
        </p:nvSpPr>
        <p:spPr/>
        <p:txBody>
          <a:bodyPr/>
          <a:lstStyle/>
          <a:p>
            <a:r>
              <a:rPr lang="en-US"/>
              <a:t>MEHMET FATİH KARAKAŞ</a:t>
            </a:r>
            <a:endParaRPr lang="en-US" dirty="0"/>
          </a:p>
        </p:txBody>
      </p:sp>
    </p:spTree>
    <p:extLst>
      <p:ext uri="{BB962C8B-B14F-4D97-AF65-F5344CB8AC3E}">
        <p14:creationId xmlns:p14="http://schemas.microsoft.com/office/powerpoint/2010/main" val="30131371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55691FBF-247B-BBBD-9E6B-9A99BA6A144D}"/>
              </a:ext>
            </a:extLst>
          </p:cNvPr>
          <p:cNvSpPr>
            <a:spLocks noGrp="1"/>
          </p:cNvSpPr>
          <p:nvPr>
            <p:ph idx="1"/>
          </p:nvPr>
        </p:nvSpPr>
        <p:spPr>
          <a:xfrm>
            <a:off x="804672" y="2421683"/>
            <a:ext cx="4765949" cy="3353476"/>
          </a:xfrm>
        </p:spPr>
        <p:txBody>
          <a:bodyPr anchor="t">
            <a:normAutofit fontScale="77500" lnSpcReduction="20000"/>
          </a:bodyPr>
          <a:lstStyle/>
          <a:p>
            <a:r>
              <a:rPr lang="tr-TR" sz="1800" dirty="0"/>
              <a:t>-Polarize durumdan sırasıyla depolarize ve </a:t>
            </a:r>
            <a:r>
              <a:rPr lang="tr-TR" sz="1800" dirty="0" err="1"/>
              <a:t>repolarize</a:t>
            </a:r>
            <a:r>
              <a:rPr lang="tr-TR" sz="1800" dirty="0"/>
              <a:t> duruma geçmiş olan bir hücre, tekrar uyarı alıp </a:t>
            </a:r>
            <a:r>
              <a:rPr lang="tr-TR" sz="1800" dirty="0" err="1"/>
              <a:t>impuls</a:t>
            </a:r>
            <a:r>
              <a:rPr lang="tr-TR" sz="1800" dirty="0"/>
              <a:t> iletebilmek için ilk hâli olan polarizasyon durumuna dönmek zorundadır. İşte burada yukarıda anlatılan </a:t>
            </a:r>
            <a:r>
              <a:rPr lang="tr-TR" sz="1800" dirty="0" err="1"/>
              <a:t>Na</a:t>
            </a:r>
            <a:r>
              <a:rPr lang="tr-TR" sz="1800" baseline="30000" dirty="0"/>
              <a:t>+</a:t>
            </a:r>
            <a:r>
              <a:rPr lang="tr-TR" sz="1800" dirty="0"/>
              <a:t>-K</a:t>
            </a:r>
            <a:r>
              <a:rPr lang="tr-TR" sz="1800" baseline="30000" dirty="0"/>
              <a:t>+</a:t>
            </a:r>
            <a:r>
              <a:rPr lang="tr-TR" sz="1800" dirty="0"/>
              <a:t>/</a:t>
            </a:r>
            <a:r>
              <a:rPr lang="tr-TR" sz="1800" dirty="0" err="1"/>
              <a:t>ATPaz</a:t>
            </a:r>
            <a:r>
              <a:rPr lang="tr-TR" sz="1800" dirty="0"/>
              <a:t> pompası hücreye giren </a:t>
            </a:r>
            <a:r>
              <a:rPr lang="tr-TR" sz="1800" dirty="0" err="1"/>
              <a:t>Na</a:t>
            </a:r>
            <a:r>
              <a:rPr lang="tr-TR" sz="1800" baseline="30000" dirty="0"/>
              <a:t>+ </a:t>
            </a:r>
            <a:r>
              <a:rPr lang="tr-TR" sz="1800" dirty="0"/>
              <a:t>iyonlarını dışarı, hücre dışına çıkan K</a:t>
            </a:r>
            <a:r>
              <a:rPr lang="tr-TR" sz="1800" baseline="30000" dirty="0"/>
              <a:t>+</a:t>
            </a:r>
            <a:r>
              <a:rPr lang="tr-TR" sz="1800" dirty="0"/>
              <a:t> iyonlarını tekrar içeri pompalayarak bu iyonların derişimini </a:t>
            </a:r>
            <a:r>
              <a:rPr lang="tr-TR" sz="1800" dirty="0" err="1"/>
              <a:t>impuls</a:t>
            </a:r>
            <a:r>
              <a:rPr lang="tr-TR" sz="1800" dirty="0"/>
              <a:t> öncesindeki duruma getirir. Böylece hücre tekrar polarizasyon hâline gelir. Bu olay aktif taşıma ile gerçekleşir.</a:t>
            </a:r>
          </a:p>
          <a:p>
            <a:r>
              <a:rPr lang="tr-TR" sz="1800" b="1" dirty="0"/>
              <a:t>Hiperpolarizasyon:</a:t>
            </a:r>
            <a:r>
              <a:rPr lang="tr-TR" sz="1800" dirty="0"/>
              <a:t> Repolarizasyon sırasında açılan potasyum kanalları yavaş kapandığı için, hücre dışına fazla K çıkışı olur. Hücre -70 mV değerine dönmek isterken, -85 mV değere kadar düşebilir. Bu duruma </a:t>
            </a:r>
            <a:r>
              <a:rPr lang="tr-TR" sz="1800" b="1" dirty="0"/>
              <a:t>hiperpolarizasyon </a:t>
            </a:r>
            <a:r>
              <a:rPr lang="tr-TR" sz="1800" dirty="0"/>
              <a:t>denir. Yani hücrenin aşırı polarize hale gelmesidir.</a:t>
            </a:r>
          </a:p>
          <a:p>
            <a:endParaRPr lang="tr-TR" sz="1800" dirty="0"/>
          </a:p>
        </p:txBody>
      </p:sp>
      <p:pic>
        <p:nvPicPr>
          <p:cNvPr id="5" name="Resim 4" descr="metin, çizgi, diyagram, öykü gelişim çizgisi; kumpas; grafiğini çıkarma içeren bir resim&#10;&#10;Yapay zeka tarafından oluşturulmuş içerik yanlış olabilir.">
            <a:extLst>
              <a:ext uri="{FF2B5EF4-FFF2-40B4-BE49-F238E27FC236}">
                <a16:creationId xmlns:a16="http://schemas.microsoft.com/office/drawing/2014/main" id="{093CC2B8-4FB1-EE34-394B-0FF3A51F02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77821" y="1727200"/>
            <a:ext cx="5472803" cy="3480862"/>
          </a:xfrm>
          <a:prstGeom prst="rect">
            <a:avLst/>
          </a:prstGeom>
        </p:spPr>
      </p:pic>
      <p:sp>
        <p:nvSpPr>
          <p:cNvPr id="2" name="Alt Bilgi Yer Tutucusu 1">
            <a:extLst>
              <a:ext uri="{FF2B5EF4-FFF2-40B4-BE49-F238E27FC236}">
                <a16:creationId xmlns:a16="http://schemas.microsoft.com/office/drawing/2014/main" id="{DC43B92C-2A0F-D4D8-17BA-CB4B9D79970E}"/>
              </a:ext>
            </a:extLst>
          </p:cNvPr>
          <p:cNvSpPr>
            <a:spLocks noGrp="1"/>
          </p:cNvSpPr>
          <p:nvPr>
            <p:ph type="ftr" sz="quarter" idx="11"/>
          </p:nvPr>
        </p:nvSpPr>
        <p:spPr/>
        <p:txBody>
          <a:bodyPr/>
          <a:lstStyle/>
          <a:p>
            <a:r>
              <a:rPr lang="en-US"/>
              <a:t>MEHMET FATİH KARAKAŞ</a:t>
            </a:r>
            <a:endParaRPr lang="en-US" dirty="0"/>
          </a:p>
        </p:txBody>
      </p:sp>
    </p:spTree>
    <p:extLst>
      <p:ext uri="{BB962C8B-B14F-4D97-AF65-F5344CB8AC3E}">
        <p14:creationId xmlns:p14="http://schemas.microsoft.com/office/powerpoint/2010/main" val="19233177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110770" name="Picture 2">
            <a:extLst>
              <a:ext uri="{FF2B5EF4-FFF2-40B4-BE49-F238E27FC236}">
                <a16:creationId xmlns:a16="http://schemas.microsoft.com/office/drawing/2014/main" id="{9FBB3149-8289-4060-BB01-ED3047C5314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a14="http://schemas.microsoft.com/office/drawing/2010/main" xmlns:a16="http://schemas.microsoft.com/office/drawing/2014/main" xmlns="">
                <a:solidFill>
                  <a:srgbClr val="FFFFFF"/>
                </a:solidFill>
              </a14:hiddenFill>
            </a:ext>
          </a:extLst>
        </p:spPr>
      </p:pic>
      <p:grpSp>
        <p:nvGrpSpPr>
          <p:cNvPr id="110771" name="Group 110694">
            <a:extLst>
              <a:ext uri="{FF2B5EF4-FFF2-40B4-BE49-F238E27FC236}">
                <a16:creationId xmlns:a16="http://schemas.microsoft.com/office/drawing/2014/main" id="{3BAEF7DA-43C4-4736-B5A3-B48E6125AB2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053888" cy="6858001"/>
            <a:chOff x="-14288" y="0"/>
            <a:chExt cx="12053888" cy="6858001"/>
          </a:xfrm>
        </p:grpSpPr>
        <p:grpSp>
          <p:nvGrpSpPr>
            <p:cNvPr id="110696" name="Group 110695">
              <a:extLst>
                <a:ext uri="{FF2B5EF4-FFF2-40B4-BE49-F238E27FC236}">
                  <a16:creationId xmlns:a16="http://schemas.microsoft.com/office/drawing/2014/main" id="{A909436B-313B-4D27-BD55-E8303EF45102}"/>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110772" name="Rectangle 5">
                <a:extLst>
                  <a:ext uri="{FF2B5EF4-FFF2-40B4-BE49-F238E27FC236}">
                    <a16:creationId xmlns:a16="http://schemas.microsoft.com/office/drawing/2014/main" id="{758BC0E2-32D9-41ED-907C-DA3C4A698EF0}"/>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xmlns:a16="http://schemas.microsoft.com/office/drawing/2014/main" xmlns="" w="9525">
                    <a:solidFill>
                      <a:srgbClr val="000000"/>
                    </a:solidFill>
                    <a:miter lim="800000"/>
                    <a:headEnd/>
                    <a:tailEnd/>
                  </a14:hiddenLine>
                </a:ext>
              </a:extLst>
            </p:spPr>
            <p:txBody>
              <a:bodyPr/>
              <a:lstStyle/>
              <a:p>
                <a:endParaRPr lang="tr-TR"/>
              </a:p>
            </p:txBody>
          </p:sp>
          <p:sp>
            <p:nvSpPr>
              <p:cNvPr id="110773" name="Freeform 6">
                <a:extLst>
                  <a:ext uri="{FF2B5EF4-FFF2-40B4-BE49-F238E27FC236}">
                    <a16:creationId xmlns:a16="http://schemas.microsoft.com/office/drawing/2014/main" id="{41E486E5-1757-4896-A762-4D0BE33091A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10774" name="Freeform 7">
                <a:extLst>
                  <a:ext uri="{FF2B5EF4-FFF2-40B4-BE49-F238E27FC236}">
                    <a16:creationId xmlns:a16="http://schemas.microsoft.com/office/drawing/2014/main" id="{5812B4BD-11B4-43E6-B3D0-1F424A9FD8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10775" name="Freeform 8">
                <a:extLst>
                  <a:ext uri="{FF2B5EF4-FFF2-40B4-BE49-F238E27FC236}">
                    <a16:creationId xmlns:a16="http://schemas.microsoft.com/office/drawing/2014/main" id="{6A0E1D38-C2A3-42C9-920D-F40319CE16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10776" name="Freeform 9">
                <a:extLst>
                  <a:ext uri="{FF2B5EF4-FFF2-40B4-BE49-F238E27FC236}">
                    <a16:creationId xmlns:a16="http://schemas.microsoft.com/office/drawing/2014/main" id="{3FAF6AF3-9B01-4BEB-BB6B-08B3485119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10777" name="Freeform 10">
                <a:extLst>
                  <a:ext uri="{FF2B5EF4-FFF2-40B4-BE49-F238E27FC236}">
                    <a16:creationId xmlns:a16="http://schemas.microsoft.com/office/drawing/2014/main" id="{53F7FADA-61E9-4AAB-BED8-D6FD1BB545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10778" name="Freeform 11">
                <a:extLst>
                  <a:ext uri="{FF2B5EF4-FFF2-40B4-BE49-F238E27FC236}">
                    <a16:creationId xmlns:a16="http://schemas.microsoft.com/office/drawing/2014/main" id="{46419F9F-3EEC-45FF-98BB-4F20D5347E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10779" name="Freeform 12">
                <a:extLst>
                  <a:ext uri="{FF2B5EF4-FFF2-40B4-BE49-F238E27FC236}">
                    <a16:creationId xmlns:a16="http://schemas.microsoft.com/office/drawing/2014/main" id="{1E081BCD-31AF-4E94-966D-497357D221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10780" name="Freeform 13">
                <a:extLst>
                  <a:ext uri="{FF2B5EF4-FFF2-40B4-BE49-F238E27FC236}">
                    <a16:creationId xmlns:a16="http://schemas.microsoft.com/office/drawing/2014/main" id="{5082EAA7-B95F-462F-8307-2C9EC1C35A7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10781" name="Freeform 14">
                <a:extLst>
                  <a:ext uri="{FF2B5EF4-FFF2-40B4-BE49-F238E27FC236}">
                    <a16:creationId xmlns:a16="http://schemas.microsoft.com/office/drawing/2014/main" id="{E9A57125-4B73-448E-B7B7-94380A928D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10782" name="Freeform 15">
                <a:extLst>
                  <a:ext uri="{FF2B5EF4-FFF2-40B4-BE49-F238E27FC236}">
                    <a16:creationId xmlns:a16="http://schemas.microsoft.com/office/drawing/2014/main" id="{7290E834-81F0-42A1-B66B-33D4580573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10783" name="Line 16">
                <a:extLst>
                  <a:ext uri="{FF2B5EF4-FFF2-40B4-BE49-F238E27FC236}">
                    <a16:creationId xmlns:a16="http://schemas.microsoft.com/office/drawing/2014/main" id="{C9FA5563-6ED2-4EAC-A8ED-DF71850ACD99}"/>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tr-TR"/>
              </a:p>
            </p:txBody>
          </p:sp>
          <p:sp>
            <p:nvSpPr>
              <p:cNvPr id="110784" name="Freeform 17">
                <a:extLst>
                  <a:ext uri="{FF2B5EF4-FFF2-40B4-BE49-F238E27FC236}">
                    <a16:creationId xmlns:a16="http://schemas.microsoft.com/office/drawing/2014/main" id="{50479572-5CA3-41F4-8BDC-F039335C2C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10785" name="Freeform 18">
                <a:extLst>
                  <a:ext uri="{FF2B5EF4-FFF2-40B4-BE49-F238E27FC236}">
                    <a16:creationId xmlns:a16="http://schemas.microsoft.com/office/drawing/2014/main" id="{4156CB6F-DF65-4A51-A840-7A4177BDF6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10786" name="Freeform 19">
                <a:extLst>
                  <a:ext uri="{FF2B5EF4-FFF2-40B4-BE49-F238E27FC236}">
                    <a16:creationId xmlns:a16="http://schemas.microsoft.com/office/drawing/2014/main" id="{9252974F-88C0-4CAA-A42D-E94E2B7A6D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10787" name="Freeform 20">
                <a:extLst>
                  <a:ext uri="{FF2B5EF4-FFF2-40B4-BE49-F238E27FC236}">
                    <a16:creationId xmlns:a16="http://schemas.microsoft.com/office/drawing/2014/main" id="{DE3974B2-2875-4AFE-A30A-6EE823E5799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10788" name="Rectangle 21">
                <a:extLst>
                  <a:ext uri="{FF2B5EF4-FFF2-40B4-BE49-F238E27FC236}">
                    <a16:creationId xmlns:a16="http://schemas.microsoft.com/office/drawing/2014/main" id="{948A52FE-E1B0-4297-BBBE-C860B4E3D3F3}"/>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xmlns:a16="http://schemas.microsoft.com/office/drawing/2014/main" xmlns="" w="9525">
                    <a:solidFill>
                      <a:srgbClr val="000000"/>
                    </a:solidFill>
                    <a:miter lim="800000"/>
                    <a:headEnd/>
                    <a:tailEnd/>
                  </a14:hiddenLine>
                </a:ext>
              </a:extLst>
            </p:spPr>
            <p:txBody>
              <a:bodyPr/>
              <a:lstStyle/>
              <a:p>
                <a:endParaRPr lang="tr-TR"/>
              </a:p>
            </p:txBody>
          </p:sp>
          <p:sp>
            <p:nvSpPr>
              <p:cNvPr id="110789" name="Freeform 22">
                <a:extLst>
                  <a:ext uri="{FF2B5EF4-FFF2-40B4-BE49-F238E27FC236}">
                    <a16:creationId xmlns:a16="http://schemas.microsoft.com/office/drawing/2014/main" id="{C6E71B5D-6B02-417C-A0CF-4447C55F27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10790" name="Freeform 23">
                <a:extLst>
                  <a:ext uri="{FF2B5EF4-FFF2-40B4-BE49-F238E27FC236}">
                    <a16:creationId xmlns:a16="http://schemas.microsoft.com/office/drawing/2014/main" id="{0FB94710-B373-451B-84A2-947DDB4564E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10791" name="Freeform 24">
                <a:extLst>
                  <a:ext uri="{FF2B5EF4-FFF2-40B4-BE49-F238E27FC236}">
                    <a16:creationId xmlns:a16="http://schemas.microsoft.com/office/drawing/2014/main" id="{4E47778B-FD55-4A2C-A53F-E548158C89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10792" name="Freeform 25">
                <a:extLst>
                  <a:ext uri="{FF2B5EF4-FFF2-40B4-BE49-F238E27FC236}">
                    <a16:creationId xmlns:a16="http://schemas.microsoft.com/office/drawing/2014/main" id="{DA2A4F49-8FC4-4F12-8707-A6CC117E588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10793" name="Freeform 26">
                <a:extLst>
                  <a:ext uri="{FF2B5EF4-FFF2-40B4-BE49-F238E27FC236}">
                    <a16:creationId xmlns:a16="http://schemas.microsoft.com/office/drawing/2014/main" id="{2293D140-51FA-484D-8464-785D8FD3DD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10794" name="Freeform 27">
                <a:extLst>
                  <a:ext uri="{FF2B5EF4-FFF2-40B4-BE49-F238E27FC236}">
                    <a16:creationId xmlns:a16="http://schemas.microsoft.com/office/drawing/2014/main" id="{AA66B21A-3C7F-426E-9C38-C0D6AEF130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10795" name="Freeform 28">
                <a:extLst>
                  <a:ext uri="{FF2B5EF4-FFF2-40B4-BE49-F238E27FC236}">
                    <a16:creationId xmlns:a16="http://schemas.microsoft.com/office/drawing/2014/main" id="{F22F8B0E-04B8-4D29-9E19-CACDAE6ABD0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10796" name="Freeform 29">
                <a:extLst>
                  <a:ext uri="{FF2B5EF4-FFF2-40B4-BE49-F238E27FC236}">
                    <a16:creationId xmlns:a16="http://schemas.microsoft.com/office/drawing/2014/main" id="{E0D8C2CC-1759-4605-B3C9-DA4B1EF2509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10797" name="Freeform 30">
                <a:extLst>
                  <a:ext uri="{FF2B5EF4-FFF2-40B4-BE49-F238E27FC236}">
                    <a16:creationId xmlns:a16="http://schemas.microsoft.com/office/drawing/2014/main" id="{547A4BC3-AA95-4A78-AC23-65A4CE843B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10798" name="Freeform 31">
                <a:extLst>
                  <a:ext uri="{FF2B5EF4-FFF2-40B4-BE49-F238E27FC236}">
                    <a16:creationId xmlns:a16="http://schemas.microsoft.com/office/drawing/2014/main" id="{93059BC9-C7C3-41F9-8BBA-7BF49FF602B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grpSp>
        <p:grpSp>
          <p:nvGrpSpPr>
            <p:cNvPr id="110697" name="Group 110696">
              <a:extLst>
                <a:ext uri="{FF2B5EF4-FFF2-40B4-BE49-F238E27FC236}">
                  <a16:creationId xmlns:a16="http://schemas.microsoft.com/office/drawing/2014/main" id="{F335FE01-8192-4D2A-93F8-2F680F728C8C}"/>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0799" name="Freeform 32">
                <a:extLst>
                  <a:ext uri="{FF2B5EF4-FFF2-40B4-BE49-F238E27FC236}">
                    <a16:creationId xmlns:a16="http://schemas.microsoft.com/office/drawing/2014/main" id="{A150A82A-9896-4D5B-BAA5-0A7ECD078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10800" name="Freeform 33">
                <a:extLst>
                  <a:ext uri="{FF2B5EF4-FFF2-40B4-BE49-F238E27FC236}">
                    <a16:creationId xmlns:a16="http://schemas.microsoft.com/office/drawing/2014/main" id="{82641EF7-9CDB-40BE-A964-13F866165C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10801" name="Freeform 34">
                <a:extLst>
                  <a:ext uri="{FF2B5EF4-FFF2-40B4-BE49-F238E27FC236}">
                    <a16:creationId xmlns:a16="http://schemas.microsoft.com/office/drawing/2014/main" id="{A1D1CF16-B5BD-4021-9BA9-637569FC801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10802" name="Freeform 35">
                <a:extLst>
                  <a:ext uri="{FF2B5EF4-FFF2-40B4-BE49-F238E27FC236}">
                    <a16:creationId xmlns:a16="http://schemas.microsoft.com/office/drawing/2014/main" id="{FF13F72C-CC27-48A0-AC55-686AB9153E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10803" name="Freeform 36">
                <a:extLst>
                  <a:ext uri="{FF2B5EF4-FFF2-40B4-BE49-F238E27FC236}">
                    <a16:creationId xmlns:a16="http://schemas.microsoft.com/office/drawing/2014/main" id="{0EC3BA8B-33ED-483D-935C-170AD0C4DCF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10804" name="Freeform 37">
                <a:extLst>
                  <a:ext uri="{FF2B5EF4-FFF2-40B4-BE49-F238E27FC236}">
                    <a16:creationId xmlns:a16="http://schemas.microsoft.com/office/drawing/2014/main" id="{C4C451E6-48CE-4642-B51D-FE44840872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10805" name="Freeform 38">
                <a:extLst>
                  <a:ext uri="{FF2B5EF4-FFF2-40B4-BE49-F238E27FC236}">
                    <a16:creationId xmlns:a16="http://schemas.microsoft.com/office/drawing/2014/main" id="{0F88F098-E44C-4A45-AE2B-595A7B85275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10806" name="Freeform 39">
                <a:extLst>
                  <a:ext uri="{FF2B5EF4-FFF2-40B4-BE49-F238E27FC236}">
                    <a16:creationId xmlns:a16="http://schemas.microsoft.com/office/drawing/2014/main" id="{5B782B5D-8B67-4CD5-A0B3-8067BBB328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10807" name="Freeform 40">
                <a:extLst>
                  <a:ext uri="{FF2B5EF4-FFF2-40B4-BE49-F238E27FC236}">
                    <a16:creationId xmlns:a16="http://schemas.microsoft.com/office/drawing/2014/main" id="{897A4906-0942-4CD6-840D-0915E0C4D09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tr-TR"/>
              </a:p>
            </p:txBody>
          </p:sp>
          <p:sp>
            <p:nvSpPr>
              <p:cNvPr id="110808" name="Rectangle 41">
                <a:extLst>
                  <a:ext uri="{FF2B5EF4-FFF2-40B4-BE49-F238E27FC236}">
                    <a16:creationId xmlns:a16="http://schemas.microsoft.com/office/drawing/2014/main" id="{D1131789-2DD5-462E-9FC9-E25021F5CFB3}"/>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a14="http://schemas.microsoft.com/office/drawing/2010/main" xmlns:a16="http://schemas.microsoft.com/office/drawing/2014/main" xmlns="" w="9525">
                    <a:solidFill>
                      <a:srgbClr val="000000"/>
                    </a:solidFill>
                    <a:miter lim="800000"/>
                    <a:headEnd/>
                    <a:tailEnd/>
                  </a14:hiddenLine>
                </a:ext>
              </a:extLst>
            </p:spPr>
            <p:txBody>
              <a:bodyPr/>
              <a:lstStyle/>
              <a:p>
                <a:endParaRPr lang="tr-TR"/>
              </a:p>
            </p:txBody>
          </p:sp>
        </p:grpSp>
      </p:grpSp>
      <p:sp>
        <p:nvSpPr>
          <p:cNvPr id="110809" name="Rectangle 110724">
            <a:extLst>
              <a:ext uri="{FF2B5EF4-FFF2-40B4-BE49-F238E27FC236}">
                <a16:creationId xmlns:a16="http://schemas.microsoft.com/office/drawing/2014/main" id="{6BFC9644-673A-459F-B3C5-9310A4E50E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0810" name="Group 110726">
            <a:extLst>
              <a:ext uri="{FF2B5EF4-FFF2-40B4-BE49-F238E27FC236}">
                <a16:creationId xmlns:a16="http://schemas.microsoft.com/office/drawing/2014/main" id="{4ADB9295-9645-4BF2-ADFD-75800B7FAD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20788" cy="6858001"/>
            <a:chOff x="-14288" y="0"/>
            <a:chExt cx="1220788" cy="6858001"/>
          </a:xfrm>
          <a:solidFill>
            <a:schemeClr val="bg2">
              <a:lumMod val="60000"/>
              <a:lumOff val="40000"/>
              <a:alpha val="60000"/>
            </a:schemeClr>
          </a:solidFill>
        </p:grpSpPr>
        <p:sp>
          <p:nvSpPr>
            <p:cNvPr id="110811" name="Rectangle 5">
              <a:extLst>
                <a:ext uri="{FF2B5EF4-FFF2-40B4-BE49-F238E27FC236}">
                  <a16:creationId xmlns:a16="http://schemas.microsoft.com/office/drawing/2014/main" id="{95B061E9-E435-4E1B-B160-96584A1166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tr-TR"/>
            </a:p>
          </p:txBody>
        </p:sp>
        <p:sp>
          <p:nvSpPr>
            <p:cNvPr id="110812" name="Freeform 6">
              <a:extLst>
                <a:ext uri="{FF2B5EF4-FFF2-40B4-BE49-F238E27FC236}">
                  <a16:creationId xmlns:a16="http://schemas.microsoft.com/office/drawing/2014/main" id="{3CD7972E-7D38-40EE-A80B-E2A848811E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110813" name="Freeform 7">
              <a:extLst>
                <a:ext uri="{FF2B5EF4-FFF2-40B4-BE49-F238E27FC236}">
                  <a16:creationId xmlns:a16="http://schemas.microsoft.com/office/drawing/2014/main" id="{524A3B55-746F-419F-8CFF-5F3A4BE1434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110814" name="Freeform 8">
              <a:extLst>
                <a:ext uri="{FF2B5EF4-FFF2-40B4-BE49-F238E27FC236}">
                  <a16:creationId xmlns:a16="http://schemas.microsoft.com/office/drawing/2014/main" id="{9C63219B-AD72-4494-935E-F5C70DB549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110815" name="Freeform 9">
              <a:extLst>
                <a:ext uri="{FF2B5EF4-FFF2-40B4-BE49-F238E27FC236}">
                  <a16:creationId xmlns:a16="http://schemas.microsoft.com/office/drawing/2014/main" id="{15B41FD2-05E2-44E7-8760-09E65D1C60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110816" name="Freeform 10">
              <a:extLst>
                <a:ext uri="{FF2B5EF4-FFF2-40B4-BE49-F238E27FC236}">
                  <a16:creationId xmlns:a16="http://schemas.microsoft.com/office/drawing/2014/main" id="{FE6D63D0-3347-4EE2-8F65-F1C32168FA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110817" name="Freeform 11">
              <a:extLst>
                <a:ext uri="{FF2B5EF4-FFF2-40B4-BE49-F238E27FC236}">
                  <a16:creationId xmlns:a16="http://schemas.microsoft.com/office/drawing/2014/main" id="{538A46A3-DB16-45D5-B636-03EFE39FE9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110818" name="Freeform 12">
              <a:extLst>
                <a:ext uri="{FF2B5EF4-FFF2-40B4-BE49-F238E27FC236}">
                  <a16:creationId xmlns:a16="http://schemas.microsoft.com/office/drawing/2014/main" id="{0B8A2B0E-823F-4BE8-9359-45143BB124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110819" name="Freeform 13">
              <a:extLst>
                <a:ext uri="{FF2B5EF4-FFF2-40B4-BE49-F238E27FC236}">
                  <a16:creationId xmlns:a16="http://schemas.microsoft.com/office/drawing/2014/main" id="{44516B3C-A8BE-46FC-B643-3DFEB7F283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110820" name="Freeform 14">
              <a:extLst>
                <a:ext uri="{FF2B5EF4-FFF2-40B4-BE49-F238E27FC236}">
                  <a16:creationId xmlns:a16="http://schemas.microsoft.com/office/drawing/2014/main" id="{59FD699C-3920-4E57-BE27-165A3F036C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110821" name="Freeform 15">
              <a:extLst>
                <a:ext uri="{FF2B5EF4-FFF2-40B4-BE49-F238E27FC236}">
                  <a16:creationId xmlns:a16="http://schemas.microsoft.com/office/drawing/2014/main" id="{0FB0C02E-3F53-4889-8ADF-80DBC43F69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110822" name="Line 16">
              <a:extLst>
                <a:ext uri="{FF2B5EF4-FFF2-40B4-BE49-F238E27FC236}">
                  <a16:creationId xmlns:a16="http://schemas.microsoft.com/office/drawing/2014/main" id="{F8A0C89C-946F-4BCD-8A27-BB73E37FE525}"/>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tr-TR"/>
            </a:p>
          </p:txBody>
        </p:sp>
        <p:sp>
          <p:nvSpPr>
            <p:cNvPr id="110823" name="Freeform 17">
              <a:extLst>
                <a:ext uri="{FF2B5EF4-FFF2-40B4-BE49-F238E27FC236}">
                  <a16:creationId xmlns:a16="http://schemas.microsoft.com/office/drawing/2014/main" id="{70C83EAF-4E92-4849-A240-B257871DC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110824" name="Freeform 18">
              <a:extLst>
                <a:ext uri="{FF2B5EF4-FFF2-40B4-BE49-F238E27FC236}">
                  <a16:creationId xmlns:a16="http://schemas.microsoft.com/office/drawing/2014/main" id="{320FD164-4D7A-469C-B3F4-B926BFACF5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110825" name="Freeform 19">
              <a:extLst>
                <a:ext uri="{FF2B5EF4-FFF2-40B4-BE49-F238E27FC236}">
                  <a16:creationId xmlns:a16="http://schemas.microsoft.com/office/drawing/2014/main" id="{F6E14D9A-4E63-48FF-95C5-9E8DDFF86C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110826" name="Freeform 20">
              <a:extLst>
                <a:ext uri="{FF2B5EF4-FFF2-40B4-BE49-F238E27FC236}">
                  <a16:creationId xmlns:a16="http://schemas.microsoft.com/office/drawing/2014/main" id="{F3DCD24F-3CA8-4404-B22C-E4C928995F3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110827" name="Rectangle 21">
              <a:extLst>
                <a:ext uri="{FF2B5EF4-FFF2-40B4-BE49-F238E27FC236}">
                  <a16:creationId xmlns:a16="http://schemas.microsoft.com/office/drawing/2014/main" id="{8AD2E827-32A3-4BE4-9CC6-8315629177A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tr-TR"/>
            </a:p>
          </p:txBody>
        </p:sp>
        <p:sp>
          <p:nvSpPr>
            <p:cNvPr id="110828" name="Freeform 22">
              <a:extLst>
                <a:ext uri="{FF2B5EF4-FFF2-40B4-BE49-F238E27FC236}">
                  <a16:creationId xmlns:a16="http://schemas.microsoft.com/office/drawing/2014/main" id="{47FB2CCC-1230-494F-B2D1-F05E5B8EDF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110829" name="Freeform 23">
              <a:extLst>
                <a:ext uri="{FF2B5EF4-FFF2-40B4-BE49-F238E27FC236}">
                  <a16:creationId xmlns:a16="http://schemas.microsoft.com/office/drawing/2014/main" id="{A5F44514-9274-47E3-9243-CA9356C166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110830" name="Freeform 24">
              <a:extLst>
                <a:ext uri="{FF2B5EF4-FFF2-40B4-BE49-F238E27FC236}">
                  <a16:creationId xmlns:a16="http://schemas.microsoft.com/office/drawing/2014/main" id="{D06192CD-AD86-4DCA-8B53-4ACCA46583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110831" name="Freeform 25">
              <a:extLst>
                <a:ext uri="{FF2B5EF4-FFF2-40B4-BE49-F238E27FC236}">
                  <a16:creationId xmlns:a16="http://schemas.microsoft.com/office/drawing/2014/main" id="{99E9203A-21E4-46D8-981A-4B28CA320A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110832" name="Freeform 26">
              <a:extLst>
                <a:ext uri="{FF2B5EF4-FFF2-40B4-BE49-F238E27FC236}">
                  <a16:creationId xmlns:a16="http://schemas.microsoft.com/office/drawing/2014/main" id="{32FCE9B6-FB52-4045-8DCC-E5959B9A40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110833" name="Freeform 27">
              <a:extLst>
                <a:ext uri="{FF2B5EF4-FFF2-40B4-BE49-F238E27FC236}">
                  <a16:creationId xmlns:a16="http://schemas.microsoft.com/office/drawing/2014/main" id="{E4A7025C-CDE8-429A-BBB9-E7380C9623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110834" name="Freeform 28">
              <a:extLst>
                <a:ext uri="{FF2B5EF4-FFF2-40B4-BE49-F238E27FC236}">
                  <a16:creationId xmlns:a16="http://schemas.microsoft.com/office/drawing/2014/main" id="{A4EA0256-5DF5-437A-98A7-B79F3E6BB8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110835" name="Freeform 29">
              <a:extLst>
                <a:ext uri="{FF2B5EF4-FFF2-40B4-BE49-F238E27FC236}">
                  <a16:creationId xmlns:a16="http://schemas.microsoft.com/office/drawing/2014/main" id="{90C9433D-9E1C-493B-BEBD-C3081FFA32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110836" name="Freeform 30">
              <a:extLst>
                <a:ext uri="{FF2B5EF4-FFF2-40B4-BE49-F238E27FC236}">
                  <a16:creationId xmlns:a16="http://schemas.microsoft.com/office/drawing/2014/main" id="{352B39BB-F298-4285-A709-1FBA0CB72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110837" name="Freeform 31">
              <a:extLst>
                <a:ext uri="{FF2B5EF4-FFF2-40B4-BE49-F238E27FC236}">
                  <a16:creationId xmlns:a16="http://schemas.microsoft.com/office/drawing/2014/main" id="{31CAF2A0-CBA0-4E86-AA87-8750EC1AFB2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grpSp>
      <p:sp>
        <p:nvSpPr>
          <p:cNvPr id="110597" name="Rectangle 5">
            <a:extLst>
              <a:ext uri="{FF2B5EF4-FFF2-40B4-BE49-F238E27FC236}">
                <a16:creationId xmlns:a16="http://schemas.microsoft.com/office/drawing/2014/main" id="{D68CAB48-B538-5B21-75FB-43FF7246FF34}"/>
              </a:ext>
            </a:extLst>
          </p:cNvPr>
          <p:cNvSpPr>
            <a:spLocks noGrp="1" noChangeArrowheads="1"/>
          </p:cNvSpPr>
          <p:nvPr>
            <p:ph type="title"/>
          </p:nvPr>
        </p:nvSpPr>
        <p:spPr>
          <a:xfrm>
            <a:off x="1019015" y="1093787"/>
            <a:ext cx="3059969" cy="4697413"/>
          </a:xfrm>
        </p:spPr>
        <p:txBody>
          <a:bodyPr vert="horz" lIns="91440" tIns="45720" rIns="91440" bIns="45720" rtlCol="0" anchor="ctr">
            <a:normAutofit/>
          </a:bodyPr>
          <a:lstStyle/>
          <a:p>
            <a:pPr>
              <a:tabLst>
                <a:tab pos="571500" algn="l"/>
              </a:tabLst>
            </a:pPr>
            <a:r>
              <a:rPr lang="en-US" altLang="de-DE" b="1" dirty="0" err="1"/>
              <a:t>Elektr</a:t>
            </a:r>
            <a:r>
              <a:rPr lang="tr-TR" altLang="de-DE" b="1" dirty="0"/>
              <a:t>i</a:t>
            </a:r>
            <a:r>
              <a:rPr lang="en-US" altLang="de-DE" b="1" dirty="0"/>
              <a:t>k </a:t>
            </a:r>
            <a:r>
              <a:rPr lang="en-US" altLang="de-DE" b="1" dirty="0" err="1"/>
              <a:t>Kökenl</a:t>
            </a:r>
            <a:r>
              <a:rPr lang="tr-TR" altLang="de-DE" b="1" dirty="0"/>
              <a:t>i</a:t>
            </a:r>
            <a:r>
              <a:rPr lang="en-US" altLang="de-DE" b="1" dirty="0"/>
              <a:t> B</a:t>
            </a:r>
            <a:r>
              <a:rPr lang="tr-TR" altLang="de-DE" b="1" dirty="0"/>
              <a:t>i</a:t>
            </a:r>
            <a:r>
              <a:rPr lang="en-US" altLang="de-DE" b="1" dirty="0" err="1"/>
              <a:t>yoloj</a:t>
            </a:r>
            <a:r>
              <a:rPr lang="tr-TR" altLang="de-DE" b="1" dirty="0"/>
              <a:t>i</a:t>
            </a:r>
            <a:r>
              <a:rPr lang="en-US" altLang="de-DE" b="1" dirty="0"/>
              <a:t>k </a:t>
            </a:r>
            <a:r>
              <a:rPr lang="en-US" altLang="de-DE" b="1" dirty="0" err="1"/>
              <a:t>İşare</a:t>
            </a:r>
            <a:r>
              <a:rPr lang="tr-TR" altLang="de-DE" b="1" dirty="0" err="1"/>
              <a:t>lerin</a:t>
            </a:r>
            <a:r>
              <a:rPr lang="en-US" altLang="de-DE" b="1" dirty="0"/>
              <a:t> </a:t>
            </a:r>
            <a:r>
              <a:rPr lang="en-US" altLang="de-DE" b="1" dirty="0" err="1"/>
              <a:t>Algılanması</a:t>
            </a:r>
            <a:endParaRPr lang="en-US" altLang="de-DE" b="1" dirty="0"/>
          </a:p>
        </p:txBody>
      </p:sp>
      <p:sp useBgFill="1">
        <p:nvSpPr>
          <p:cNvPr id="110838" name="Round Diagonal Corner Rectangle 7">
            <a:extLst>
              <a:ext uri="{FF2B5EF4-FFF2-40B4-BE49-F238E27FC236}">
                <a16:creationId xmlns:a16="http://schemas.microsoft.com/office/drawing/2014/main" id="{7D1C411D-0818-4640-8657-2AF78250C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5084" y="0"/>
            <a:ext cx="7566916" cy="6848476"/>
          </a:xfrm>
          <a:prstGeom prst="round2DiagRect">
            <a:avLst>
              <a:gd name="adj1" fmla="val 0"/>
              <a:gd name="adj2" fmla="val 0"/>
            </a:avLst>
          </a:prstGeom>
          <a:ln w="19050" cap="sq">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0595" name="Rectangle 3">
            <a:extLst>
              <a:ext uri="{FF2B5EF4-FFF2-40B4-BE49-F238E27FC236}">
                <a16:creationId xmlns:a16="http://schemas.microsoft.com/office/drawing/2014/main" id="{E3917FD6-E3A0-B9C7-6ADE-A6EE3F885E6A}"/>
              </a:ext>
            </a:extLst>
          </p:cNvPr>
          <p:cNvSpPr>
            <a:spLocks noGrp="1" noChangeArrowheads="1"/>
          </p:cNvSpPr>
          <p:nvPr>
            <p:ph sz="half" idx="1"/>
          </p:nvPr>
        </p:nvSpPr>
        <p:spPr>
          <a:xfrm>
            <a:off x="5215467" y="1093788"/>
            <a:ext cx="5831944" cy="4697413"/>
          </a:xfrm>
        </p:spPr>
        <p:txBody>
          <a:bodyPr vert="horz" lIns="91440" tIns="45720" rIns="91440" bIns="45720" rtlCol="0">
            <a:normAutofit/>
          </a:bodyPr>
          <a:lstStyle/>
          <a:p>
            <a:pPr>
              <a:lnSpc>
                <a:spcPct val="110000"/>
              </a:lnSpc>
            </a:pPr>
            <a:r>
              <a:rPr lang="en-US" altLang="de-DE" sz="1700"/>
              <a:t>Biyoelektrik potansiyelleri ölçebilmek için iyonik potansiyel ve akımları elektrik potansiyel veya akımlarına dönüştüren dönüştürücülere ihtiyaç vardır.</a:t>
            </a:r>
          </a:p>
          <a:p>
            <a:pPr>
              <a:lnSpc>
                <a:spcPct val="110000"/>
              </a:lnSpc>
            </a:pPr>
            <a:r>
              <a:rPr lang="en-US" altLang="de-DE" sz="1700"/>
              <a:t>Elektrik kökenli biyolojik işaretleri algılamakta kullanılan böyle bir dönüştürücü iki elektrottan meydana gelir ve elektrotların uygulandıkları noktalar arasındaki iyonik potansiyel farkını ölçer. Her bir hücrenin ürettiği bireysel aksiyon potansiyellerini ölçmek imkansız değilse de bazı özel uygulamalar dışında çok zordur. Çünkü, hücre içine hassas olarak elektrot yerleştirilmesi gerekmektedir.</a:t>
            </a:r>
          </a:p>
          <a:p>
            <a:pPr>
              <a:lnSpc>
                <a:spcPct val="110000"/>
              </a:lnSpc>
            </a:pPr>
            <a:r>
              <a:rPr lang="en-US" altLang="de-DE" sz="1700"/>
              <a:t>Biyopotansiyelleri en geneI ölçme yöntemi, vücut yüzeyinden yapılan ölçümlerdir. Bu durumda alttaki birçok hücrenin aksiyon potansiyellerinin yüzeye gelen toplamı alınmaktadır. Bazı ölçümlerde ise bir kasa, sinire veya beyinin belirli bölgelerine batırılan iğne elektrotlar yardımıyla ölçüm yapılır.</a:t>
            </a:r>
          </a:p>
        </p:txBody>
      </p:sp>
      <p:sp>
        <p:nvSpPr>
          <p:cNvPr id="2" name="Alt Bilgi Yer Tutucusu 1">
            <a:extLst>
              <a:ext uri="{FF2B5EF4-FFF2-40B4-BE49-F238E27FC236}">
                <a16:creationId xmlns:a16="http://schemas.microsoft.com/office/drawing/2014/main" id="{89E6DB7F-D140-EC13-60CB-0983EBA4F7E6}"/>
              </a:ext>
            </a:extLst>
          </p:cNvPr>
          <p:cNvSpPr>
            <a:spLocks noGrp="1"/>
          </p:cNvSpPr>
          <p:nvPr>
            <p:ph type="ftr" sz="quarter" idx="11"/>
          </p:nvPr>
        </p:nvSpPr>
        <p:spPr/>
        <p:txBody>
          <a:bodyPr/>
          <a:lstStyle/>
          <a:p>
            <a:r>
              <a:rPr lang="en-US"/>
              <a:t>MEHMET FATİH KARAKAŞ</a:t>
            </a:r>
            <a:endParaRPr lang="en-US" dirty="0"/>
          </a:p>
        </p:txBody>
      </p:sp>
    </p:spTree>
    <p:extLst>
      <p:ext uri="{BB962C8B-B14F-4D97-AF65-F5344CB8AC3E}">
        <p14:creationId xmlns:p14="http://schemas.microsoft.com/office/powerpoint/2010/main" val="13812409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CD142AF2-2B17-575B-AAFC-B8898F61A0BA}"/>
              </a:ext>
            </a:extLst>
          </p:cNvPr>
          <p:cNvSpPr>
            <a:spLocks noGrp="1" noChangeArrowheads="1"/>
          </p:cNvSpPr>
          <p:nvPr>
            <p:ph type="title"/>
          </p:nvPr>
        </p:nvSpPr>
        <p:spPr>
          <a:xfrm>
            <a:off x="1141413" y="618518"/>
            <a:ext cx="9905998" cy="1478570"/>
          </a:xfrm>
        </p:spPr>
        <p:txBody>
          <a:bodyPr>
            <a:normAutofit/>
          </a:bodyPr>
          <a:lstStyle/>
          <a:p>
            <a:pPr eaLnBrk="1" hangingPunct="1"/>
            <a:r>
              <a:rPr lang="en-US" altLang="en-US" b="1"/>
              <a:t>Algılama Amaçlı Elektrot Çeşitleri</a:t>
            </a:r>
          </a:p>
        </p:txBody>
      </p:sp>
      <p:graphicFrame>
        <p:nvGraphicFramePr>
          <p:cNvPr id="22533" name="Rectangle 3">
            <a:extLst>
              <a:ext uri="{FF2B5EF4-FFF2-40B4-BE49-F238E27FC236}">
                <a16:creationId xmlns:a16="http://schemas.microsoft.com/office/drawing/2014/main" id="{173E3A57-86A5-7B30-940A-9E738EA524ED}"/>
              </a:ext>
            </a:extLst>
          </p:cNvPr>
          <p:cNvGraphicFramePr>
            <a:graphicFrameLocks noGrp="1"/>
          </p:cNvGraphicFramePr>
          <p:nvPr>
            <p:ph idx="1"/>
            <p:extLst>
              <p:ext uri="{D42A27DB-BD31-4B8C-83A1-F6EECF244321}">
                <p14:modId xmlns:p14="http://schemas.microsoft.com/office/powerpoint/2010/main" val="3765500566"/>
              </p:ext>
            </p:extLst>
          </p:nvPr>
        </p:nvGraphicFramePr>
        <p:xfrm>
          <a:off x="1141413" y="2418820"/>
          <a:ext cx="9906000" cy="314272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Alt Bilgi Yer Tutucusu 1">
            <a:extLst>
              <a:ext uri="{FF2B5EF4-FFF2-40B4-BE49-F238E27FC236}">
                <a16:creationId xmlns:a16="http://schemas.microsoft.com/office/drawing/2014/main" id="{A0AED080-EE8A-95D6-B61C-F8268EC61072}"/>
              </a:ext>
            </a:extLst>
          </p:cNvPr>
          <p:cNvSpPr>
            <a:spLocks noGrp="1"/>
          </p:cNvSpPr>
          <p:nvPr>
            <p:ph type="ftr" sz="quarter" idx="11"/>
          </p:nvPr>
        </p:nvSpPr>
        <p:spPr/>
        <p:txBody>
          <a:bodyPr/>
          <a:lstStyle/>
          <a:p>
            <a:r>
              <a:rPr lang="en-US"/>
              <a:t>MEHMET FATİH KARAKAŞ</a:t>
            </a:r>
            <a:endParaRPr lang="en-US" dirty="0"/>
          </a:p>
        </p:txBody>
      </p:sp>
    </p:spTree>
    <p:extLst>
      <p:ext uri="{BB962C8B-B14F-4D97-AF65-F5344CB8AC3E}">
        <p14:creationId xmlns:p14="http://schemas.microsoft.com/office/powerpoint/2010/main" val="282121438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pic>
        <p:nvPicPr>
          <p:cNvPr id="23612" name="Picture 2">
            <a:extLst>
              <a:ext uri="{FF2B5EF4-FFF2-40B4-BE49-F238E27FC236}">
                <a16:creationId xmlns:a16="http://schemas.microsoft.com/office/drawing/2014/main" id="{BD682E6D-6B2A-4E23-9DB2-A87CFD5EF6A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6="http://schemas.microsoft.com/office/drawing/2014/main" xmlns:p14="http://schemas.microsoft.com/office/powerpoint/2010/main" xmlns:a14="http://schemas.microsoft.com/office/drawing/2010/main">
                <a:solidFill>
                  <a:srgbClr val="FFFFFF"/>
                </a:solidFill>
              </a14:hiddenFill>
            </a:ext>
          </a:extLst>
        </p:spPr>
      </p:pic>
      <p:grpSp>
        <p:nvGrpSpPr>
          <p:cNvPr id="23613" name="Group 23564">
            <a:extLst>
              <a:ext uri="{FF2B5EF4-FFF2-40B4-BE49-F238E27FC236}">
                <a16:creationId xmlns:a16="http://schemas.microsoft.com/office/drawing/2014/main" id="{82818B62-F7FE-4423-B47F-BEADB95859C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053888" cy="6858001"/>
            <a:chOff x="-14288" y="0"/>
            <a:chExt cx="12053888" cy="6858001"/>
          </a:xfrm>
        </p:grpSpPr>
        <p:grpSp>
          <p:nvGrpSpPr>
            <p:cNvPr id="23566" name="Group 23565">
              <a:extLst>
                <a:ext uri="{FF2B5EF4-FFF2-40B4-BE49-F238E27FC236}">
                  <a16:creationId xmlns:a16="http://schemas.microsoft.com/office/drawing/2014/main" id="{08D8F34A-2048-4710-885B-6020E3A52AAC}"/>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3614" name="Rectangle 5">
                <a:extLst>
                  <a:ext uri="{FF2B5EF4-FFF2-40B4-BE49-F238E27FC236}">
                    <a16:creationId xmlns:a16="http://schemas.microsoft.com/office/drawing/2014/main" id="{2BD59528-B946-437E-964B-E07B68C39568}"/>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tr-TR"/>
              </a:p>
            </p:txBody>
          </p:sp>
          <p:sp>
            <p:nvSpPr>
              <p:cNvPr id="23615" name="Freeform 6">
                <a:extLst>
                  <a:ext uri="{FF2B5EF4-FFF2-40B4-BE49-F238E27FC236}">
                    <a16:creationId xmlns:a16="http://schemas.microsoft.com/office/drawing/2014/main" id="{E501D201-A6EF-40DD-A904-37280298A27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3616" name="Freeform 7">
                <a:extLst>
                  <a:ext uri="{FF2B5EF4-FFF2-40B4-BE49-F238E27FC236}">
                    <a16:creationId xmlns:a16="http://schemas.microsoft.com/office/drawing/2014/main" id="{700C9926-C507-4642-A28B-4381982F274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3617" name="Freeform 8">
                <a:extLst>
                  <a:ext uri="{FF2B5EF4-FFF2-40B4-BE49-F238E27FC236}">
                    <a16:creationId xmlns:a16="http://schemas.microsoft.com/office/drawing/2014/main" id="{F9C0AC4B-084B-44C7-9BB3-84B1AA7A6E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3618" name="Freeform 9">
                <a:extLst>
                  <a:ext uri="{FF2B5EF4-FFF2-40B4-BE49-F238E27FC236}">
                    <a16:creationId xmlns:a16="http://schemas.microsoft.com/office/drawing/2014/main" id="{765B71B8-526D-4CE9-9B29-380B4A63D64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3619" name="Freeform 10">
                <a:extLst>
                  <a:ext uri="{FF2B5EF4-FFF2-40B4-BE49-F238E27FC236}">
                    <a16:creationId xmlns:a16="http://schemas.microsoft.com/office/drawing/2014/main" id="{A5E131F6-E6F7-4C93-B2AC-6BEE7210A3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3620" name="Freeform 11">
                <a:extLst>
                  <a:ext uri="{FF2B5EF4-FFF2-40B4-BE49-F238E27FC236}">
                    <a16:creationId xmlns:a16="http://schemas.microsoft.com/office/drawing/2014/main" id="{36F8025F-A8BE-4215-AD98-F0E163D56E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3621" name="Freeform 12">
                <a:extLst>
                  <a:ext uri="{FF2B5EF4-FFF2-40B4-BE49-F238E27FC236}">
                    <a16:creationId xmlns:a16="http://schemas.microsoft.com/office/drawing/2014/main" id="{3FEE64BF-FE95-4329-8B60-ADB566F8C4B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3622" name="Freeform 13">
                <a:extLst>
                  <a:ext uri="{FF2B5EF4-FFF2-40B4-BE49-F238E27FC236}">
                    <a16:creationId xmlns:a16="http://schemas.microsoft.com/office/drawing/2014/main" id="{742D24D5-73EA-4F42-A61D-FE001B1A9B9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3623" name="Freeform 14">
                <a:extLst>
                  <a:ext uri="{FF2B5EF4-FFF2-40B4-BE49-F238E27FC236}">
                    <a16:creationId xmlns:a16="http://schemas.microsoft.com/office/drawing/2014/main" id="{DC35DA0C-8EC9-48BE-A38B-B626CD2DB2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3624" name="Freeform 15">
                <a:extLst>
                  <a:ext uri="{FF2B5EF4-FFF2-40B4-BE49-F238E27FC236}">
                    <a16:creationId xmlns:a16="http://schemas.microsoft.com/office/drawing/2014/main" id="{FFD82B19-6C16-4221-83B3-40342C74D90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3625" name="Line 16">
                <a:extLst>
                  <a:ext uri="{FF2B5EF4-FFF2-40B4-BE49-F238E27FC236}">
                    <a16:creationId xmlns:a16="http://schemas.microsoft.com/office/drawing/2014/main" id="{91BC2DD8-6333-4604-A9AD-AF058EBC6344}"/>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tr-TR"/>
              </a:p>
            </p:txBody>
          </p:sp>
          <p:sp>
            <p:nvSpPr>
              <p:cNvPr id="23626" name="Freeform 17">
                <a:extLst>
                  <a:ext uri="{FF2B5EF4-FFF2-40B4-BE49-F238E27FC236}">
                    <a16:creationId xmlns:a16="http://schemas.microsoft.com/office/drawing/2014/main" id="{867B3042-26EF-40D4-BB69-1CE99C5691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3627" name="Freeform 18">
                <a:extLst>
                  <a:ext uri="{FF2B5EF4-FFF2-40B4-BE49-F238E27FC236}">
                    <a16:creationId xmlns:a16="http://schemas.microsoft.com/office/drawing/2014/main" id="{C54FD8EB-2552-4089-A064-A979E29F46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3628" name="Freeform 19">
                <a:extLst>
                  <a:ext uri="{FF2B5EF4-FFF2-40B4-BE49-F238E27FC236}">
                    <a16:creationId xmlns:a16="http://schemas.microsoft.com/office/drawing/2014/main" id="{B906D2FC-267D-4E9E-AB79-A3F9F71DD5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3629" name="Freeform 20">
                <a:extLst>
                  <a:ext uri="{FF2B5EF4-FFF2-40B4-BE49-F238E27FC236}">
                    <a16:creationId xmlns:a16="http://schemas.microsoft.com/office/drawing/2014/main" id="{0414425E-C29B-4586-B8DF-6868ECC2E1E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3630" name="Rectangle 21">
                <a:extLst>
                  <a:ext uri="{FF2B5EF4-FFF2-40B4-BE49-F238E27FC236}">
                    <a16:creationId xmlns:a16="http://schemas.microsoft.com/office/drawing/2014/main" id="{CDBE75E0-D1A8-46A2-BEAA-A0291988ADC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tr-TR"/>
              </a:p>
            </p:txBody>
          </p:sp>
          <p:sp>
            <p:nvSpPr>
              <p:cNvPr id="23631" name="Freeform 22">
                <a:extLst>
                  <a:ext uri="{FF2B5EF4-FFF2-40B4-BE49-F238E27FC236}">
                    <a16:creationId xmlns:a16="http://schemas.microsoft.com/office/drawing/2014/main" id="{43D2C92D-C4E9-4828-9F80-084603E71A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3632" name="Freeform 23">
                <a:extLst>
                  <a:ext uri="{FF2B5EF4-FFF2-40B4-BE49-F238E27FC236}">
                    <a16:creationId xmlns:a16="http://schemas.microsoft.com/office/drawing/2014/main" id="{746EAB08-DCFC-4A40-99E8-E8E3ED92DCC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3633" name="Freeform 24">
                <a:extLst>
                  <a:ext uri="{FF2B5EF4-FFF2-40B4-BE49-F238E27FC236}">
                    <a16:creationId xmlns:a16="http://schemas.microsoft.com/office/drawing/2014/main" id="{C11CD8F1-C1C6-4E75-AC97-3EDEF9F33E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3634" name="Freeform 25">
                <a:extLst>
                  <a:ext uri="{FF2B5EF4-FFF2-40B4-BE49-F238E27FC236}">
                    <a16:creationId xmlns:a16="http://schemas.microsoft.com/office/drawing/2014/main" id="{2C0D5227-1C13-4FC8-B5E4-8F31CE08F16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3635" name="Freeform 26">
                <a:extLst>
                  <a:ext uri="{FF2B5EF4-FFF2-40B4-BE49-F238E27FC236}">
                    <a16:creationId xmlns:a16="http://schemas.microsoft.com/office/drawing/2014/main" id="{FCE27CDF-D928-46AC-AA53-9B9D3A2D5C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3636" name="Freeform 27">
                <a:extLst>
                  <a:ext uri="{FF2B5EF4-FFF2-40B4-BE49-F238E27FC236}">
                    <a16:creationId xmlns:a16="http://schemas.microsoft.com/office/drawing/2014/main" id="{CA2F8135-1DDF-47CC-9187-B929982C5D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3637" name="Freeform 28">
                <a:extLst>
                  <a:ext uri="{FF2B5EF4-FFF2-40B4-BE49-F238E27FC236}">
                    <a16:creationId xmlns:a16="http://schemas.microsoft.com/office/drawing/2014/main" id="{9F3AE01D-F193-4221-9EFA-B4687526521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3638" name="Freeform 29">
                <a:extLst>
                  <a:ext uri="{FF2B5EF4-FFF2-40B4-BE49-F238E27FC236}">
                    <a16:creationId xmlns:a16="http://schemas.microsoft.com/office/drawing/2014/main" id="{7808422C-2145-4A5B-BD80-D18FF720CB0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3639" name="Freeform 30">
                <a:extLst>
                  <a:ext uri="{FF2B5EF4-FFF2-40B4-BE49-F238E27FC236}">
                    <a16:creationId xmlns:a16="http://schemas.microsoft.com/office/drawing/2014/main" id="{987F6D2E-7C49-41A2-9B29-C6E1A365F1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3640" name="Freeform 31">
                <a:extLst>
                  <a:ext uri="{FF2B5EF4-FFF2-40B4-BE49-F238E27FC236}">
                    <a16:creationId xmlns:a16="http://schemas.microsoft.com/office/drawing/2014/main" id="{26F1D2B4-D9F2-4D30-AF5B-E0F0F8B4FED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grpSp>
        <p:grpSp>
          <p:nvGrpSpPr>
            <p:cNvPr id="23567" name="Group 23566">
              <a:extLst>
                <a:ext uri="{FF2B5EF4-FFF2-40B4-BE49-F238E27FC236}">
                  <a16:creationId xmlns:a16="http://schemas.microsoft.com/office/drawing/2014/main" id="{E8E1273E-EDE2-4A3A-B711-7C633D6F04D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23641" name="Freeform 32">
                <a:extLst>
                  <a:ext uri="{FF2B5EF4-FFF2-40B4-BE49-F238E27FC236}">
                    <a16:creationId xmlns:a16="http://schemas.microsoft.com/office/drawing/2014/main" id="{B63B0065-EB02-4B15-A2D1-8BF654B8A3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3642" name="Freeform 33">
                <a:extLst>
                  <a:ext uri="{FF2B5EF4-FFF2-40B4-BE49-F238E27FC236}">
                    <a16:creationId xmlns:a16="http://schemas.microsoft.com/office/drawing/2014/main" id="{E57426CB-66F7-4E49-A669-66628242C99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3643" name="Freeform 34">
                <a:extLst>
                  <a:ext uri="{FF2B5EF4-FFF2-40B4-BE49-F238E27FC236}">
                    <a16:creationId xmlns:a16="http://schemas.microsoft.com/office/drawing/2014/main" id="{13E7D034-6F93-4C3D-B0D4-5C7112065EF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3644" name="Freeform 35">
                <a:extLst>
                  <a:ext uri="{FF2B5EF4-FFF2-40B4-BE49-F238E27FC236}">
                    <a16:creationId xmlns:a16="http://schemas.microsoft.com/office/drawing/2014/main" id="{544587B9-2C96-4F49-9D32-4B9561513F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3645" name="Freeform 36">
                <a:extLst>
                  <a:ext uri="{FF2B5EF4-FFF2-40B4-BE49-F238E27FC236}">
                    <a16:creationId xmlns:a16="http://schemas.microsoft.com/office/drawing/2014/main" id="{89C0C949-76C7-4C92-9296-CD1C2EF760F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3646" name="Freeform 37">
                <a:extLst>
                  <a:ext uri="{FF2B5EF4-FFF2-40B4-BE49-F238E27FC236}">
                    <a16:creationId xmlns:a16="http://schemas.microsoft.com/office/drawing/2014/main" id="{88A24927-AAB9-451E-B0A0-A405AA62A8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3647" name="Freeform 38">
                <a:extLst>
                  <a:ext uri="{FF2B5EF4-FFF2-40B4-BE49-F238E27FC236}">
                    <a16:creationId xmlns:a16="http://schemas.microsoft.com/office/drawing/2014/main" id="{EB081E7B-E0CD-441B-B79D-E93D2AEBD60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3648" name="Freeform 39">
                <a:extLst>
                  <a:ext uri="{FF2B5EF4-FFF2-40B4-BE49-F238E27FC236}">
                    <a16:creationId xmlns:a16="http://schemas.microsoft.com/office/drawing/2014/main" id="{7D5730F8-66D4-4B1F-B8ED-FF90B6DF2D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3649" name="Freeform 40">
                <a:extLst>
                  <a:ext uri="{FF2B5EF4-FFF2-40B4-BE49-F238E27FC236}">
                    <a16:creationId xmlns:a16="http://schemas.microsoft.com/office/drawing/2014/main" id="{889A6C05-5677-4961-9C01-68C74E42B78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3650" name="Rectangle 41">
                <a:extLst>
                  <a:ext uri="{FF2B5EF4-FFF2-40B4-BE49-F238E27FC236}">
                    <a16:creationId xmlns:a16="http://schemas.microsoft.com/office/drawing/2014/main" id="{8C7CB0DC-7079-4F28-81F7-057DE28ED852}"/>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tr-TR"/>
              </a:p>
            </p:txBody>
          </p:sp>
        </p:grpSp>
      </p:grpSp>
      <p:sp>
        <p:nvSpPr>
          <p:cNvPr id="23554" name="Rectangle 2">
            <a:extLst>
              <a:ext uri="{FF2B5EF4-FFF2-40B4-BE49-F238E27FC236}">
                <a16:creationId xmlns:a16="http://schemas.microsoft.com/office/drawing/2014/main" id="{B8B81F4B-C16F-08FD-EE44-05EC4938B1F7}"/>
              </a:ext>
            </a:extLst>
          </p:cNvPr>
          <p:cNvSpPr>
            <a:spLocks noGrp="1" noChangeArrowheads="1"/>
          </p:cNvSpPr>
          <p:nvPr>
            <p:ph type="title"/>
          </p:nvPr>
        </p:nvSpPr>
        <p:spPr>
          <a:xfrm>
            <a:off x="3657599" y="618518"/>
            <a:ext cx="7389811" cy="1478570"/>
          </a:xfrm>
        </p:spPr>
        <p:txBody>
          <a:bodyPr vert="horz" lIns="91440" tIns="45720" rIns="91440" bIns="45720" rtlCol="0" anchor="ctr">
            <a:normAutofit/>
          </a:bodyPr>
          <a:lstStyle/>
          <a:p>
            <a:r>
              <a:rPr lang="en-US" altLang="en-US" b="1"/>
              <a:t>Yüzey Elektrotları</a:t>
            </a:r>
          </a:p>
        </p:txBody>
      </p:sp>
      <p:sp>
        <p:nvSpPr>
          <p:cNvPr id="23651" name="Round Single Corner Rectangle 16">
            <a:extLst>
              <a:ext uri="{FF2B5EF4-FFF2-40B4-BE49-F238E27FC236}">
                <a16:creationId xmlns:a16="http://schemas.microsoft.com/office/drawing/2014/main" id="{04B7EA48-2154-4E59-9F36-6BC72DA8F3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4973" y="643467"/>
            <a:ext cx="2559744" cy="1706538"/>
          </a:xfrm>
          <a:prstGeom prst="round1Rect">
            <a:avLst>
              <a:gd name="adj" fmla="val 14792"/>
            </a:avLst>
          </a:prstGeom>
          <a:solidFill>
            <a:srgbClr val="FFFFFF"/>
          </a:solidFill>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558" name="Picture 9">
            <a:extLst>
              <a:ext uri="{FF2B5EF4-FFF2-40B4-BE49-F238E27FC236}">
                <a16:creationId xmlns:a16="http://schemas.microsoft.com/office/drawing/2014/main" id="{C789B2D2-9FAA-6E94-8136-755C9E64AECA}"/>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1392670" y="808396"/>
            <a:ext cx="1378329" cy="1380744"/>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3652" name="Round Diagonal Corner Rectangle 12">
            <a:extLst>
              <a:ext uri="{FF2B5EF4-FFF2-40B4-BE49-F238E27FC236}">
                <a16:creationId xmlns:a16="http://schemas.microsoft.com/office/drawing/2014/main" id="{50CB2E6E-5C9B-4D63-A7B7-EB4BDD2C7F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8953" y="2554110"/>
            <a:ext cx="2565764" cy="1710603"/>
          </a:xfrm>
          <a:prstGeom prst="round2DiagRect">
            <a:avLst>
              <a:gd name="adj1" fmla="val 0"/>
              <a:gd name="adj2" fmla="val 0"/>
            </a:avLst>
          </a:prstGeom>
          <a:solidFill>
            <a:srgbClr val="FFFFFF"/>
          </a:solidFill>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557" name="Picture 8">
            <a:extLst>
              <a:ext uri="{FF2B5EF4-FFF2-40B4-BE49-F238E27FC236}">
                <a16:creationId xmlns:a16="http://schemas.microsoft.com/office/drawing/2014/main" id="{5C85EB05-8721-4EAC-C30C-6A6C80F7C3CB}"/>
              </a:ext>
            </a:extLst>
          </p:cNvPr>
          <p:cNvPicPr>
            <a:picLocks noGrp="1" noChangeAspect="1" noChangeArrowheads="1"/>
          </p:cNvPicPr>
          <p:nvPr>
            <p:ph sz="quarter" idx="3"/>
          </p:nvPr>
        </p:nvPicPr>
        <p:blipFill>
          <a:blip r:embed="rId5">
            <a:extLst>
              <a:ext uri="{28A0092B-C50C-407E-A947-70E740481C1C}">
                <a14:useLocalDpi xmlns:a14="http://schemas.microsoft.com/office/drawing/2010/main" val="0"/>
              </a:ext>
            </a:extLst>
          </a:blip>
          <a:stretch>
            <a:fillRect/>
          </a:stretch>
        </p:blipFill>
        <p:spPr>
          <a:xfrm>
            <a:off x="1392670" y="2719039"/>
            <a:ext cx="1378329" cy="1380744"/>
          </a:xfrm>
          <a:prstGeom prst="rect">
            <a:avLst/>
          </a:prstGeom>
          <a:noFill/>
        </p:spPr>
      </p:pic>
      <p:sp>
        <p:nvSpPr>
          <p:cNvPr id="23653" name="Round Single Corner Rectangle 18">
            <a:extLst>
              <a:ext uri="{FF2B5EF4-FFF2-40B4-BE49-F238E27FC236}">
                <a16:creationId xmlns:a16="http://schemas.microsoft.com/office/drawing/2014/main" id="{D9F3B175-D9A0-4272-8A14-1E8E1F83A1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04973" y="4472883"/>
            <a:ext cx="2559744" cy="1706538"/>
          </a:xfrm>
          <a:prstGeom prst="round1Rect">
            <a:avLst>
              <a:gd name="adj" fmla="val 14792"/>
            </a:avLst>
          </a:prstGeom>
          <a:solidFill>
            <a:srgbClr val="FFFFFF"/>
          </a:solidFill>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556" name="Picture 7">
            <a:extLst>
              <a:ext uri="{FF2B5EF4-FFF2-40B4-BE49-F238E27FC236}">
                <a16:creationId xmlns:a16="http://schemas.microsoft.com/office/drawing/2014/main" id="{FD575518-D529-1FC2-0FA1-E9B67C7DB62A}"/>
              </a:ext>
            </a:extLst>
          </p:cNvPr>
          <p:cNvPicPr>
            <a:picLocks noGrp="1" noChangeAspect="1" noChangeArrowheads="1"/>
          </p:cNvPicPr>
          <p:nvPr>
            <p:ph sz="quarter" idx="2"/>
          </p:nvPr>
        </p:nvPicPr>
        <p:blipFill>
          <a:blip r:embed="rId6">
            <a:extLst>
              <a:ext uri="{28A0092B-C50C-407E-A947-70E740481C1C}">
                <a14:useLocalDpi xmlns:a14="http://schemas.microsoft.com/office/drawing/2010/main" val="0"/>
              </a:ext>
            </a:extLst>
          </a:blip>
          <a:stretch>
            <a:fillRect/>
          </a:stretch>
        </p:blipFill>
        <p:spPr>
          <a:xfrm>
            <a:off x="1245186" y="4633747"/>
            <a:ext cx="1673297" cy="1380744"/>
          </a:xfrm>
          <a:prstGeom prst="rect">
            <a:avLst/>
          </a:prstGeom>
          <a:noFill/>
        </p:spPr>
      </p:pic>
      <p:sp>
        <p:nvSpPr>
          <p:cNvPr id="23555" name="Rectangle 3">
            <a:extLst>
              <a:ext uri="{FF2B5EF4-FFF2-40B4-BE49-F238E27FC236}">
                <a16:creationId xmlns:a16="http://schemas.microsoft.com/office/drawing/2014/main" id="{0AAFBB97-DDE3-55E8-6A45-40AAED205F7C}"/>
              </a:ext>
            </a:extLst>
          </p:cNvPr>
          <p:cNvSpPr>
            <a:spLocks noGrp="1" noChangeArrowheads="1"/>
          </p:cNvSpPr>
          <p:nvPr>
            <p:ph type="body" sz="half" idx="1"/>
          </p:nvPr>
        </p:nvSpPr>
        <p:spPr>
          <a:xfrm>
            <a:off x="3657599" y="2249487"/>
            <a:ext cx="7389812" cy="3541714"/>
          </a:xfrm>
        </p:spPr>
        <p:txBody>
          <a:bodyPr vert="horz" lIns="91440" tIns="45720" rIns="91440" bIns="45720" rtlCol="0">
            <a:normAutofit/>
          </a:bodyPr>
          <a:lstStyle/>
          <a:p>
            <a:pPr>
              <a:lnSpc>
                <a:spcPct val="110000"/>
              </a:lnSpc>
            </a:pPr>
            <a:r>
              <a:rPr lang="en-US" altLang="en-US" sz="1500" b="1"/>
              <a:t>Metal Plaka Elektrotlar</a:t>
            </a:r>
            <a:endParaRPr lang="en-US" altLang="en-US" sz="1500"/>
          </a:p>
          <a:p>
            <a:pPr>
              <a:lnSpc>
                <a:spcPct val="110000"/>
              </a:lnSpc>
            </a:pPr>
            <a:r>
              <a:rPr lang="en-US" altLang="en-US" sz="1500"/>
              <a:t>Yüzey elektrotları, biyolojik işaretlerin deri üzerinden algılanmasında kullanılır. Çok sık kullanılan bir elektrot türüdür. Özellikle EMG, EEG, ve EKG işaretlerini algılamakta kullanılır. </a:t>
            </a:r>
          </a:p>
          <a:p>
            <a:pPr>
              <a:lnSpc>
                <a:spcPct val="110000"/>
              </a:lnSpc>
            </a:pPr>
            <a:endParaRPr lang="en-US" altLang="en-US" sz="1500"/>
          </a:p>
          <a:p>
            <a:pPr>
              <a:lnSpc>
                <a:spcPct val="110000"/>
              </a:lnSpc>
            </a:pPr>
            <a:r>
              <a:rPr lang="en-US" altLang="en-US" sz="1500"/>
              <a:t>Deri ile temas eden metalik bir yüzeyi bulunur. </a:t>
            </a:r>
          </a:p>
          <a:p>
            <a:pPr>
              <a:lnSpc>
                <a:spcPct val="110000"/>
              </a:lnSpc>
            </a:pPr>
            <a:r>
              <a:rPr lang="en-US" altLang="en-US" sz="1500"/>
              <a:t>Metal plaka düz veya uygulanacak yüzeyin şeklini alacak şekilde bir silindir yüzey parçası biçimindedir. </a:t>
            </a:r>
          </a:p>
          <a:p>
            <a:pPr marL="0">
              <a:lnSpc>
                <a:spcPct val="110000"/>
              </a:lnSpc>
            </a:pPr>
            <a:endParaRPr lang="en-US" altLang="en-US" sz="1500"/>
          </a:p>
          <a:p>
            <a:pPr>
              <a:lnSpc>
                <a:spcPct val="110000"/>
              </a:lnSpc>
            </a:pPr>
            <a:r>
              <a:rPr lang="en-US" altLang="en-US" sz="1500"/>
              <a:t>Genelde bu sınıfa giren elektrotların yüzeyleri büyük olduğundan empedansları küçüktür (2-10 KΩ).</a:t>
            </a:r>
          </a:p>
        </p:txBody>
      </p:sp>
      <p:sp>
        <p:nvSpPr>
          <p:cNvPr id="2" name="Alt Bilgi Yer Tutucusu 1">
            <a:extLst>
              <a:ext uri="{FF2B5EF4-FFF2-40B4-BE49-F238E27FC236}">
                <a16:creationId xmlns:a16="http://schemas.microsoft.com/office/drawing/2014/main" id="{0188798D-7261-A650-C1A7-5A96E5C4660F}"/>
              </a:ext>
            </a:extLst>
          </p:cNvPr>
          <p:cNvSpPr>
            <a:spLocks noGrp="1"/>
          </p:cNvSpPr>
          <p:nvPr>
            <p:ph type="ftr" sz="quarter" idx="11"/>
          </p:nvPr>
        </p:nvSpPr>
        <p:spPr/>
        <p:txBody>
          <a:bodyPr/>
          <a:lstStyle/>
          <a:p>
            <a:pPr>
              <a:defRPr/>
            </a:pPr>
            <a:r>
              <a:rPr lang="en-US" altLang="en-US"/>
              <a:t>MEHMET FATİH KARAKAŞ</a:t>
            </a:r>
          </a:p>
        </p:txBody>
      </p:sp>
    </p:spTree>
    <p:extLst>
      <p:ext uri="{BB962C8B-B14F-4D97-AF65-F5344CB8AC3E}">
        <p14:creationId xmlns:p14="http://schemas.microsoft.com/office/powerpoint/2010/main" val="16865364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pic>
        <p:nvPicPr>
          <p:cNvPr id="24586" name="Picture 2">
            <a:extLst>
              <a:ext uri="{FF2B5EF4-FFF2-40B4-BE49-F238E27FC236}">
                <a16:creationId xmlns:a16="http://schemas.microsoft.com/office/drawing/2014/main" id="{FD3BFD04-77D1-4FB5-A159-35084E2C614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6="http://schemas.microsoft.com/office/drawing/2014/main" xmlns:p14="http://schemas.microsoft.com/office/powerpoint/2010/main" xmlns:a14="http://schemas.microsoft.com/office/drawing/2010/main">
                <a:solidFill>
                  <a:srgbClr val="FFFFFF"/>
                </a:solidFill>
              </a14:hiddenFill>
            </a:ext>
          </a:extLst>
        </p:spPr>
      </p:pic>
      <p:grpSp>
        <p:nvGrpSpPr>
          <p:cNvPr id="24588" name="Group 24587">
            <a:extLst>
              <a:ext uri="{FF2B5EF4-FFF2-40B4-BE49-F238E27FC236}">
                <a16:creationId xmlns:a16="http://schemas.microsoft.com/office/drawing/2014/main" id="{30B85FB2-B686-4546-B01D-17A122BACAF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053888" cy="6858001"/>
            <a:chOff x="-14288" y="0"/>
            <a:chExt cx="12053888" cy="6858001"/>
          </a:xfrm>
        </p:grpSpPr>
        <p:grpSp>
          <p:nvGrpSpPr>
            <p:cNvPr id="24589" name="Group 24588">
              <a:extLst>
                <a:ext uri="{FF2B5EF4-FFF2-40B4-BE49-F238E27FC236}">
                  <a16:creationId xmlns:a16="http://schemas.microsoft.com/office/drawing/2014/main" id="{45CCB97F-DB3B-4939-ABF0-CEDED724964E}"/>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4601" name="Rectangle 5">
                <a:extLst>
                  <a:ext uri="{FF2B5EF4-FFF2-40B4-BE49-F238E27FC236}">
                    <a16:creationId xmlns:a16="http://schemas.microsoft.com/office/drawing/2014/main" id="{9DEDF1F5-B144-4E61-A93B-DF131E62CEFA}"/>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tr-TR"/>
              </a:p>
            </p:txBody>
          </p:sp>
          <p:sp>
            <p:nvSpPr>
              <p:cNvPr id="24602" name="Freeform 6">
                <a:extLst>
                  <a:ext uri="{FF2B5EF4-FFF2-40B4-BE49-F238E27FC236}">
                    <a16:creationId xmlns:a16="http://schemas.microsoft.com/office/drawing/2014/main" id="{AB937A00-7D28-489C-BF2D-85C9FE13301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4603" name="Freeform 7">
                <a:extLst>
                  <a:ext uri="{FF2B5EF4-FFF2-40B4-BE49-F238E27FC236}">
                    <a16:creationId xmlns:a16="http://schemas.microsoft.com/office/drawing/2014/main" id="{9B6FDA50-4B9D-47D9-8807-59651FD0D3F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4604" name="Freeform 8">
                <a:extLst>
                  <a:ext uri="{FF2B5EF4-FFF2-40B4-BE49-F238E27FC236}">
                    <a16:creationId xmlns:a16="http://schemas.microsoft.com/office/drawing/2014/main" id="{BFBE3212-C518-48C0-A538-22E13450EE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4605" name="Freeform 9">
                <a:extLst>
                  <a:ext uri="{FF2B5EF4-FFF2-40B4-BE49-F238E27FC236}">
                    <a16:creationId xmlns:a16="http://schemas.microsoft.com/office/drawing/2014/main" id="{DB66EBCA-80AB-4133-A201-9F8134577F3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4606" name="Freeform 10">
                <a:extLst>
                  <a:ext uri="{FF2B5EF4-FFF2-40B4-BE49-F238E27FC236}">
                    <a16:creationId xmlns:a16="http://schemas.microsoft.com/office/drawing/2014/main" id="{BE2107C9-8602-4900-B4B4-D13611B68B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4607" name="Freeform 11">
                <a:extLst>
                  <a:ext uri="{FF2B5EF4-FFF2-40B4-BE49-F238E27FC236}">
                    <a16:creationId xmlns:a16="http://schemas.microsoft.com/office/drawing/2014/main" id="{24B5E7BF-E3D5-41ED-908A-569FA6DE45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4608" name="Freeform 12">
                <a:extLst>
                  <a:ext uri="{FF2B5EF4-FFF2-40B4-BE49-F238E27FC236}">
                    <a16:creationId xmlns:a16="http://schemas.microsoft.com/office/drawing/2014/main" id="{D270C773-B463-4311-BB4C-DC4C44FDAA9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4609" name="Freeform 13">
                <a:extLst>
                  <a:ext uri="{FF2B5EF4-FFF2-40B4-BE49-F238E27FC236}">
                    <a16:creationId xmlns:a16="http://schemas.microsoft.com/office/drawing/2014/main" id="{6BC18564-A239-4C4B-B7D5-4A3769CE3DA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4610" name="Freeform 14">
                <a:extLst>
                  <a:ext uri="{FF2B5EF4-FFF2-40B4-BE49-F238E27FC236}">
                    <a16:creationId xmlns:a16="http://schemas.microsoft.com/office/drawing/2014/main" id="{3D9A7A0F-04F5-4EF6-B884-50AE0610F1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4611" name="Freeform 15">
                <a:extLst>
                  <a:ext uri="{FF2B5EF4-FFF2-40B4-BE49-F238E27FC236}">
                    <a16:creationId xmlns:a16="http://schemas.microsoft.com/office/drawing/2014/main" id="{7E0D4876-341D-4983-815A-4AEDD46F6FD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4612" name="Line 16">
                <a:extLst>
                  <a:ext uri="{FF2B5EF4-FFF2-40B4-BE49-F238E27FC236}">
                    <a16:creationId xmlns:a16="http://schemas.microsoft.com/office/drawing/2014/main" id="{5BEF60E7-344C-49D0-8748-3A3A37BD3F40}"/>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tr-TR"/>
              </a:p>
            </p:txBody>
          </p:sp>
          <p:sp>
            <p:nvSpPr>
              <p:cNvPr id="24613" name="Freeform 17">
                <a:extLst>
                  <a:ext uri="{FF2B5EF4-FFF2-40B4-BE49-F238E27FC236}">
                    <a16:creationId xmlns:a16="http://schemas.microsoft.com/office/drawing/2014/main" id="{FB606D79-EB93-49B4-9387-4302CC9F3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4614" name="Freeform 18">
                <a:extLst>
                  <a:ext uri="{FF2B5EF4-FFF2-40B4-BE49-F238E27FC236}">
                    <a16:creationId xmlns:a16="http://schemas.microsoft.com/office/drawing/2014/main" id="{BF49C646-5DA1-4717-B05F-99AB8E046E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4615" name="Freeform 19">
                <a:extLst>
                  <a:ext uri="{FF2B5EF4-FFF2-40B4-BE49-F238E27FC236}">
                    <a16:creationId xmlns:a16="http://schemas.microsoft.com/office/drawing/2014/main" id="{ADE02A67-7AE8-4FC3-B101-230871F1DF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4616" name="Freeform 20">
                <a:extLst>
                  <a:ext uri="{FF2B5EF4-FFF2-40B4-BE49-F238E27FC236}">
                    <a16:creationId xmlns:a16="http://schemas.microsoft.com/office/drawing/2014/main" id="{72BAD5DE-952F-4D28-96DE-61ECA1FFE2B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4617" name="Rectangle 21">
                <a:extLst>
                  <a:ext uri="{FF2B5EF4-FFF2-40B4-BE49-F238E27FC236}">
                    <a16:creationId xmlns:a16="http://schemas.microsoft.com/office/drawing/2014/main" id="{51BB8E4C-85FF-4480-A425-F9C672FCD70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tr-TR"/>
              </a:p>
            </p:txBody>
          </p:sp>
          <p:sp>
            <p:nvSpPr>
              <p:cNvPr id="24618" name="Freeform 22">
                <a:extLst>
                  <a:ext uri="{FF2B5EF4-FFF2-40B4-BE49-F238E27FC236}">
                    <a16:creationId xmlns:a16="http://schemas.microsoft.com/office/drawing/2014/main" id="{3E649AA8-8534-4C24-BA83-9C0F4D9C09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4619" name="Freeform 23">
                <a:extLst>
                  <a:ext uri="{FF2B5EF4-FFF2-40B4-BE49-F238E27FC236}">
                    <a16:creationId xmlns:a16="http://schemas.microsoft.com/office/drawing/2014/main" id="{3A3C2D0A-7FF6-4F97-99B9-973E5E8381A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4620" name="Freeform 24">
                <a:extLst>
                  <a:ext uri="{FF2B5EF4-FFF2-40B4-BE49-F238E27FC236}">
                    <a16:creationId xmlns:a16="http://schemas.microsoft.com/office/drawing/2014/main" id="{1D33A404-96DB-40D1-A361-5C09D2FF75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4621" name="Freeform 25">
                <a:extLst>
                  <a:ext uri="{FF2B5EF4-FFF2-40B4-BE49-F238E27FC236}">
                    <a16:creationId xmlns:a16="http://schemas.microsoft.com/office/drawing/2014/main" id="{B67A8029-EDD8-46B3-A24F-3484B84ADA1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4622" name="Freeform 26">
                <a:extLst>
                  <a:ext uri="{FF2B5EF4-FFF2-40B4-BE49-F238E27FC236}">
                    <a16:creationId xmlns:a16="http://schemas.microsoft.com/office/drawing/2014/main" id="{2C111128-EAC0-4125-BEAF-48D4861BE2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4623" name="Freeform 27">
                <a:extLst>
                  <a:ext uri="{FF2B5EF4-FFF2-40B4-BE49-F238E27FC236}">
                    <a16:creationId xmlns:a16="http://schemas.microsoft.com/office/drawing/2014/main" id="{90EF503E-0E60-484F-8786-498B524487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4624" name="Freeform 28">
                <a:extLst>
                  <a:ext uri="{FF2B5EF4-FFF2-40B4-BE49-F238E27FC236}">
                    <a16:creationId xmlns:a16="http://schemas.microsoft.com/office/drawing/2014/main" id="{BAEB64C1-8AA2-4861-8AFD-01864EF2384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4625" name="Freeform 29">
                <a:extLst>
                  <a:ext uri="{FF2B5EF4-FFF2-40B4-BE49-F238E27FC236}">
                    <a16:creationId xmlns:a16="http://schemas.microsoft.com/office/drawing/2014/main" id="{7B868A5A-03B3-474C-AB72-31AB04835E7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4626" name="Freeform 30">
                <a:extLst>
                  <a:ext uri="{FF2B5EF4-FFF2-40B4-BE49-F238E27FC236}">
                    <a16:creationId xmlns:a16="http://schemas.microsoft.com/office/drawing/2014/main" id="{C09ACD48-1E0F-4BCB-9028-0B79C43DE5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4627" name="Freeform 31">
                <a:extLst>
                  <a:ext uri="{FF2B5EF4-FFF2-40B4-BE49-F238E27FC236}">
                    <a16:creationId xmlns:a16="http://schemas.microsoft.com/office/drawing/2014/main" id="{B5D4FF3D-341E-4DFE-B4CD-9916246F59D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grpSp>
        <p:grpSp>
          <p:nvGrpSpPr>
            <p:cNvPr id="24590" name="Group 24589">
              <a:extLst>
                <a:ext uri="{FF2B5EF4-FFF2-40B4-BE49-F238E27FC236}">
                  <a16:creationId xmlns:a16="http://schemas.microsoft.com/office/drawing/2014/main" id="{3E7B0719-8F32-457D-83EB-E0A00622B48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24591" name="Freeform 32">
                <a:extLst>
                  <a:ext uri="{FF2B5EF4-FFF2-40B4-BE49-F238E27FC236}">
                    <a16:creationId xmlns:a16="http://schemas.microsoft.com/office/drawing/2014/main" id="{E056FF60-EFE3-4685-95A1-AEDB7F5626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4592" name="Freeform 33">
                <a:extLst>
                  <a:ext uri="{FF2B5EF4-FFF2-40B4-BE49-F238E27FC236}">
                    <a16:creationId xmlns:a16="http://schemas.microsoft.com/office/drawing/2014/main" id="{5E9EA8FB-5CA0-4030-853C-54B49930493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4593" name="Freeform 34">
                <a:extLst>
                  <a:ext uri="{FF2B5EF4-FFF2-40B4-BE49-F238E27FC236}">
                    <a16:creationId xmlns:a16="http://schemas.microsoft.com/office/drawing/2014/main" id="{387B387A-44A6-42A0-BACA-71AC19FCA04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4594" name="Freeform 35">
                <a:extLst>
                  <a:ext uri="{FF2B5EF4-FFF2-40B4-BE49-F238E27FC236}">
                    <a16:creationId xmlns:a16="http://schemas.microsoft.com/office/drawing/2014/main" id="{4424F11E-20C0-4CFE-BE79-CDE4469FED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4595" name="Freeform 36">
                <a:extLst>
                  <a:ext uri="{FF2B5EF4-FFF2-40B4-BE49-F238E27FC236}">
                    <a16:creationId xmlns:a16="http://schemas.microsoft.com/office/drawing/2014/main" id="{7BEDF974-EB25-4769-BDD6-F16430FF2C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4596" name="Freeform 37">
                <a:extLst>
                  <a:ext uri="{FF2B5EF4-FFF2-40B4-BE49-F238E27FC236}">
                    <a16:creationId xmlns:a16="http://schemas.microsoft.com/office/drawing/2014/main" id="{7AD36026-D842-4FF4-905B-CEA8481F55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4597" name="Freeform 38">
                <a:extLst>
                  <a:ext uri="{FF2B5EF4-FFF2-40B4-BE49-F238E27FC236}">
                    <a16:creationId xmlns:a16="http://schemas.microsoft.com/office/drawing/2014/main" id="{5EBAAB58-B39B-410E-97BA-4D33B0A9C0E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4598" name="Freeform 39">
                <a:extLst>
                  <a:ext uri="{FF2B5EF4-FFF2-40B4-BE49-F238E27FC236}">
                    <a16:creationId xmlns:a16="http://schemas.microsoft.com/office/drawing/2014/main" id="{57F900A9-A201-4C4D-9229-14F784AECE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4599" name="Freeform 40">
                <a:extLst>
                  <a:ext uri="{FF2B5EF4-FFF2-40B4-BE49-F238E27FC236}">
                    <a16:creationId xmlns:a16="http://schemas.microsoft.com/office/drawing/2014/main" id="{EFF4B280-5D63-4917-8757-8088E70BA2B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4600" name="Rectangle 41">
                <a:extLst>
                  <a:ext uri="{FF2B5EF4-FFF2-40B4-BE49-F238E27FC236}">
                    <a16:creationId xmlns:a16="http://schemas.microsoft.com/office/drawing/2014/main" id="{9CD67EA3-2BB1-4AE4-AFF9-BE18B6161B6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tr-TR"/>
              </a:p>
            </p:txBody>
          </p:sp>
        </p:grpSp>
      </p:grpSp>
      <p:sp>
        <p:nvSpPr>
          <p:cNvPr id="24578" name="Rectangle 4">
            <a:extLst>
              <a:ext uri="{FF2B5EF4-FFF2-40B4-BE49-F238E27FC236}">
                <a16:creationId xmlns:a16="http://schemas.microsoft.com/office/drawing/2014/main" id="{775386B7-2C25-2A02-D644-FAFD6B6F373E}"/>
              </a:ext>
            </a:extLst>
          </p:cNvPr>
          <p:cNvSpPr>
            <a:spLocks noGrp="1" noChangeArrowheads="1"/>
          </p:cNvSpPr>
          <p:nvPr>
            <p:ph type="title"/>
          </p:nvPr>
        </p:nvSpPr>
        <p:spPr>
          <a:xfrm>
            <a:off x="5128643" y="618518"/>
            <a:ext cx="6188402" cy="1478570"/>
          </a:xfrm>
        </p:spPr>
        <p:txBody>
          <a:bodyPr vert="horz" lIns="91440" tIns="45720" rIns="91440" bIns="45720" rtlCol="0" anchor="ctr">
            <a:normAutofit/>
          </a:bodyPr>
          <a:lstStyle/>
          <a:p>
            <a:r>
              <a:rPr lang="en-US" altLang="en-US" b="1"/>
              <a:t>Yüzey Elektrotları</a:t>
            </a:r>
          </a:p>
        </p:txBody>
      </p:sp>
      <p:sp>
        <p:nvSpPr>
          <p:cNvPr id="24629" name="Round Diagonal Corner Rectangle 6">
            <a:extLst>
              <a:ext uri="{FF2B5EF4-FFF2-40B4-BE49-F238E27FC236}">
                <a16:creationId xmlns:a16="http://schemas.microsoft.com/office/drawing/2014/main" id="{C169E84F-4748-4D61-A105-357962627A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4579" y="808057"/>
            <a:ext cx="3821429" cy="5234394"/>
          </a:xfrm>
          <a:prstGeom prst="round2DiagRect">
            <a:avLst>
              <a:gd name="adj1" fmla="val 11323"/>
              <a:gd name="adj2" fmla="val 0"/>
            </a:avLst>
          </a:prstGeom>
          <a:solidFill>
            <a:srgbClr val="FFFFFF"/>
          </a:solidFill>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581" name="Picture 9">
            <a:extLst>
              <a:ext uri="{FF2B5EF4-FFF2-40B4-BE49-F238E27FC236}">
                <a16:creationId xmlns:a16="http://schemas.microsoft.com/office/drawing/2014/main" id="{0067BA09-A742-B9E7-60EB-D57E92552352}"/>
              </a:ext>
            </a:extLst>
          </p:cNvPr>
          <p:cNvPicPr>
            <a:picLocks noGrp="1" noChangeAspect="1" noChangeArrowheads="1"/>
          </p:cNvPicPr>
          <p:nvPr>
            <p:ph sz="quarter" idx="3"/>
          </p:nvPr>
        </p:nvPicPr>
        <p:blipFill>
          <a:blip r:embed="rId4">
            <a:extLst>
              <a:ext uri="{28A0092B-C50C-407E-A947-70E740481C1C}">
                <a14:useLocalDpi xmlns:a14="http://schemas.microsoft.com/office/drawing/2010/main" val="0"/>
              </a:ext>
            </a:extLst>
          </a:blip>
          <a:stretch>
            <a:fillRect/>
          </a:stretch>
        </p:blipFill>
        <p:spPr>
          <a:xfrm>
            <a:off x="1589288" y="1137622"/>
            <a:ext cx="2253295" cy="2206352"/>
          </a:xfrm>
          <a:prstGeom prst="rect">
            <a:avLst/>
          </a:prstGeom>
          <a:noFill/>
        </p:spPr>
      </p:pic>
      <p:pic>
        <p:nvPicPr>
          <p:cNvPr id="24580" name="Picture 8">
            <a:extLst>
              <a:ext uri="{FF2B5EF4-FFF2-40B4-BE49-F238E27FC236}">
                <a16:creationId xmlns:a16="http://schemas.microsoft.com/office/drawing/2014/main" id="{2807A57A-AB32-262A-BDD5-DFD7319505B1}"/>
              </a:ext>
            </a:extLst>
          </p:cNvPr>
          <p:cNvPicPr>
            <a:picLocks noGrp="1" noChangeAspect="1" noChangeArrowheads="1"/>
          </p:cNvPicPr>
          <p:nvPr>
            <p:ph sz="quarter" idx="2"/>
          </p:nvPr>
        </p:nvPicPr>
        <p:blipFill>
          <a:blip r:embed="rId5">
            <a:extLst>
              <a:ext uri="{28A0092B-C50C-407E-A947-70E740481C1C}">
                <a14:useLocalDpi xmlns:a14="http://schemas.microsoft.com/office/drawing/2010/main" val="0"/>
              </a:ext>
            </a:extLst>
          </a:blip>
          <a:stretch>
            <a:fillRect/>
          </a:stretch>
        </p:blipFill>
        <p:spPr>
          <a:xfrm>
            <a:off x="1394765" y="3508565"/>
            <a:ext cx="2642340" cy="2206353"/>
          </a:xfrm>
          <a:prstGeom prst="rect">
            <a:avLst/>
          </a:prstGeom>
          <a:noFill/>
        </p:spPr>
      </p:pic>
      <p:sp>
        <p:nvSpPr>
          <p:cNvPr id="24579" name="Rectangle 5">
            <a:extLst>
              <a:ext uri="{FF2B5EF4-FFF2-40B4-BE49-F238E27FC236}">
                <a16:creationId xmlns:a16="http://schemas.microsoft.com/office/drawing/2014/main" id="{BB825B24-7B4C-C4AF-FE4E-A7BB44C61762}"/>
              </a:ext>
            </a:extLst>
          </p:cNvPr>
          <p:cNvSpPr>
            <a:spLocks noGrp="1" noChangeArrowheads="1"/>
          </p:cNvSpPr>
          <p:nvPr>
            <p:ph type="body" sz="half" idx="1"/>
          </p:nvPr>
        </p:nvSpPr>
        <p:spPr>
          <a:xfrm>
            <a:off x="5128643" y="2249487"/>
            <a:ext cx="6188402" cy="3541714"/>
          </a:xfrm>
        </p:spPr>
        <p:txBody>
          <a:bodyPr vert="horz" lIns="91440" tIns="45720" rIns="91440" bIns="45720" rtlCol="0">
            <a:normAutofit/>
          </a:bodyPr>
          <a:lstStyle/>
          <a:p>
            <a:pPr>
              <a:lnSpc>
                <a:spcPct val="110000"/>
              </a:lnSpc>
            </a:pPr>
            <a:r>
              <a:rPr lang="en-US" altLang="en-US" sz="1500" b="1"/>
              <a:t>Emici Düzenli Elektrotlar</a:t>
            </a:r>
            <a:endParaRPr lang="en-US" altLang="en-US" sz="1500"/>
          </a:p>
          <a:p>
            <a:pPr>
              <a:lnSpc>
                <a:spcPct val="110000"/>
              </a:lnSpc>
            </a:pPr>
            <a:r>
              <a:rPr lang="en-US" altLang="en-US" sz="1500"/>
              <a:t>Metal plaka elektrotların gelişmiş bir şeklidir. Herhangi bir şekilde yapışkan veya bağlama bandı gerektirmez.</a:t>
            </a:r>
          </a:p>
          <a:p>
            <a:pPr>
              <a:lnSpc>
                <a:spcPct val="110000"/>
              </a:lnSpc>
            </a:pPr>
            <a:r>
              <a:rPr lang="en-US" altLang="en-US" sz="1500"/>
              <a:t>Genelde göğüs üzerinden EKG işaretlerinin algılanmasında kullanılır. </a:t>
            </a:r>
          </a:p>
          <a:p>
            <a:pPr>
              <a:lnSpc>
                <a:spcPct val="110000"/>
              </a:lnSpc>
            </a:pPr>
            <a:r>
              <a:rPr lang="en-US" altLang="en-US" sz="1500"/>
              <a:t>Bu elektrot türünde metal elektrot, bir boru şeklindedir. Bu borunun halka şeklindeki yüzlerinden biri deriye temas ederken, diğer yüzü deriye elektrodun tutturulmasını sağlayan ve vakum pompası görevi yapan elastik bir hazne içinde kalır. </a:t>
            </a:r>
          </a:p>
          <a:p>
            <a:pPr>
              <a:lnSpc>
                <a:spcPct val="110000"/>
              </a:lnSpc>
            </a:pPr>
            <a:r>
              <a:rPr lang="en-US" altLang="en-US" sz="1500"/>
              <a:t>Bu tür elektrotların deri ile temas eden  yüzeyleri halka şeklindedir. Hacimleri biraz büyüktür. Buna karşın empedansları da büyüktür. </a:t>
            </a:r>
          </a:p>
          <a:p>
            <a:pPr>
              <a:lnSpc>
                <a:spcPct val="110000"/>
              </a:lnSpc>
            </a:pPr>
            <a:endParaRPr lang="en-US" altLang="en-US" sz="1500"/>
          </a:p>
        </p:txBody>
      </p:sp>
      <p:sp>
        <p:nvSpPr>
          <p:cNvPr id="2" name="Alt Bilgi Yer Tutucusu 1">
            <a:extLst>
              <a:ext uri="{FF2B5EF4-FFF2-40B4-BE49-F238E27FC236}">
                <a16:creationId xmlns:a16="http://schemas.microsoft.com/office/drawing/2014/main" id="{FBB6D746-A9A3-7E3A-6A14-EB052C81B092}"/>
              </a:ext>
            </a:extLst>
          </p:cNvPr>
          <p:cNvSpPr>
            <a:spLocks noGrp="1"/>
          </p:cNvSpPr>
          <p:nvPr>
            <p:ph type="ftr" sz="quarter" idx="11"/>
          </p:nvPr>
        </p:nvSpPr>
        <p:spPr/>
        <p:txBody>
          <a:bodyPr/>
          <a:lstStyle/>
          <a:p>
            <a:pPr>
              <a:defRPr/>
            </a:pPr>
            <a:r>
              <a:rPr lang="en-US" altLang="en-US"/>
              <a:t>MEHMET FATİH KARAKAŞ</a:t>
            </a:r>
          </a:p>
        </p:txBody>
      </p:sp>
    </p:spTree>
    <p:extLst>
      <p:ext uri="{BB962C8B-B14F-4D97-AF65-F5344CB8AC3E}">
        <p14:creationId xmlns:p14="http://schemas.microsoft.com/office/powerpoint/2010/main" val="34356103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pic>
        <p:nvPicPr>
          <p:cNvPr id="25609" name="Picture 2">
            <a:extLst>
              <a:ext uri="{FF2B5EF4-FFF2-40B4-BE49-F238E27FC236}">
                <a16:creationId xmlns:a16="http://schemas.microsoft.com/office/drawing/2014/main" id="{5FF7B57D-FF7B-48B3-9F60-9BCEEECF9E7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3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 xmlns:a16="http://schemas.microsoft.com/office/drawing/2014/main" xmlns:p14="http://schemas.microsoft.com/office/powerpoint/2010/main" xmlns:a14="http://schemas.microsoft.com/office/drawing/2010/main">
                <a:solidFill>
                  <a:srgbClr val="FFFFFF"/>
                </a:solidFill>
              </a14:hiddenFill>
            </a:ext>
          </a:extLst>
        </p:spPr>
      </p:pic>
      <p:grpSp>
        <p:nvGrpSpPr>
          <p:cNvPr id="25611" name="Group 25610">
            <a:extLst>
              <a:ext uri="{FF2B5EF4-FFF2-40B4-BE49-F238E27FC236}">
                <a16:creationId xmlns:a16="http://schemas.microsoft.com/office/drawing/2014/main" id="{EB95AFDF-FA7D-4311-9C65-6D507D92F47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053888" cy="6858001"/>
            <a:chOff x="-14288" y="0"/>
            <a:chExt cx="12053888" cy="6858001"/>
          </a:xfrm>
        </p:grpSpPr>
        <p:grpSp>
          <p:nvGrpSpPr>
            <p:cNvPr id="25612" name="Group 25611">
              <a:extLst>
                <a:ext uri="{FF2B5EF4-FFF2-40B4-BE49-F238E27FC236}">
                  <a16:creationId xmlns:a16="http://schemas.microsoft.com/office/drawing/2014/main" id="{9A5CCD98-20C1-4404-B788-FDA92F8A440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5624" name="Rectangle 5">
                <a:extLst>
                  <a:ext uri="{FF2B5EF4-FFF2-40B4-BE49-F238E27FC236}">
                    <a16:creationId xmlns:a16="http://schemas.microsoft.com/office/drawing/2014/main" id="{C1424C76-B5C3-468E-86FA-8D9B269053D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tr-TR"/>
              </a:p>
            </p:txBody>
          </p:sp>
          <p:sp>
            <p:nvSpPr>
              <p:cNvPr id="25625" name="Freeform 6">
                <a:extLst>
                  <a:ext uri="{FF2B5EF4-FFF2-40B4-BE49-F238E27FC236}">
                    <a16:creationId xmlns:a16="http://schemas.microsoft.com/office/drawing/2014/main" id="{B3922267-72C9-403B-A6DE-7D0A43D5541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5626" name="Freeform 7">
                <a:extLst>
                  <a:ext uri="{FF2B5EF4-FFF2-40B4-BE49-F238E27FC236}">
                    <a16:creationId xmlns:a16="http://schemas.microsoft.com/office/drawing/2014/main" id="{7276DB68-2E8D-4723-852B-7476DD38FED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5627" name="Freeform 8">
                <a:extLst>
                  <a:ext uri="{FF2B5EF4-FFF2-40B4-BE49-F238E27FC236}">
                    <a16:creationId xmlns:a16="http://schemas.microsoft.com/office/drawing/2014/main" id="{0A155711-4993-4D1E-89EA-A397C164F0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5628" name="Freeform 9">
                <a:extLst>
                  <a:ext uri="{FF2B5EF4-FFF2-40B4-BE49-F238E27FC236}">
                    <a16:creationId xmlns:a16="http://schemas.microsoft.com/office/drawing/2014/main" id="{2AB42136-2551-4CAA-857F-65FA3247B49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5629" name="Freeform 10">
                <a:extLst>
                  <a:ext uri="{FF2B5EF4-FFF2-40B4-BE49-F238E27FC236}">
                    <a16:creationId xmlns:a16="http://schemas.microsoft.com/office/drawing/2014/main" id="{7C2ADEA1-EA3E-4C0E-A28E-460092F7FF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5630" name="Freeform 11">
                <a:extLst>
                  <a:ext uri="{FF2B5EF4-FFF2-40B4-BE49-F238E27FC236}">
                    <a16:creationId xmlns:a16="http://schemas.microsoft.com/office/drawing/2014/main" id="{B04584B3-081C-4286-A840-AB5B16B10A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5631" name="Freeform 12">
                <a:extLst>
                  <a:ext uri="{FF2B5EF4-FFF2-40B4-BE49-F238E27FC236}">
                    <a16:creationId xmlns:a16="http://schemas.microsoft.com/office/drawing/2014/main" id="{3AB388FD-C246-4936-A041-E0413A1329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5632" name="Freeform 13">
                <a:extLst>
                  <a:ext uri="{FF2B5EF4-FFF2-40B4-BE49-F238E27FC236}">
                    <a16:creationId xmlns:a16="http://schemas.microsoft.com/office/drawing/2014/main" id="{57692343-2D12-4F57-836C-945D407B68B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5633" name="Freeform 14">
                <a:extLst>
                  <a:ext uri="{FF2B5EF4-FFF2-40B4-BE49-F238E27FC236}">
                    <a16:creationId xmlns:a16="http://schemas.microsoft.com/office/drawing/2014/main" id="{062EE710-0210-4840-8698-E0DF1C6170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5634" name="Freeform 15">
                <a:extLst>
                  <a:ext uri="{FF2B5EF4-FFF2-40B4-BE49-F238E27FC236}">
                    <a16:creationId xmlns:a16="http://schemas.microsoft.com/office/drawing/2014/main" id="{161892F4-6071-40CD-8E18-CDEE0C91B5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5635" name="Line 16">
                <a:extLst>
                  <a:ext uri="{FF2B5EF4-FFF2-40B4-BE49-F238E27FC236}">
                    <a16:creationId xmlns:a16="http://schemas.microsoft.com/office/drawing/2014/main" id="{3E6BBE44-8D88-407D-B1C6-10C89DD6173B}"/>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tr-TR"/>
              </a:p>
            </p:txBody>
          </p:sp>
          <p:sp>
            <p:nvSpPr>
              <p:cNvPr id="25636" name="Freeform 17">
                <a:extLst>
                  <a:ext uri="{FF2B5EF4-FFF2-40B4-BE49-F238E27FC236}">
                    <a16:creationId xmlns:a16="http://schemas.microsoft.com/office/drawing/2014/main" id="{1E90AE6E-328E-4730-825C-B5130F5CFC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5637" name="Freeform 18">
                <a:extLst>
                  <a:ext uri="{FF2B5EF4-FFF2-40B4-BE49-F238E27FC236}">
                    <a16:creationId xmlns:a16="http://schemas.microsoft.com/office/drawing/2014/main" id="{24EC969F-6E4A-4163-ABDA-4674429A3D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5638" name="Freeform 19">
                <a:extLst>
                  <a:ext uri="{FF2B5EF4-FFF2-40B4-BE49-F238E27FC236}">
                    <a16:creationId xmlns:a16="http://schemas.microsoft.com/office/drawing/2014/main" id="{1B735C94-B049-42C6-9DEF-5DB70D58CE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5639" name="Freeform 20">
                <a:extLst>
                  <a:ext uri="{FF2B5EF4-FFF2-40B4-BE49-F238E27FC236}">
                    <a16:creationId xmlns:a16="http://schemas.microsoft.com/office/drawing/2014/main" id="{051C02E6-1954-478B-AEAE-BF8F36BE941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5640" name="Rectangle 21">
                <a:extLst>
                  <a:ext uri="{FF2B5EF4-FFF2-40B4-BE49-F238E27FC236}">
                    <a16:creationId xmlns:a16="http://schemas.microsoft.com/office/drawing/2014/main" id="{6710B1C0-310A-48D0-B824-459D9AFC2FB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tr-TR"/>
              </a:p>
            </p:txBody>
          </p:sp>
          <p:sp>
            <p:nvSpPr>
              <p:cNvPr id="25641" name="Freeform 22">
                <a:extLst>
                  <a:ext uri="{FF2B5EF4-FFF2-40B4-BE49-F238E27FC236}">
                    <a16:creationId xmlns:a16="http://schemas.microsoft.com/office/drawing/2014/main" id="{1204A606-D9A6-4DC6-9F0E-D516EA1EB9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5642" name="Freeform 23">
                <a:extLst>
                  <a:ext uri="{FF2B5EF4-FFF2-40B4-BE49-F238E27FC236}">
                    <a16:creationId xmlns:a16="http://schemas.microsoft.com/office/drawing/2014/main" id="{EE569555-0243-4979-A537-C9B4AFD5F25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5643" name="Freeform 24">
                <a:extLst>
                  <a:ext uri="{FF2B5EF4-FFF2-40B4-BE49-F238E27FC236}">
                    <a16:creationId xmlns:a16="http://schemas.microsoft.com/office/drawing/2014/main" id="{D52A977D-4993-48AF-A792-F2DE096391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5644" name="Freeform 25">
                <a:extLst>
                  <a:ext uri="{FF2B5EF4-FFF2-40B4-BE49-F238E27FC236}">
                    <a16:creationId xmlns:a16="http://schemas.microsoft.com/office/drawing/2014/main" id="{93CFF2DC-E52E-4D99-97D5-B0D7B792E50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5645" name="Freeform 26">
                <a:extLst>
                  <a:ext uri="{FF2B5EF4-FFF2-40B4-BE49-F238E27FC236}">
                    <a16:creationId xmlns:a16="http://schemas.microsoft.com/office/drawing/2014/main" id="{5E175372-AF09-42A7-B3D0-226C834891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5646" name="Freeform 27">
                <a:extLst>
                  <a:ext uri="{FF2B5EF4-FFF2-40B4-BE49-F238E27FC236}">
                    <a16:creationId xmlns:a16="http://schemas.microsoft.com/office/drawing/2014/main" id="{ABF20BA9-F4B2-49EA-A573-578B189774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5647" name="Freeform 28">
                <a:extLst>
                  <a:ext uri="{FF2B5EF4-FFF2-40B4-BE49-F238E27FC236}">
                    <a16:creationId xmlns:a16="http://schemas.microsoft.com/office/drawing/2014/main" id="{AA3A7A4B-C811-4E23-8BFD-5823A032DA3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5648" name="Freeform 29">
                <a:extLst>
                  <a:ext uri="{FF2B5EF4-FFF2-40B4-BE49-F238E27FC236}">
                    <a16:creationId xmlns:a16="http://schemas.microsoft.com/office/drawing/2014/main" id="{47537781-F057-4B97-AD8F-12FE9BE599A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5649" name="Freeform 30">
                <a:extLst>
                  <a:ext uri="{FF2B5EF4-FFF2-40B4-BE49-F238E27FC236}">
                    <a16:creationId xmlns:a16="http://schemas.microsoft.com/office/drawing/2014/main" id="{078883C7-EB52-4BB7-A9A7-F8C046A833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5650" name="Freeform 31">
                <a:extLst>
                  <a:ext uri="{FF2B5EF4-FFF2-40B4-BE49-F238E27FC236}">
                    <a16:creationId xmlns:a16="http://schemas.microsoft.com/office/drawing/2014/main" id="{63CCBBF8-5972-4ED3-AB5B-46DC425B177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grpSp>
        <p:grpSp>
          <p:nvGrpSpPr>
            <p:cNvPr id="25613" name="Group 25612">
              <a:extLst>
                <a:ext uri="{FF2B5EF4-FFF2-40B4-BE49-F238E27FC236}">
                  <a16:creationId xmlns:a16="http://schemas.microsoft.com/office/drawing/2014/main" id="{A8C19883-37FB-437C-A3AA-89AA6239D3A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25614" name="Freeform 32">
                <a:extLst>
                  <a:ext uri="{FF2B5EF4-FFF2-40B4-BE49-F238E27FC236}">
                    <a16:creationId xmlns:a16="http://schemas.microsoft.com/office/drawing/2014/main" id="{AF1753DD-4CEF-45EC-B952-90EA8895D7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5615" name="Freeform 33">
                <a:extLst>
                  <a:ext uri="{FF2B5EF4-FFF2-40B4-BE49-F238E27FC236}">
                    <a16:creationId xmlns:a16="http://schemas.microsoft.com/office/drawing/2014/main" id="{5B9356DB-C1BE-4D76-8FA7-4FBAA12D1D3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5616" name="Freeform 34">
                <a:extLst>
                  <a:ext uri="{FF2B5EF4-FFF2-40B4-BE49-F238E27FC236}">
                    <a16:creationId xmlns:a16="http://schemas.microsoft.com/office/drawing/2014/main" id="{C4F59561-572D-42BA-A6FD-F3AFA1A394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5617" name="Freeform 35">
                <a:extLst>
                  <a:ext uri="{FF2B5EF4-FFF2-40B4-BE49-F238E27FC236}">
                    <a16:creationId xmlns:a16="http://schemas.microsoft.com/office/drawing/2014/main" id="{BB7A51A1-D509-4494-BAE2-1B96CAD4DB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5618" name="Freeform 36">
                <a:extLst>
                  <a:ext uri="{FF2B5EF4-FFF2-40B4-BE49-F238E27FC236}">
                    <a16:creationId xmlns:a16="http://schemas.microsoft.com/office/drawing/2014/main" id="{D3FE0B5A-55DE-4E56-8E9B-B92D1DB9A89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5619" name="Freeform 37">
                <a:extLst>
                  <a:ext uri="{FF2B5EF4-FFF2-40B4-BE49-F238E27FC236}">
                    <a16:creationId xmlns:a16="http://schemas.microsoft.com/office/drawing/2014/main" id="{F125661C-3A0E-4B6E-B2AB-1B08C89251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5620" name="Freeform 38">
                <a:extLst>
                  <a:ext uri="{FF2B5EF4-FFF2-40B4-BE49-F238E27FC236}">
                    <a16:creationId xmlns:a16="http://schemas.microsoft.com/office/drawing/2014/main" id="{39304006-EE77-438A-A0D1-537322356C1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5621" name="Freeform 39">
                <a:extLst>
                  <a:ext uri="{FF2B5EF4-FFF2-40B4-BE49-F238E27FC236}">
                    <a16:creationId xmlns:a16="http://schemas.microsoft.com/office/drawing/2014/main" id="{C6031DEB-4109-4049-82CF-DD06483A2C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5622" name="Freeform 40">
                <a:extLst>
                  <a:ext uri="{FF2B5EF4-FFF2-40B4-BE49-F238E27FC236}">
                    <a16:creationId xmlns:a16="http://schemas.microsoft.com/office/drawing/2014/main" id="{65FC2657-18D6-4490-88D6-32E6B1C6FB1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5623" name="Rectangle 41">
                <a:extLst>
                  <a:ext uri="{FF2B5EF4-FFF2-40B4-BE49-F238E27FC236}">
                    <a16:creationId xmlns:a16="http://schemas.microsoft.com/office/drawing/2014/main" id="{20BEA03B-3EAD-4FA2-BC9D-25A14D635CF6}"/>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tr-TR"/>
              </a:p>
            </p:txBody>
          </p:sp>
        </p:grpSp>
      </p:grpSp>
      <p:sp>
        <p:nvSpPr>
          <p:cNvPr id="25602" name="Rectangle 4">
            <a:extLst>
              <a:ext uri="{FF2B5EF4-FFF2-40B4-BE49-F238E27FC236}">
                <a16:creationId xmlns:a16="http://schemas.microsoft.com/office/drawing/2014/main" id="{70BCA90D-25B4-A8DB-4A2F-6685B7042D90}"/>
              </a:ext>
            </a:extLst>
          </p:cNvPr>
          <p:cNvSpPr>
            <a:spLocks noGrp="1" noChangeArrowheads="1"/>
          </p:cNvSpPr>
          <p:nvPr>
            <p:ph type="title"/>
          </p:nvPr>
        </p:nvSpPr>
        <p:spPr>
          <a:xfrm>
            <a:off x="1141413" y="618518"/>
            <a:ext cx="9905998" cy="1478570"/>
          </a:xfrm>
        </p:spPr>
        <p:txBody>
          <a:bodyPr vert="horz" lIns="91440" tIns="45720" rIns="91440" bIns="45720" rtlCol="0" anchor="ctr">
            <a:normAutofit/>
          </a:bodyPr>
          <a:lstStyle/>
          <a:p>
            <a:r>
              <a:rPr lang="en-US" altLang="en-US" b="1"/>
              <a:t>Yüzey Elektrotları</a:t>
            </a:r>
          </a:p>
        </p:txBody>
      </p:sp>
      <p:pic>
        <p:nvPicPr>
          <p:cNvPr id="25604" name="Picture 7">
            <a:extLst>
              <a:ext uri="{FF2B5EF4-FFF2-40B4-BE49-F238E27FC236}">
                <a16:creationId xmlns:a16="http://schemas.microsoft.com/office/drawing/2014/main" id="{139373D9-3A5E-7D09-7E85-902F8E7B88FD}"/>
              </a:ext>
            </a:extLst>
          </p:cNvPr>
          <p:cNvPicPr>
            <a:picLocks noGrp="1" noChangeAspect="1" noChangeArrowheads="1"/>
          </p:cNvPicPr>
          <p:nvPr>
            <p:ph sz="half" idx="2"/>
          </p:nvPr>
        </p:nvPicPr>
        <p:blipFill>
          <a:blip r:embed="rId4">
            <a:extLst>
              <a:ext uri="{28A0092B-C50C-407E-A947-70E740481C1C}">
                <a14:useLocalDpi xmlns:a14="http://schemas.microsoft.com/office/drawing/2010/main" val="0"/>
              </a:ext>
            </a:extLst>
          </a:blip>
          <a:stretch>
            <a:fillRect/>
          </a:stretch>
        </p:blipFill>
        <p:spPr>
          <a:xfrm>
            <a:off x="1141411" y="2414532"/>
            <a:ext cx="3494597" cy="3219560"/>
          </a:xfrm>
          <a:prstGeom prst="round2DiagRect">
            <a:avLst>
              <a:gd name="adj1" fmla="val 5608"/>
              <a:gd name="adj2" fmla="val 0"/>
            </a:avLst>
          </a:prstGeom>
          <a:noFill/>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pic>
      <p:sp>
        <p:nvSpPr>
          <p:cNvPr id="25603" name="Rectangle 5">
            <a:extLst>
              <a:ext uri="{FF2B5EF4-FFF2-40B4-BE49-F238E27FC236}">
                <a16:creationId xmlns:a16="http://schemas.microsoft.com/office/drawing/2014/main" id="{1693DF92-FA50-E7AE-3046-B40E54586137}"/>
              </a:ext>
            </a:extLst>
          </p:cNvPr>
          <p:cNvSpPr>
            <a:spLocks noGrp="1" noChangeArrowheads="1"/>
          </p:cNvSpPr>
          <p:nvPr>
            <p:ph type="body" sz="half" idx="1"/>
          </p:nvPr>
        </p:nvSpPr>
        <p:spPr>
          <a:xfrm>
            <a:off x="5034579" y="2249487"/>
            <a:ext cx="6012832" cy="3541714"/>
          </a:xfrm>
        </p:spPr>
        <p:txBody>
          <a:bodyPr vert="horz" lIns="91440" tIns="45720" rIns="91440" bIns="45720" rtlCol="0">
            <a:normAutofit/>
          </a:bodyPr>
          <a:lstStyle/>
          <a:p>
            <a:pPr>
              <a:lnSpc>
                <a:spcPct val="110000"/>
              </a:lnSpc>
            </a:pPr>
            <a:r>
              <a:rPr lang="en-US" altLang="en-US" sz="1700" b="1"/>
              <a:t>İğne Elektrotlar</a:t>
            </a:r>
          </a:p>
          <a:p>
            <a:pPr>
              <a:lnSpc>
                <a:spcPct val="110000"/>
              </a:lnSpc>
            </a:pPr>
            <a:r>
              <a:rPr lang="en-US" altLang="en-US" sz="1700"/>
              <a:t>Emici elektrotlar iğne elektrot şeklinde de kullanılır.</a:t>
            </a:r>
          </a:p>
          <a:p>
            <a:pPr>
              <a:lnSpc>
                <a:spcPct val="110000"/>
              </a:lnSpc>
            </a:pPr>
            <a:r>
              <a:rPr lang="en-US" altLang="en-US" sz="1700"/>
              <a:t>Bu elektrotlar, bir dokuya batırılarak hem uyarı amaçlı hem de dokudan elde edilen sinyali kayıt amaçlı olarak kullanılır. </a:t>
            </a:r>
          </a:p>
          <a:p>
            <a:pPr>
              <a:lnSpc>
                <a:spcPct val="110000"/>
              </a:lnSpc>
            </a:pPr>
            <a:r>
              <a:rPr lang="en-US" altLang="en-US" sz="1700"/>
              <a:t>Vücut yüzeyindeki yağ veya hava nedeniyle diğer elektrotlarla ulaşılamayan zor bölgelerdeki elektriksel sinyaller, bu tip elektrotlar yardımıyla daha kolay algılanabilir.</a:t>
            </a:r>
          </a:p>
          <a:p>
            <a:pPr>
              <a:lnSpc>
                <a:spcPct val="110000"/>
              </a:lnSpc>
            </a:pPr>
            <a:r>
              <a:rPr lang="en-US" altLang="en-US" sz="1700"/>
              <a:t>Bağırsak, sinirler, kaslar ve gözde kullanılırlar.</a:t>
            </a:r>
          </a:p>
        </p:txBody>
      </p:sp>
      <p:sp>
        <p:nvSpPr>
          <p:cNvPr id="2" name="Alt Bilgi Yer Tutucusu 1">
            <a:extLst>
              <a:ext uri="{FF2B5EF4-FFF2-40B4-BE49-F238E27FC236}">
                <a16:creationId xmlns:a16="http://schemas.microsoft.com/office/drawing/2014/main" id="{33D720C7-5A38-0006-D7AB-3EC4952A1289}"/>
              </a:ext>
            </a:extLst>
          </p:cNvPr>
          <p:cNvSpPr>
            <a:spLocks noGrp="1"/>
          </p:cNvSpPr>
          <p:nvPr>
            <p:ph type="ftr" sz="quarter" idx="11"/>
          </p:nvPr>
        </p:nvSpPr>
        <p:spPr/>
        <p:txBody>
          <a:bodyPr/>
          <a:lstStyle/>
          <a:p>
            <a:pPr>
              <a:defRPr/>
            </a:pPr>
            <a:r>
              <a:rPr lang="en-US" altLang="en-US"/>
              <a:t>MEHMET FATİH KARAKAŞ</a:t>
            </a:r>
          </a:p>
        </p:txBody>
      </p:sp>
    </p:spTree>
    <p:extLst>
      <p:ext uri="{BB962C8B-B14F-4D97-AF65-F5344CB8AC3E}">
        <p14:creationId xmlns:p14="http://schemas.microsoft.com/office/powerpoint/2010/main" val="38979568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pic>
        <p:nvPicPr>
          <p:cNvPr id="28682" name="Picture 2">
            <a:extLst>
              <a:ext uri="{FF2B5EF4-FFF2-40B4-BE49-F238E27FC236}">
                <a16:creationId xmlns:a16="http://schemas.microsoft.com/office/drawing/2014/main" id="{FD3BFD04-77D1-4FB5-A159-35084E2C614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6="http://schemas.microsoft.com/office/drawing/2014/main" xmlns:p14="http://schemas.microsoft.com/office/powerpoint/2010/main" xmlns:a14="http://schemas.microsoft.com/office/drawing/2010/main">
                <a:solidFill>
                  <a:srgbClr val="FFFFFF"/>
                </a:solidFill>
              </a14:hiddenFill>
            </a:ext>
          </a:extLst>
        </p:spPr>
      </p:pic>
      <p:grpSp>
        <p:nvGrpSpPr>
          <p:cNvPr id="28684" name="Group 28683">
            <a:extLst>
              <a:ext uri="{FF2B5EF4-FFF2-40B4-BE49-F238E27FC236}">
                <a16:creationId xmlns:a16="http://schemas.microsoft.com/office/drawing/2014/main" id="{30B85FB2-B686-4546-B01D-17A122BACAF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053888" cy="6858001"/>
            <a:chOff x="-14288" y="0"/>
            <a:chExt cx="12053888" cy="6858001"/>
          </a:xfrm>
        </p:grpSpPr>
        <p:grpSp>
          <p:nvGrpSpPr>
            <p:cNvPr id="28685" name="Group 28684">
              <a:extLst>
                <a:ext uri="{FF2B5EF4-FFF2-40B4-BE49-F238E27FC236}">
                  <a16:creationId xmlns:a16="http://schemas.microsoft.com/office/drawing/2014/main" id="{45CCB97F-DB3B-4939-ABF0-CEDED724964E}"/>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8697" name="Rectangle 5">
                <a:extLst>
                  <a:ext uri="{FF2B5EF4-FFF2-40B4-BE49-F238E27FC236}">
                    <a16:creationId xmlns:a16="http://schemas.microsoft.com/office/drawing/2014/main" id="{9DEDF1F5-B144-4E61-A93B-DF131E62CEFA}"/>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tr-TR"/>
              </a:p>
            </p:txBody>
          </p:sp>
          <p:sp>
            <p:nvSpPr>
              <p:cNvPr id="28698" name="Freeform 6">
                <a:extLst>
                  <a:ext uri="{FF2B5EF4-FFF2-40B4-BE49-F238E27FC236}">
                    <a16:creationId xmlns:a16="http://schemas.microsoft.com/office/drawing/2014/main" id="{AB937A00-7D28-489C-BF2D-85C9FE13301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8699" name="Freeform 7">
                <a:extLst>
                  <a:ext uri="{FF2B5EF4-FFF2-40B4-BE49-F238E27FC236}">
                    <a16:creationId xmlns:a16="http://schemas.microsoft.com/office/drawing/2014/main" id="{9B6FDA50-4B9D-47D9-8807-59651FD0D3F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8700" name="Freeform 8">
                <a:extLst>
                  <a:ext uri="{FF2B5EF4-FFF2-40B4-BE49-F238E27FC236}">
                    <a16:creationId xmlns:a16="http://schemas.microsoft.com/office/drawing/2014/main" id="{BFBE3212-C518-48C0-A538-22E13450EE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8701" name="Freeform 9">
                <a:extLst>
                  <a:ext uri="{FF2B5EF4-FFF2-40B4-BE49-F238E27FC236}">
                    <a16:creationId xmlns:a16="http://schemas.microsoft.com/office/drawing/2014/main" id="{DB66EBCA-80AB-4133-A201-9F8134577F3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8702" name="Freeform 10">
                <a:extLst>
                  <a:ext uri="{FF2B5EF4-FFF2-40B4-BE49-F238E27FC236}">
                    <a16:creationId xmlns:a16="http://schemas.microsoft.com/office/drawing/2014/main" id="{BE2107C9-8602-4900-B4B4-D13611B68B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8703" name="Freeform 11">
                <a:extLst>
                  <a:ext uri="{FF2B5EF4-FFF2-40B4-BE49-F238E27FC236}">
                    <a16:creationId xmlns:a16="http://schemas.microsoft.com/office/drawing/2014/main" id="{24B5E7BF-E3D5-41ED-908A-569FA6DE45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8704" name="Freeform 12">
                <a:extLst>
                  <a:ext uri="{FF2B5EF4-FFF2-40B4-BE49-F238E27FC236}">
                    <a16:creationId xmlns:a16="http://schemas.microsoft.com/office/drawing/2014/main" id="{D270C773-B463-4311-BB4C-DC4C44FDAA9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8705" name="Freeform 13">
                <a:extLst>
                  <a:ext uri="{FF2B5EF4-FFF2-40B4-BE49-F238E27FC236}">
                    <a16:creationId xmlns:a16="http://schemas.microsoft.com/office/drawing/2014/main" id="{6BC18564-A239-4C4B-B7D5-4A3769CE3DA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8706" name="Freeform 14">
                <a:extLst>
                  <a:ext uri="{FF2B5EF4-FFF2-40B4-BE49-F238E27FC236}">
                    <a16:creationId xmlns:a16="http://schemas.microsoft.com/office/drawing/2014/main" id="{3D9A7A0F-04F5-4EF6-B884-50AE0610F1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8707" name="Freeform 15">
                <a:extLst>
                  <a:ext uri="{FF2B5EF4-FFF2-40B4-BE49-F238E27FC236}">
                    <a16:creationId xmlns:a16="http://schemas.microsoft.com/office/drawing/2014/main" id="{7E0D4876-341D-4983-815A-4AEDD46F6FD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8708" name="Line 16">
                <a:extLst>
                  <a:ext uri="{FF2B5EF4-FFF2-40B4-BE49-F238E27FC236}">
                    <a16:creationId xmlns:a16="http://schemas.microsoft.com/office/drawing/2014/main" id="{5BEF60E7-344C-49D0-8748-3A3A37BD3F40}"/>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tr-TR"/>
              </a:p>
            </p:txBody>
          </p:sp>
          <p:sp>
            <p:nvSpPr>
              <p:cNvPr id="28709" name="Freeform 17">
                <a:extLst>
                  <a:ext uri="{FF2B5EF4-FFF2-40B4-BE49-F238E27FC236}">
                    <a16:creationId xmlns:a16="http://schemas.microsoft.com/office/drawing/2014/main" id="{FB606D79-EB93-49B4-9387-4302CC9F3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8710" name="Freeform 18">
                <a:extLst>
                  <a:ext uri="{FF2B5EF4-FFF2-40B4-BE49-F238E27FC236}">
                    <a16:creationId xmlns:a16="http://schemas.microsoft.com/office/drawing/2014/main" id="{BF49C646-5DA1-4717-B05F-99AB8E046E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8711" name="Freeform 19">
                <a:extLst>
                  <a:ext uri="{FF2B5EF4-FFF2-40B4-BE49-F238E27FC236}">
                    <a16:creationId xmlns:a16="http://schemas.microsoft.com/office/drawing/2014/main" id="{ADE02A67-7AE8-4FC3-B101-230871F1DF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8712" name="Freeform 20">
                <a:extLst>
                  <a:ext uri="{FF2B5EF4-FFF2-40B4-BE49-F238E27FC236}">
                    <a16:creationId xmlns:a16="http://schemas.microsoft.com/office/drawing/2014/main" id="{72BAD5DE-952F-4D28-96DE-61ECA1FFE2B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8713" name="Rectangle 21">
                <a:extLst>
                  <a:ext uri="{FF2B5EF4-FFF2-40B4-BE49-F238E27FC236}">
                    <a16:creationId xmlns:a16="http://schemas.microsoft.com/office/drawing/2014/main" id="{51BB8E4C-85FF-4480-A425-F9C672FCD70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tr-TR"/>
              </a:p>
            </p:txBody>
          </p:sp>
          <p:sp>
            <p:nvSpPr>
              <p:cNvPr id="28714" name="Freeform 22">
                <a:extLst>
                  <a:ext uri="{FF2B5EF4-FFF2-40B4-BE49-F238E27FC236}">
                    <a16:creationId xmlns:a16="http://schemas.microsoft.com/office/drawing/2014/main" id="{3E649AA8-8534-4C24-BA83-9C0F4D9C09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8715" name="Freeform 23">
                <a:extLst>
                  <a:ext uri="{FF2B5EF4-FFF2-40B4-BE49-F238E27FC236}">
                    <a16:creationId xmlns:a16="http://schemas.microsoft.com/office/drawing/2014/main" id="{3A3C2D0A-7FF6-4F97-99B9-973E5E8381A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8716" name="Freeform 24">
                <a:extLst>
                  <a:ext uri="{FF2B5EF4-FFF2-40B4-BE49-F238E27FC236}">
                    <a16:creationId xmlns:a16="http://schemas.microsoft.com/office/drawing/2014/main" id="{1D33A404-96DB-40D1-A361-5C09D2FF75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8717" name="Freeform 25">
                <a:extLst>
                  <a:ext uri="{FF2B5EF4-FFF2-40B4-BE49-F238E27FC236}">
                    <a16:creationId xmlns:a16="http://schemas.microsoft.com/office/drawing/2014/main" id="{B67A8029-EDD8-46B3-A24F-3484B84ADA1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8718" name="Freeform 26">
                <a:extLst>
                  <a:ext uri="{FF2B5EF4-FFF2-40B4-BE49-F238E27FC236}">
                    <a16:creationId xmlns:a16="http://schemas.microsoft.com/office/drawing/2014/main" id="{2C111128-EAC0-4125-BEAF-48D4861BE2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8719" name="Freeform 27">
                <a:extLst>
                  <a:ext uri="{FF2B5EF4-FFF2-40B4-BE49-F238E27FC236}">
                    <a16:creationId xmlns:a16="http://schemas.microsoft.com/office/drawing/2014/main" id="{90EF503E-0E60-484F-8786-498B524487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8720" name="Freeform 28">
                <a:extLst>
                  <a:ext uri="{FF2B5EF4-FFF2-40B4-BE49-F238E27FC236}">
                    <a16:creationId xmlns:a16="http://schemas.microsoft.com/office/drawing/2014/main" id="{BAEB64C1-8AA2-4861-8AFD-01864EF2384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8721" name="Freeform 29">
                <a:extLst>
                  <a:ext uri="{FF2B5EF4-FFF2-40B4-BE49-F238E27FC236}">
                    <a16:creationId xmlns:a16="http://schemas.microsoft.com/office/drawing/2014/main" id="{7B868A5A-03B3-474C-AB72-31AB04835E7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8722" name="Freeform 30">
                <a:extLst>
                  <a:ext uri="{FF2B5EF4-FFF2-40B4-BE49-F238E27FC236}">
                    <a16:creationId xmlns:a16="http://schemas.microsoft.com/office/drawing/2014/main" id="{C09ACD48-1E0F-4BCB-9028-0B79C43DE5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8723" name="Freeform 31">
                <a:extLst>
                  <a:ext uri="{FF2B5EF4-FFF2-40B4-BE49-F238E27FC236}">
                    <a16:creationId xmlns:a16="http://schemas.microsoft.com/office/drawing/2014/main" id="{B5D4FF3D-341E-4DFE-B4CD-9916246F59D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grpSp>
        <p:grpSp>
          <p:nvGrpSpPr>
            <p:cNvPr id="28686" name="Group 28685">
              <a:extLst>
                <a:ext uri="{FF2B5EF4-FFF2-40B4-BE49-F238E27FC236}">
                  <a16:creationId xmlns:a16="http://schemas.microsoft.com/office/drawing/2014/main" id="{3E7B0719-8F32-457D-83EB-E0A00622B48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28687" name="Freeform 32">
                <a:extLst>
                  <a:ext uri="{FF2B5EF4-FFF2-40B4-BE49-F238E27FC236}">
                    <a16:creationId xmlns:a16="http://schemas.microsoft.com/office/drawing/2014/main" id="{E056FF60-EFE3-4685-95A1-AEDB7F5626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8688" name="Freeform 33">
                <a:extLst>
                  <a:ext uri="{FF2B5EF4-FFF2-40B4-BE49-F238E27FC236}">
                    <a16:creationId xmlns:a16="http://schemas.microsoft.com/office/drawing/2014/main" id="{5E9EA8FB-5CA0-4030-853C-54B49930493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8689" name="Freeform 34">
                <a:extLst>
                  <a:ext uri="{FF2B5EF4-FFF2-40B4-BE49-F238E27FC236}">
                    <a16:creationId xmlns:a16="http://schemas.microsoft.com/office/drawing/2014/main" id="{387B387A-44A6-42A0-BACA-71AC19FCA04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8690" name="Freeform 35">
                <a:extLst>
                  <a:ext uri="{FF2B5EF4-FFF2-40B4-BE49-F238E27FC236}">
                    <a16:creationId xmlns:a16="http://schemas.microsoft.com/office/drawing/2014/main" id="{4424F11E-20C0-4CFE-BE79-CDE4469FED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8691" name="Freeform 36">
                <a:extLst>
                  <a:ext uri="{FF2B5EF4-FFF2-40B4-BE49-F238E27FC236}">
                    <a16:creationId xmlns:a16="http://schemas.microsoft.com/office/drawing/2014/main" id="{7BEDF974-EB25-4769-BDD6-F16430FF2C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8692" name="Freeform 37">
                <a:extLst>
                  <a:ext uri="{FF2B5EF4-FFF2-40B4-BE49-F238E27FC236}">
                    <a16:creationId xmlns:a16="http://schemas.microsoft.com/office/drawing/2014/main" id="{7AD36026-D842-4FF4-905B-CEA8481F55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8693" name="Freeform 38">
                <a:extLst>
                  <a:ext uri="{FF2B5EF4-FFF2-40B4-BE49-F238E27FC236}">
                    <a16:creationId xmlns:a16="http://schemas.microsoft.com/office/drawing/2014/main" id="{5EBAAB58-B39B-410E-97BA-4D33B0A9C0E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8694" name="Freeform 39">
                <a:extLst>
                  <a:ext uri="{FF2B5EF4-FFF2-40B4-BE49-F238E27FC236}">
                    <a16:creationId xmlns:a16="http://schemas.microsoft.com/office/drawing/2014/main" id="{57F900A9-A201-4C4D-9229-14F784AECE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8695" name="Freeform 40">
                <a:extLst>
                  <a:ext uri="{FF2B5EF4-FFF2-40B4-BE49-F238E27FC236}">
                    <a16:creationId xmlns:a16="http://schemas.microsoft.com/office/drawing/2014/main" id="{EFF4B280-5D63-4917-8757-8088E70BA2B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8696" name="Rectangle 41">
                <a:extLst>
                  <a:ext uri="{FF2B5EF4-FFF2-40B4-BE49-F238E27FC236}">
                    <a16:creationId xmlns:a16="http://schemas.microsoft.com/office/drawing/2014/main" id="{9CD67EA3-2BB1-4AE4-AFF9-BE18B6161B6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tr-TR"/>
              </a:p>
            </p:txBody>
          </p:sp>
        </p:grpSp>
      </p:grpSp>
      <p:sp>
        <p:nvSpPr>
          <p:cNvPr id="28674" name="Rectangle 6">
            <a:extLst>
              <a:ext uri="{FF2B5EF4-FFF2-40B4-BE49-F238E27FC236}">
                <a16:creationId xmlns:a16="http://schemas.microsoft.com/office/drawing/2014/main" id="{ADBC6D2F-27E7-20A7-29F6-D752C488F021}"/>
              </a:ext>
            </a:extLst>
          </p:cNvPr>
          <p:cNvSpPr>
            <a:spLocks noGrp="1" noChangeArrowheads="1"/>
          </p:cNvSpPr>
          <p:nvPr>
            <p:ph type="title"/>
          </p:nvPr>
        </p:nvSpPr>
        <p:spPr>
          <a:xfrm>
            <a:off x="5128643" y="618518"/>
            <a:ext cx="6188402" cy="1478570"/>
          </a:xfrm>
        </p:spPr>
        <p:txBody>
          <a:bodyPr vert="horz" lIns="91440" tIns="45720" rIns="91440" bIns="45720" rtlCol="0" anchor="ctr">
            <a:normAutofit/>
          </a:bodyPr>
          <a:lstStyle/>
          <a:p>
            <a:r>
              <a:rPr lang="en-US" altLang="en-US" b="1"/>
              <a:t>Yüzey</a:t>
            </a:r>
            <a:r>
              <a:rPr lang="en-US" altLang="en-US" b="1" dirty="0"/>
              <a:t> </a:t>
            </a:r>
            <a:r>
              <a:rPr lang="en-US" altLang="en-US" b="1"/>
              <a:t>Elektrotları</a:t>
            </a:r>
          </a:p>
        </p:txBody>
      </p:sp>
      <p:sp>
        <p:nvSpPr>
          <p:cNvPr id="28725" name="Round Diagonal Corner Rectangle 6">
            <a:extLst>
              <a:ext uri="{FF2B5EF4-FFF2-40B4-BE49-F238E27FC236}">
                <a16:creationId xmlns:a16="http://schemas.microsoft.com/office/drawing/2014/main" id="{C169E84F-4748-4D61-A105-357962627A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4579" y="808057"/>
            <a:ext cx="3821429" cy="5234394"/>
          </a:xfrm>
          <a:prstGeom prst="round2DiagRect">
            <a:avLst>
              <a:gd name="adj1" fmla="val 11323"/>
              <a:gd name="adj2" fmla="val 0"/>
            </a:avLst>
          </a:prstGeom>
          <a:solidFill>
            <a:srgbClr val="FFFFFF"/>
          </a:solidFill>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8677" name="Picture 10">
            <a:extLst>
              <a:ext uri="{FF2B5EF4-FFF2-40B4-BE49-F238E27FC236}">
                <a16:creationId xmlns:a16="http://schemas.microsoft.com/office/drawing/2014/main" id="{94376C1A-A516-6017-E0DE-1D0D62F3EE60}"/>
              </a:ext>
            </a:extLst>
          </p:cNvPr>
          <p:cNvPicPr>
            <a:picLocks noGrp="1" noChangeAspect="1" noChangeArrowheads="1"/>
          </p:cNvPicPr>
          <p:nvPr>
            <p:ph sz="quarter" idx="3"/>
          </p:nvPr>
        </p:nvPicPr>
        <p:blipFill>
          <a:blip r:embed="rId4">
            <a:extLst>
              <a:ext uri="{28A0092B-C50C-407E-A947-70E740481C1C}">
                <a14:useLocalDpi xmlns:a14="http://schemas.microsoft.com/office/drawing/2010/main" val="0"/>
              </a:ext>
            </a:extLst>
          </a:blip>
          <a:stretch>
            <a:fillRect/>
          </a:stretch>
        </p:blipFill>
        <p:spPr>
          <a:xfrm>
            <a:off x="1126617" y="1188714"/>
            <a:ext cx="3178638" cy="2104168"/>
          </a:xfrm>
          <a:prstGeom prst="rect">
            <a:avLst/>
          </a:prstGeom>
          <a:noFill/>
        </p:spPr>
      </p:pic>
      <p:pic>
        <p:nvPicPr>
          <p:cNvPr id="28676" name="Picture 9">
            <a:extLst>
              <a:ext uri="{FF2B5EF4-FFF2-40B4-BE49-F238E27FC236}">
                <a16:creationId xmlns:a16="http://schemas.microsoft.com/office/drawing/2014/main" id="{26731293-64D8-0FD9-1324-E00DC8D6C346}"/>
              </a:ext>
            </a:extLst>
          </p:cNvPr>
          <p:cNvPicPr>
            <a:picLocks noGrp="1" noChangeAspect="1" noChangeArrowheads="1"/>
          </p:cNvPicPr>
          <p:nvPr>
            <p:ph sz="quarter" idx="2"/>
          </p:nvPr>
        </p:nvPicPr>
        <p:blipFill>
          <a:blip r:embed="rId5">
            <a:extLst>
              <a:ext uri="{28A0092B-C50C-407E-A947-70E740481C1C}">
                <a14:useLocalDpi xmlns:a14="http://schemas.microsoft.com/office/drawing/2010/main" val="0"/>
              </a:ext>
            </a:extLst>
          </a:blip>
          <a:stretch>
            <a:fillRect/>
          </a:stretch>
        </p:blipFill>
        <p:spPr>
          <a:xfrm>
            <a:off x="1126616" y="3848728"/>
            <a:ext cx="3178638" cy="1526027"/>
          </a:xfrm>
          <a:prstGeom prst="rect">
            <a:avLst/>
          </a:prstGeom>
          <a:noFill/>
        </p:spPr>
      </p:pic>
      <p:sp>
        <p:nvSpPr>
          <p:cNvPr id="28675" name="Rectangle 3">
            <a:extLst>
              <a:ext uri="{FF2B5EF4-FFF2-40B4-BE49-F238E27FC236}">
                <a16:creationId xmlns:a16="http://schemas.microsoft.com/office/drawing/2014/main" id="{6F4C2E15-179A-4983-11FF-2E32B3504D4F}"/>
              </a:ext>
            </a:extLst>
          </p:cNvPr>
          <p:cNvSpPr>
            <a:spLocks noGrp="1" noChangeArrowheads="1"/>
          </p:cNvSpPr>
          <p:nvPr>
            <p:ph type="body" sz="half" idx="1"/>
          </p:nvPr>
        </p:nvSpPr>
        <p:spPr>
          <a:xfrm>
            <a:off x="5128643" y="2249487"/>
            <a:ext cx="6188402" cy="3541714"/>
          </a:xfrm>
        </p:spPr>
        <p:txBody>
          <a:bodyPr vert="horz" lIns="91440" tIns="45720" rIns="91440" bIns="45720" rtlCol="0">
            <a:normAutofit/>
          </a:bodyPr>
          <a:lstStyle/>
          <a:p>
            <a:pPr>
              <a:lnSpc>
                <a:spcPct val="110000"/>
              </a:lnSpc>
            </a:pPr>
            <a:r>
              <a:rPr lang="en-US" altLang="en-US" sz="2000" b="1"/>
              <a:t>Tümüyle Atılabilir (Tek Kullanımlık) Elektrot</a:t>
            </a:r>
          </a:p>
          <a:p>
            <a:pPr>
              <a:lnSpc>
                <a:spcPct val="110000"/>
              </a:lnSpc>
            </a:pPr>
            <a:r>
              <a:rPr lang="en-US" altLang="en-US" sz="2000"/>
              <a:t>Bu elektrotlar, EKG ölçümlerinde çok kullanılan ve bir kere kullanıldıktan sonr atılan(disposable) elektrotlardır</a:t>
            </a:r>
          </a:p>
          <a:p>
            <a:pPr>
              <a:lnSpc>
                <a:spcPct val="110000"/>
              </a:lnSpc>
            </a:pPr>
            <a:r>
              <a:rPr lang="en-US" altLang="en-US" sz="2000"/>
              <a:t>Elektrolit, gümüş/gümüşklorür (Ag/AgCl) elektrot tabanının hemen altında, elektroda yapışık durumda, jel emdirilmiş sünger olarak imal edilir.</a:t>
            </a:r>
          </a:p>
          <a:p>
            <a:pPr>
              <a:lnSpc>
                <a:spcPct val="110000"/>
              </a:lnSpc>
            </a:pPr>
            <a:r>
              <a:rPr lang="en-US" altLang="en-US" sz="2000"/>
              <a:t>Bu elektrotların en büyük avantajı hijyenik olmalarıdır. Dolayısıyla temizleme problemi ve başka hastaya mikrop taşıma riski yoktur</a:t>
            </a:r>
          </a:p>
        </p:txBody>
      </p:sp>
      <p:sp>
        <p:nvSpPr>
          <p:cNvPr id="2" name="Alt Bilgi Yer Tutucusu 1">
            <a:extLst>
              <a:ext uri="{FF2B5EF4-FFF2-40B4-BE49-F238E27FC236}">
                <a16:creationId xmlns:a16="http://schemas.microsoft.com/office/drawing/2014/main" id="{C7D5CB3D-697F-8D03-0B56-661F5FF19B6F}"/>
              </a:ext>
            </a:extLst>
          </p:cNvPr>
          <p:cNvSpPr>
            <a:spLocks noGrp="1"/>
          </p:cNvSpPr>
          <p:nvPr>
            <p:ph type="ftr" sz="quarter" idx="11"/>
          </p:nvPr>
        </p:nvSpPr>
        <p:spPr/>
        <p:txBody>
          <a:bodyPr/>
          <a:lstStyle/>
          <a:p>
            <a:pPr>
              <a:defRPr/>
            </a:pPr>
            <a:r>
              <a:rPr lang="en-US" altLang="en-US"/>
              <a:t>MEHMET FATİH KARAKAŞ</a:t>
            </a:r>
          </a:p>
        </p:txBody>
      </p:sp>
    </p:spTree>
    <p:extLst>
      <p:ext uri="{BB962C8B-B14F-4D97-AF65-F5344CB8AC3E}">
        <p14:creationId xmlns:p14="http://schemas.microsoft.com/office/powerpoint/2010/main" val="6272459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pic>
        <p:nvPicPr>
          <p:cNvPr id="29706" name="Picture 2">
            <a:extLst>
              <a:ext uri="{FF2B5EF4-FFF2-40B4-BE49-F238E27FC236}">
                <a16:creationId xmlns:a16="http://schemas.microsoft.com/office/drawing/2014/main" id="{FD3BFD04-77D1-4FB5-A159-35084E2C614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6="http://schemas.microsoft.com/office/drawing/2014/main" xmlns:p14="http://schemas.microsoft.com/office/powerpoint/2010/main" xmlns:a14="http://schemas.microsoft.com/office/drawing/2010/main">
                <a:solidFill>
                  <a:srgbClr val="FFFFFF"/>
                </a:solidFill>
              </a14:hiddenFill>
            </a:ext>
          </a:extLst>
        </p:spPr>
      </p:pic>
      <p:grpSp>
        <p:nvGrpSpPr>
          <p:cNvPr id="29708" name="Group 29707">
            <a:extLst>
              <a:ext uri="{FF2B5EF4-FFF2-40B4-BE49-F238E27FC236}">
                <a16:creationId xmlns:a16="http://schemas.microsoft.com/office/drawing/2014/main" id="{30B85FB2-B686-4546-B01D-17A122BACAF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053888" cy="6858001"/>
            <a:chOff x="-14288" y="0"/>
            <a:chExt cx="12053888" cy="6858001"/>
          </a:xfrm>
        </p:grpSpPr>
        <p:grpSp>
          <p:nvGrpSpPr>
            <p:cNvPr id="29709" name="Group 29708">
              <a:extLst>
                <a:ext uri="{FF2B5EF4-FFF2-40B4-BE49-F238E27FC236}">
                  <a16:creationId xmlns:a16="http://schemas.microsoft.com/office/drawing/2014/main" id="{45CCB97F-DB3B-4939-ABF0-CEDED724964E}"/>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9721" name="Rectangle 5">
                <a:extLst>
                  <a:ext uri="{FF2B5EF4-FFF2-40B4-BE49-F238E27FC236}">
                    <a16:creationId xmlns:a16="http://schemas.microsoft.com/office/drawing/2014/main" id="{9DEDF1F5-B144-4E61-A93B-DF131E62CEFA}"/>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tr-TR"/>
              </a:p>
            </p:txBody>
          </p:sp>
          <p:sp>
            <p:nvSpPr>
              <p:cNvPr id="29722" name="Freeform 6">
                <a:extLst>
                  <a:ext uri="{FF2B5EF4-FFF2-40B4-BE49-F238E27FC236}">
                    <a16:creationId xmlns:a16="http://schemas.microsoft.com/office/drawing/2014/main" id="{AB937A00-7D28-489C-BF2D-85C9FE13301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9723" name="Freeform 7">
                <a:extLst>
                  <a:ext uri="{FF2B5EF4-FFF2-40B4-BE49-F238E27FC236}">
                    <a16:creationId xmlns:a16="http://schemas.microsoft.com/office/drawing/2014/main" id="{9B6FDA50-4B9D-47D9-8807-59651FD0D3F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9724" name="Freeform 8">
                <a:extLst>
                  <a:ext uri="{FF2B5EF4-FFF2-40B4-BE49-F238E27FC236}">
                    <a16:creationId xmlns:a16="http://schemas.microsoft.com/office/drawing/2014/main" id="{BFBE3212-C518-48C0-A538-22E13450EE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9725" name="Freeform 9">
                <a:extLst>
                  <a:ext uri="{FF2B5EF4-FFF2-40B4-BE49-F238E27FC236}">
                    <a16:creationId xmlns:a16="http://schemas.microsoft.com/office/drawing/2014/main" id="{DB66EBCA-80AB-4133-A201-9F8134577F3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9726" name="Freeform 10">
                <a:extLst>
                  <a:ext uri="{FF2B5EF4-FFF2-40B4-BE49-F238E27FC236}">
                    <a16:creationId xmlns:a16="http://schemas.microsoft.com/office/drawing/2014/main" id="{BE2107C9-8602-4900-B4B4-D13611B68B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9727" name="Freeform 11">
                <a:extLst>
                  <a:ext uri="{FF2B5EF4-FFF2-40B4-BE49-F238E27FC236}">
                    <a16:creationId xmlns:a16="http://schemas.microsoft.com/office/drawing/2014/main" id="{24B5E7BF-E3D5-41ED-908A-569FA6DE45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9728" name="Freeform 12">
                <a:extLst>
                  <a:ext uri="{FF2B5EF4-FFF2-40B4-BE49-F238E27FC236}">
                    <a16:creationId xmlns:a16="http://schemas.microsoft.com/office/drawing/2014/main" id="{D270C773-B463-4311-BB4C-DC4C44FDAA9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9729" name="Freeform 13">
                <a:extLst>
                  <a:ext uri="{FF2B5EF4-FFF2-40B4-BE49-F238E27FC236}">
                    <a16:creationId xmlns:a16="http://schemas.microsoft.com/office/drawing/2014/main" id="{6BC18564-A239-4C4B-B7D5-4A3769CE3DA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9730" name="Freeform 14">
                <a:extLst>
                  <a:ext uri="{FF2B5EF4-FFF2-40B4-BE49-F238E27FC236}">
                    <a16:creationId xmlns:a16="http://schemas.microsoft.com/office/drawing/2014/main" id="{3D9A7A0F-04F5-4EF6-B884-50AE0610F1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9731" name="Freeform 15">
                <a:extLst>
                  <a:ext uri="{FF2B5EF4-FFF2-40B4-BE49-F238E27FC236}">
                    <a16:creationId xmlns:a16="http://schemas.microsoft.com/office/drawing/2014/main" id="{7E0D4876-341D-4983-815A-4AEDD46F6FD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9732" name="Line 16">
                <a:extLst>
                  <a:ext uri="{FF2B5EF4-FFF2-40B4-BE49-F238E27FC236}">
                    <a16:creationId xmlns:a16="http://schemas.microsoft.com/office/drawing/2014/main" id="{5BEF60E7-344C-49D0-8748-3A3A37BD3F40}"/>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tr-TR"/>
              </a:p>
            </p:txBody>
          </p:sp>
          <p:sp>
            <p:nvSpPr>
              <p:cNvPr id="29733" name="Freeform 17">
                <a:extLst>
                  <a:ext uri="{FF2B5EF4-FFF2-40B4-BE49-F238E27FC236}">
                    <a16:creationId xmlns:a16="http://schemas.microsoft.com/office/drawing/2014/main" id="{FB606D79-EB93-49B4-9387-4302CC9F3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9734" name="Freeform 18">
                <a:extLst>
                  <a:ext uri="{FF2B5EF4-FFF2-40B4-BE49-F238E27FC236}">
                    <a16:creationId xmlns:a16="http://schemas.microsoft.com/office/drawing/2014/main" id="{BF49C646-5DA1-4717-B05F-99AB8E046E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9735" name="Freeform 19">
                <a:extLst>
                  <a:ext uri="{FF2B5EF4-FFF2-40B4-BE49-F238E27FC236}">
                    <a16:creationId xmlns:a16="http://schemas.microsoft.com/office/drawing/2014/main" id="{ADE02A67-7AE8-4FC3-B101-230871F1DF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9736" name="Freeform 20">
                <a:extLst>
                  <a:ext uri="{FF2B5EF4-FFF2-40B4-BE49-F238E27FC236}">
                    <a16:creationId xmlns:a16="http://schemas.microsoft.com/office/drawing/2014/main" id="{72BAD5DE-952F-4D28-96DE-61ECA1FFE2B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9737" name="Rectangle 21">
                <a:extLst>
                  <a:ext uri="{FF2B5EF4-FFF2-40B4-BE49-F238E27FC236}">
                    <a16:creationId xmlns:a16="http://schemas.microsoft.com/office/drawing/2014/main" id="{51BB8E4C-85FF-4480-A425-F9C672FCD70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tr-TR"/>
              </a:p>
            </p:txBody>
          </p:sp>
          <p:sp>
            <p:nvSpPr>
              <p:cNvPr id="29738" name="Freeform 22">
                <a:extLst>
                  <a:ext uri="{FF2B5EF4-FFF2-40B4-BE49-F238E27FC236}">
                    <a16:creationId xmlns:a16="http://schemas.microsoft.com/office/drawing/2014/main" id="{3E649AA8-8534-4C24-BA83-9C0F4D9C09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9739" name="Freeform 23">
                <a:extLst>
                  <a:ext uri="{FF2B5EF4-FFF2-40B4-BE49-F238E27FC236}">
                    <a16:creationId xmlns:a16="http://schemas.microsoft.com/office/drawing/2014/main" id="{3A3C2D0A-7FF6-4F97-99B9-973E5E8381A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9740" name="Freeform 24">
                <a:extLst>
                  <a:ext uri="{FF2B5EF4-FFF2-40B4-BE49-F238E27FC236}">
                    <a16:creationId xmlns:a16="http://schemas.microsoft.com/office/drawing/2014/main" id="{1D33A404-96DB-40D1-A361-5C09D2FF75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9741" name="Freeform 25">
                <a:extLst>
                  <a:ext uri="{FF2B5EF4-FFF2-40B4-BE49-F238E27FC236}">
                    <a16:creationId xmlns:a16="http://schemas.microsoft.com/office/drawing/2014/main" id="{B67A8029-EDD8-46B3-A24F-3484B84ADA1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9742" name="Freeform 26">
                <a:extLst>
                  <a:ext uri="{FF2B5EF4-FFF2-40B4-BE49-F238E27FC236}">
                    <a16:creationId xmlns:a16="http://schemas.microsoft.com/office/drawing/2014/main" id="{2C111128-EAC0-4125-BEAF-48D4861BE2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9743" name="Freeform 27">
                <a:extLst>
                  <a:ext uri="{FF2B5EF4-FFF2-40B4-BE49-F238E27FC236}">
                    <a16:creationId xmlns:a16="http://schemas.microsoft.com/office/drawing/2014/main" id="{90EF503E-0E60-484F-8786-498B524487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9744" name="Freeform 28">
                <a:extLst>
                  <a:ext uri="{FF2B5EF4-FFF2-40B4-BE49-F238E27FC236}">
                    <a16:creationId xmlns:a16="http://schemas.microsoft.com/office/drawing/2014/main" id="{BAEB64C1-8AA2-4861-8AFD-01864EF2384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9745" name="Freeform 29">
                <a:extLst>
                  <a:ext uri="{FF2B5EF4-FFF2-40B4-BE49-F238E27FC236}">
                    <a16:creationId xmlns:a16="http://schemas.microsoft.com/office/drawing/2014/main" id="{7B868A5A-03B3-474C-AB72-31AB04835E7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9746" name="Freeform 30">
                <a:extLst>
                  <a:ext uri="{FF2B5EF4-FFF2-40B4-BE49-F238E27FC236}">
                    <a16:creationId xmlns:a16="http://schemas.microsoft.com/office/drawing/2014/main" id="{C09ACD48-1E0F-4BCB-9028-0B79C43DE5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9747" name="Freeform 31">
                <a:extLst>
                  <a:ext uri="{FF2B5EF4-FFF2-40B4-BE49-F238E27FC236}">
                    <a16:creationId xmlns:a16="http://schemas.microsoft.com/office/drawing/2014/main" id="{B5D4FF3D-341E-4DFE-B4CD-9916246F59D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grpSp>
        <p:grpSp>
          <p:nvGrpSpPr>
            <p:cNvPr id="29710" name="Group 29709">
              <a:extLst>
                <a:ext uri="{FF2B5EF4-FFF2-40B4-BE49-F238E27FC236}">
                  <a16:creationId xmlns:a16="http://schemas.microsoft.com/office/drawing/2014/main" id="{3E7B0719-8F32-457D-83EB-E0A00622B48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29711" name="Freeform 32">
                <a:extLst>
                  <a:ext uri="{FF2B5EF4-FFF2-40B4-BE49-F238E27FC236}">
                    <a16:creationId xmlns:a16="http://schemas.microsoft.com/office/drawing/2014/main" id="{E056FF60-EFE3-4685-95A1-AEDB7F5626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9712" name="Freeform 33">
                <a:extLst>
                  <a:ext uri="{FF2B5EF4-FFF2-40B4-BE49-F238E27FC236}">
                    <a16:creationId xmlns:a16="http://schemas.microsoft.com/office/drawing/2014/main" id="{5E9EA8FB-5CA0-4030-853C-54B49930493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9713" name="Freeform 34">
                <a:extLst>
                  <a:ext uri="{FF2B5EF4-FFF2-40B4-BE49-F238E27FC236}">
                    <a16:creationId xmlns:a16="http://schemas.microsoft.com/office/drawing/2014/main" id="{387B387A-44A6-42A0-BACA-71AC19FCA04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9714" name="Freeform 35">
                <a:extLst>
                  <a:ext uri="{FF2B5EF4-FFF2-40B4-BE49-F238E27FC236}">
                    <a16:creationId xmlns:a16="http://schemas.microsoft.com/office/drawing/2014/main" id="{4424F11E-20C0-4CFE-BE79-CDE4469FED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9715" name="Freeform 36">
                <a:extLst>
                  <a:ext uri="{FF2B5EF4-FFF2-40B4-BE49-F238E27FC236}">
                    <a16:creationId xmlns:a16="http://schemas.microsoft.com/office/drawing/2014/main" id="{7BEDF974-EB25-4769-BDD6-F16430FF2C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9716" name="Freeform 37">
                <a:extLst>
                  <a:ext uri="{FF2B5EF4-FFF2-40B4-BE49-F238E27FC236}">
                    <a16:creationId xmlns:a16="http://schemas.microsoft.com/office/drawing/2014/main" id="{7AD36026-D842-4FF4-905B-CEA8481F55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9717" name="Freeform 38">
                <a:extLst>
                  <a:ext uri="{FF2B5EF4-FFF2-40B4-BE49-F238E27FC236}">
                    <a16:creationId xmlns:a16="http://schemas.microsoft.com/office/drawing/2014/main" id="{5EBAAB58-B39B-410E-97BA-4D33B0A9C0E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9718" name="Freeform 39">
                <a:extLst>
                  <a:ext uri="{FF2B5EF4-FFF2-40B4-BE49-F238E27FC236}">
                    <a16:creationId xmlns:a16="http://schemas.microsoft.com/office/drawing/2014/main" id="{57F900A9-A201-4C4D-9229-14F784AECE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9719" name="Freeform 40">
                <a:extLst>
                  <a:ext uri="{FF2B5EF4-FFF2-40B4-BE49-F238E27FC236}">
                    <a16:creationId xmlns:a16="http://schemas.microsoft.com/office/drawing/2014/main" id="{EFF4B280-5D63-4917-8757-8088E70BA2B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9720" name="Rectangle 41">
                <a:extLst>
                  <a:ext uri="{FF2B5EF4-FFF2-40B4-BE49-F238E27FC236}">
                    <a16:creationId xmlns:a16="http://schemas.microsoft.com/office/drawing/2014/main" id="{9CD67EA3-2BB1-4AE4-AFF9-BE18B6161B6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tr-TR"/>
              </a:p>
            </p:txBody>
          </p:sp>
        </p:grpSp>
      </p:grpSp>
      <p:sp>
        <p:nvSpPr>
          <p:cNvPr id="29698" name="Rectangle 4">
            <a:extLst>
              <a:ext uri="{FF2B5EF4-FFF2-40B4-BE49-F238E27FC236}">
                <a16:creationId xmlns:a16="http://schemas.microsoft.com/office/drawing/2014/main" id="{81873DBB-6FCC-8655-36DF-CE299FF6DAFD}"/>
              </a:ext>
            </a:extLst>
          </p:cNvPr>
          <p:cNvSpPr>
            <a:spLocks noGrp="1" noChangeArrowheads="1"/>
          </p:cNvSpPr>
          <p:nvPr>
            <p:ph type="title"/>
          </p:nvPr>
        </p:nvSpPr>
        <p:spPr>
          <a:xfrm>
            <a:off x="5128643" y="618518"/>
            <a:ext cx="6188402" cy="1478570"/>
          </a:xfrm>
        </p:spPr>
        <p:txBody>
          <a:bodyPr vert="horz" lIns="91440" tIns="45720" rIns="91440" bIns="45720" rtlCol="0" anchor="ctr">
            <a:normAutofit/>
          </a:bodyPr>
          <a:lstStyle/>
          <a:p>
            <a:r>
              <a:rPr lang="en-US" altLang="en-US" b="1"/>
              <a:t>Yüzey Elektrotları</a:t>
            </a:r>
          </a:p>
        </p:txBody>
      </p:sp>
      <p:sp>
        <p:nvSpPr>
          <p:cNvPr id="29749" name="Round Diagonal Corner Rectangle 6">
            <a:extLst>
              <a:ext uri="{FF2B5EF4-FFF2-40B4-BE49-F238E27FC236}">
                <a16:creationId xmlns:a16="http://schemas.microsoft.com/office/drawing/2014/main" id="{C169E84F-4748-4D61-A105-357962627A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4579" y="808057"/>
            <a:ext cx="3821429" cy="5234394"/>
          </a:xfrm>
          <a:prstGeom prst="round2DiagRect">
            <a:avLst>
              <a:gd name="adj1" fmla="val 11323"/>
              <a:gd name="adj2" fmla="val 0"/>
            </a:avLst>
          </a:prstGeom>
          <a:solidFill>
            <a:srgbClr val="FFFFFF"/>
          </a:solidFill>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9701" name="Picture 9">
            <a:extLst>
              <a:ext uri="{FF2B5EF4-FFF2-40B4-BE49-F238E27FC236}">
                <a16:creationId xmlns:a16="http://schemas.microsoft.com/office/drawing/2014/main" id="{359F07F7-9F89-8456-AA50-6E6214ADFCEA}"/>
              </a:ext>
            </a:extLst>
          </p:cNvPr>
          <p:cNvPicPr>
            <a:picLocks noGrp="1" noChangeAspect="1" noChangeArrowheads="1"/>
          </p:cNvPicPr>
          <p:nvPr>
            <p:ph sz="quarter" idx="3"/>
          </p:nvPr>
        </p:nvPicPr>
        <p:blipFill>
          <a:blip r:embed="rId4">
            <a:extLst>
              <a:ext uri="{28A0092B-C50C-407E-A947-70E740481C1C}">
                <a14:useLocalDpi xmlns:a14="http://schemas.microsoft.com/office/drawing/2010/main" val="0"/>
              </a:ext>
            </a:extLst>
          </a:blip>
          <a:stretch>
            <a:fillRect/>
          </a:stretch>
        </p:blipFill>
        <p:spPr>
          <a:xfrm>
            <a:off x="1550193" y="1137622"/>
            <a:ext cx="2331485" cy="2206352"/>
          </a:xfrm>
          <a:prstGeom prst="rect">
            <a:avLst/>
          </a:prstGeom>
          <a:noFill/>
        </p:spPr>
      </p:pic>
      <p:pic>
        <p:nvPicPr>
          <p:cNvPr id="29700" name="Picture 8">
            <a:extLst>
              <a:ext uri="{FF2B5EF4-FFF2-40B4-BE49-F238E27FC236}">
                <a16:creationId xmlns:a16="http://schemas.microsoft.com/office/drawing/2014/main" id="{E9DAE8CF-3A8F-6E47-CD9F-A51DE19B9CC5}"/>
              </a:ext>
            </a:extLst>
          </p:cNvPr>
          <p:cNvPicPr>
            <a:picLocks noGrp="1" noChangeAspect="1" noChangeArrowheads="1"/>
          </p:cNvPicPr>
          <p:nvPr>
            <p:ph sz="quarter" idx="2"/>
          </p:nvPr>
        </p:nvPicPr>
        <p:blipFill>
          <a:blip r:embed="rId5">
            <a:extLst>
              <a:ext uri="{28A0092B-C50C-407E-A947-70E740481C1C}">
                <a14:useLocalDpi xmlns:a14="http://schemas.microsoft.com/office/drawing/2010/main" val="0"/>
              </a:ext>
            </a:extLst>
          </a:blip>
          <a:stretch>
            <a:fillRect/>
          </a:stretch>
        </p:blipFill>
        <p:spPr>
          <a:xfrm>
            <a:off x="1126616" y="3708459"/>
            <a:ext cx="3178638" cy="1806564"/>
          </a:xfrm>
          <a:prstGeom prst="rect">
            <a:avLst/>
          </a:prstGeom>
          <a:noFill/>
        </p:spPr>
      </p:pic>
      <p:sp>
        <p:nvSpPr>
          <p:cNvPr id="29699" name="Rectangle 3">
            <a:extLst>
              <a:ext uri="{FF2B5EF4-FFF2-40B4-BE49-F238E27FC236}">
                <a16:creationId xmlns:a16="http://schemas.microsoft.com/office/drawing/2014/main" id="{E7F89684-C477-FF04-88AE-B4D5759580DE}"/>
              </a:ext>
            </a:extLst>
          </p:cNvPr>
          <p:cNvSpPr>
            <a:spLocks noGrp="1" noChangeArrowheads="1"/>
          </p:cNvSpPr>
          <p:nvPr>
            <p:ph type="body" sz="half" idx="1"/>
          </p:nvPr>
        </p:nvSpPr>
        <p:spPr>
          <a:xfrm>
            <a:off x="5128643" y="2249487"/>
            <a:ext cx="6188402" cy="3541714"/>
          </a:xfrm>
        </p:spPr>
        <p:txBody>
          <a:bodyPr vert="horz" lIns="91440" tIns="45720" rIns="91440" bIns="45720" rtlCol="0">
            <a:normAutofit/>
          </a:bodyPr>
          <a:lstStyle/>
          <a:p>
            <a:pPr>
              <a:lnSpc>
                <a:spcPct val="110000"/>
              </a:lnSpc>
            </a:pPr>
            <a:r>
              <a:rPr lang="en-US" altLang="en-US" sz="1900" b="1"/>
              <a:t>Bükülebilir (Flexible) Elektrotlar</a:t>
            </a:r>
          </a:p>
          <a:p>
            <a:pPr>
              <a:lnSpc>
                <a:spcPct val="110000"/>
              </a:lnSpc>
            </a:pPr>
            <a:r>
              <a:rPr lang="en-US" altLang="en-US" sz="1900"/>
              <a:t>Bu türden bir elektrot, düz olmayan vücut yüzeyinin şeklini alacak biçimde bükülüp esneyebilmektedir. Çok kullanılan tipi, bir yüzü kısmen gümüş (Ag) teller ile örülmüş, yapışabilir özelliğe sahip olan bir bant şeklinde olanıdır.</a:t>
            </a:r>
          </a:p>
          <a:p>
            <a:pPr>
              <a:lnSpc>
                <a:spcPct val="110000"/>
              </a:lnSpc>
            </a:pPr>
            <a:r>
              <a:rPr lang="en-US" altLang="en-US" sz="1900"/>
              <a:t>Hastanın günlük hareketlerini etkilemeyecek ve kısıtlamayacak esneklikte olanları vardır. </a:t>
            </a:r>
          </a:p>
          <a:p>
            <a:pPr>
              <a:lnSpc>
                <a:spcPct val="110000"/>
              </a:lnSpc>
            </a:pPr>
            <a:r>
              <a:rPr lang="en-US" altLang="en-US" sz="1900"/>
              <a:t>Bu elektrotların, elbise altında kullanılan tipleri olduğu gibi elbiseye iliştirilerek kullanılan tipleri de vardır.</a:t>
            </a:r>
          </a:p>
        </p:txBody>
      </p:sp>
      <p:sp>
        <p:nvSpPr>
          <p:cNvPr id="2" name="Alt Bilgi Yer Tutucusu 1">
            <a:extLst>
              <a:ext uri="{FF2B5EF4-FFF2-40B4-BE49-F238E27FC236}">
                <a16:creationId xmlns:a16="http://schemas.microsoft.com/office/drawing/2014/main" id="{F46E8173-C4EF-A7A3-07D8-B8CF6B754E56}"/>
              </a:ext>
            </a:extLst>
          </p:cNvPr>
          <p:cNvSpPr>
            <a:spLocks noGrp="1"/>
          </p:cNvSpPr>
          <p:nvPr>
            <p:ph type="ftr" sz="quarter" idx="11"/>
          </p:nvPr>
        </p:nvSpPr>
        <p:spPr/>
        <p:txBody>
          <a:bodyPr/>
          <a:lstStyle/>
          <a:p>
            <a:pPr>
              <a:defRPr/>
            </a:pPr>
            <a:r>
              <a:rPr lang="en-US" altLang="en-US"/>
              <a:t>MEHMET FATİH KARAKAŞ</a:t>
            </a:r>
          </a:p>
        </p:txBody>
      </p:sp>
    </p:spTree>
    <p:extLst>
      <p:ext uri="{BB962C8B-B14F-4D97-AF65-F5344CB8AC3E}">
        <p14:creationId xmlns:p14="http://schemas.microsoft.com/office/powerpoint/2010/main" val="338974487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28" name="Rectangle 30727">
            <a:extLst>
              <a:ext uri="{FF2B5EF4-FFF2-40B4-BE49-F238E27FC236}">
                <a16:creationId xmlns:a16="http://schemas.microsoft.com/office/drawing/2014/main" id="{046B922C-5BA7-4973-B12F-71A509E4BF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grpSp>
        <p:nvGrpSpPr>
          <p:cNvPr id="30730" name="Group 30729">
            <a:extLst>
              <a:ext uri="{FF2B5EF4-FFF2-40B4-BE49-F238E27FC236}">
                <a16:creationId xmlns:a16="http://schemas.microsoft.com/office/drawing/2014/main" id="{96D34D8D-9EE9-4659-8C22-7551A95F96F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1902285" cy="6858001"/>
            <a:chOff x="0" y="0"/>
            <a:chExt cx="11902285" cy="6858001"/>
          </a:xfrm>
        </p:grpSpPr>
        <p:grpSp>
          <p:nvGrpSpPr>
            <p:cNvPr id="30731" name="Group 30730">
              <a:extLst>
                <a:ext uri="{FF2B5EF4-FFF2-40B4-BE49-F238E27FC236}">
                  <a16:creationId xmlns:a16="http://schemas.microsoft.com/office/drawing/2014/main" id="{3CA93C16-1147-4EB3-B4E7-3C43102494D0}"/>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0" y="0"/>
              <a:ext cx="1220788" cy="6858001"/>
              <a:chOff x="-14288" y="0"/>
              <a:chExt cx="1220788" cy="6858001"/>
            </a:xfrm>
            <a:gradFill flip="none" rotWithShape="1">
              <a:gsLst>
                <a:gs pos="0">
                  <a:schemeClr val="bg2"/>
                </a:gs>
                <a:gs pos="100000">
                  <a:schemeClr val="tx2">
                    <a:lumMod val="60000"/>
                    <a:lumOff val="40000"/>
                  </a:schemeClr>
                </a:gs>
              </a:gsLst>
              <a:lin ang="5400000" scaled="0"/>
              <a:tileRect/>
            </a:gradFill>
          </p:grpSpPr>
          <p:sp>
            <p:nvSpPr>
              <p:cNvPr id="30743" name="Rectangle 5">
                <a:extLst>
                  <a:ext uri="{FF2B5EF4-FFF2-40B4-BE49-F238E27FC236}">
                    <a16:creationId xmlns:a16="http://schemas.microsoft.com/office/drawing/2014/main" id="{C4779968-92AF-4B85-8C27-EBBFE1D69904}"/>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tr-TR"/>
              </a:p>
            </p:txBody>
          </p:sp>
          <p:sp>
            <p:nvSpPr>
              <p:cNvPr id="30744" name="Freeform 6">
                <a:extLst>
                  <a:ext uri="{FF2B5EF4-FFF2-40B4-BE49-F238E27FC236}">
                    <a16:creationId xmlns:a16="http://schemas.microsoft.com/office/drawing/2014/main" id="{2C43E18D-7024-4F17-A664-E23BFBC12B7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0745" name="Freeform 7">
                <a:extLst>
                  <a:ext uri="{FF2B5EF4-FFF2-40B4-BE49-F238E27FC236}">
                    <a16:creationId xmlns:a16="http://schemas.microsoft.com/office/drawing/2014/main" id="{CA2ACEBA-081B-4B0B-AFB1-C596B834FDA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0746" name="Freeform 8">
                <a:extLst>
                  <a:ext uri="{FF2B5EF4-FFF2-40B4-BE49-F238E27FC236}">
                    <a16:creationId xmlns:a16="http://schemas.microsoft.com/office/drawing/2014/main" id="{2AFBB163-514B-493A-983F-8BE96848F9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0747" name="Freeform 9">
                <a:extLst>
                  <a:ext uri="{FF2B5EF4-FFF2-40B4-BE49-F238E27FC236}">
                    <a16:creationId xmlns:a16="http://schemas.microsoft.com/office/drawing/2014/main" id="{7720326C-7DB1-4745-9015-3FA6990855B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0748" name="Freeform 10">
                <a:extLst>
                  <a:ext uri="{FF2B5EF4-FFF2-40B4-BE49-F238E27FC236}">
                    <a16:creationId xmlns:a16="http://schemas.microsoft.com/office/drawing/2014/main" id="{01D5FBDC-A284-440B-8D5F-84287B0A25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0749" name="Freeform 11">
                <a:extLst>
                  <a:ext uri="{FF2B5EF4-FFF2-40B4-BE49-F238E27FC236}">
                    <a16:creationId xmlns:a16="http://schemas.microsoft.com/office/drawing/2014/main" id="{517CE611-1CB0-442B-8998-98487209B0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0750" name="Freeform 12">
                <a:extLst>
                  <a:ext uri="{FF2B5EF4-FFF2-40B4-BE49-F238E27FC236}">
                    <a16:creationId xmlns:a16="http://schemas.microsoft.com/office/drawing/2014/main" id="{EF0F0E46-9222-4FCF-A79E-9B4953C6F07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0751" name="Freeform 13">
                <a:extLst>
                  <a:ext uri="{FF2B5EF4-FFF2-40B4-BE49-F238E27FC236}">
                    <a16:creationId xmlns:a16="http://schemas.microsoft.com/office/drawing/2014/main" id="{371A87C3-0804-4AB9-8EAD-FBFF597ED82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0752" name="Freeform 14">
                <a:extLst>
                  <a:ext uri="{FF2B5EF4-FFF2-40B4-BE49-F238E27FC236}">
                    <a16:creationId xmlns:a16="http://schemas.microsoft.com/office/drawing/2014/main" id="{89F39433-8BC3-48D6-B705-F951DBDAAB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0753" name="Freeform 15">
                <a:extLst>
                  <a:ext uri="{FF2B5EF4-FFF2-40B4-BE49-F238E27FC236}">
                    <a16:creationId xmlns:a16="http://schemas.microsoft.com/office/drawing/2014/main" id="{AE671C9D-E91C-4143-A422-273B2F53F69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0754" name="Line 16">
                <a:extLst>
                  <a:ext uri="{FF2B5EF4-FFF2-40B4-BE49-F238E27FC236}">
                    <a16:creationId xmlns:a16="http://schemas.microsoft.com/office/drawing/2014/main" id="{83A72EA3-8833-41C6-9333-6A04C1C08DFB}"/>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tr-TR"/>
              </a:p>
            </p:txBody>
          </p:sp>
          <p:sp>
            <p:nvSpPr>
              <p:cNvPr id="30755" name="Freeform 17">
                <a:extLst>
                  <a:ext uri="{FF2B5EF4-FFF2-40B4-BE49-F238E27FC236}">
                    <a16:creationId xmlns:a16="http://schemas.microsoft.com/office/drawing/2014/main" id="{2C0D7AAB-DC9C-4B37-A50E-A7185DE92E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0756" name="Freeform 18">
                <a:extLst>
                  <a:ext uri="{FF2B5EF4-FFF2-40B4-BE49-F238E27FC236}">
                    <a16:creationId xmlns:a16="http://schemas.microsoft.com/office/drawing/2014/main" id="{6E7D9D6B-3455-4363-934B-FA2D6829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0757" name="Freeform 19">
                <a:extLst>
                  <a:ext uri="{FF2B5EF4-FFF2-40B4-BE49-F238E27FC236}">
                    <a16:creationId xmlns:a16="http://schemas.microsoft.com/office/drawing/2014/main" id="{FFFFCA54-2217-4DAE-B791-4A6CA7DE0B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0758" name="Freeform 20">
                <a:extLst>
                  <a:ext uri="{FF2B5EF4-FFF2-40B4-BE49-F238E27FC236}">
                    <a16:creationId xmlns:a16="http://schemas.microsoft.com/office/drawing/2014/main" id="{BAE43BA5-C104-4FBB-B1C6-C210D3CC532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0759" name="Rectangle 21">
                <a:extLst>
                  <a:ext uri="{FF2B5EF4-FFF2-40B4-BE49-F238E27FC236}">
                    <a16:creationId xmlns:a16="http://schemas.microsoft.com/office/drawing/2014/main" id="{3BDB2330-DF01-460D-83FB-00C37965CD5A}"/>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tr-TR"/>
              </a:p>
            </p:txBody>
          </p:sp>
          <p:sp>
            <p:nvSpPr>
              <p:cNvPr id="30760" name="Freeform 22">
                <a:extLst>
                  <a:ext uri="{FF2B5EF4-FFF2-40B4-BE49-F238E27FC236}">
                    <a16:creationId xmlns:a16="http://schemas.microsoft.com/office/drawing/2014/main" id="{51261093-9B7F-4406-B2F8-0F5BE7676A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0761" name="Freeform 23">
                <a:extLst>
                  <a:ext uri="{FF2B5EF4-FFF2-40B4-BE49-F238E27FC236}">
                    <a16:creationId xmlns:a16="http://schemas.microsoft.com/office/drawing/2014/main" id="{9971E195-2AB6-4CB6-9BD7-A8407B5C809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0762" name="Freeform 24">
                <a:extLst>
                  <a:ext uri="{FF2B5EF4-FFF2-40B4-BE49-F238E27FC236}">
                    <a16:creationId xmlns:a16="http://schemas.microsoft.com/office/drawing/2014/main" id="{A3D843E7-8A86-4676-9C98-DECE0DFF67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0763" name="Freeform 25">
                <a:extLst>
                  <a:ext uri="{FF2B5EF4-FFF2-40B4-BE49-F238E27FC236}">
                    <a16:creationId xmlns:a16="http://schemas.microsoft.com/office/drawing/2014/main" id="{FAF42817-AB3E-40FA-997F-EAC1411F465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0764" name="Freeform 26">
                <a:extLst>
                  <a:ext uri="{FF2B5EF4-FFF2-40B4-BE49-F238E27FC236}">
                    <a16:creationId xmlns:a16="http://schemas.microsoft.com/office/drawing/2014/main" id="{50ED3298-A6DC-4825-93B1-68DB8CB629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0765" name="Freeform 27">
                <a:extLst>
                  <a:ext uri="{FF2B5EF4-FFF2-40B4-BE49-F238E27FC236}">
                    <a16:creationId xmlns:a16="http://schemas.microsoft.com/office/drawing/2014/main" id="{2B951778-3B6B-4BB9-9D89-2ED650C820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0766" name="Freeform 28">
                <a:extLst>
                  <a:ext uri="{FF2B5EF4-FFF2-40B4-BE49-F238E27FC236}">
                    <a16:creationId xmlns:a16="http://schemas.microsoft.com/office/drawing/2014/main" id="{8F3ED9A8-A83F-463A-8C2E-E83977D9A9C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0767" name="Freeform 29">
                <a:extLst>
                  <a:ext uri="{FF2B5EF4-FFF2-40B4-BE49-F238E27FC236}">
                    <a16:creationId xmlns:a16="http://schemas.microsoft.com/office/drawing/2014/main" id="{9A0C113E-781D-4083-86C0-EC936092D27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0768" name="Freeform 30">
                <a:extLst>
                  <a:ext uri="{FF2B5EF4-FFF2-40B4-BE49-F238E27FC236}">
                    <a16:creationId xmlns:a16="http://schemas.microsoft.com/office/drawing/2014/main" id="{B63D60EF-1E99-4D4C-BF11-AAF8ABEB86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0769" name="Freeform 31">
                <a:extLst>
                  <a:ext uri="{FF2B5EF4-FFF2-40B4-BE49-F238E27FC236}">
                    <a16:creationId xmlns:a16="http://schemas.microsoft.com/office/drawing/2014/main" id="{50403E41-7079-49EA-8D0B-4F678552D9B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grpSp>
        <p:grpSp>
          <p:nvGrpSpPr>
            <p:cNvPr id="30732" name="Group 30731">
              <a:extLst>
                <a:ext uri="{FF2B5EF4-FFF2-40B4-BE49-F238E27FC236}">
                  <a16:creationId xmlns:a16="http://schemas.microsoft.com/office/drawing/2014/main" id="{E3B2C458-4D37-49A0-A94E-D516E05C3CC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1227597" y="0"/>
              <a:ext cx="674688" cy="6848476"/>
              <a:chOff x="11364912" y="0"/>
              <a:chExt cx="674688" cy="6848476"/>
            </a:xfrm>
            <a:gradFill flip="none" rotWithShape="1">
              <a:gsLst>
                <a:gs pos="0">
                  <a:schemeClr val="bg2"/>
                </a:gs>
                <a:gs pos="100000">
                  <a:schemeClr val="tx2">
                    <a:lumMod val="60000"/>
                    <a:lumOff val="40000"/>
                  </a:schemeClr>
                </a:gs>
              </a:gsLst>
              <a:lin ang="5400000" scaled="0"/>
              <a:tileRect/>
            </a:gradFill>
          </p:grpSpPr>
          <p:sp>
            <p:nvSpPr>
              <p:cNvPr id="30733" name="Freeform 32">
                <a:extLst>
                  <a:ext uri="{FF2B5EF4-FFF2-40B4-BE49-F238E27FC236}">
                    <a16:creationId xmlns:a16="http://schemas.microsoft.com/office/drawing/2014/main" id="{C1B10016-E0C4-4526-A466-9911541D26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0734" name="Freeform 33">
                <a:extLst>
                  <a:ext uri="{FF2B5EF4-FFF2-40B4-BE49-F238E27FC236}">
                    <a16:creationId xmlns:a16="http://schemas.microsoft.com/office/drawing/2014/main" id="{D574C3F0-FC2B-43A3-94B2-75D305FBF7D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0735" name="Freeform 34">
                <a:extLst>
                  <a:ext uri="{FF2B5EF4-FFF2-40B4-BE49-F238E27FC236}">
                    <a16:creationId xmlns:a16="http://schemas.microsoft.com/office/drawing/2014/main" id="{D92A5F66-F404-433B-BDBE-5E0DFF40D65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0736" name="Freeform 35">
                <a:extLst>
                  <a:ext uri="{FF2B5EF4-FFF2-40B4-BE49-F238E27FC236}">
                    <a16:creationId xmlns:a16="http://schemas.microsoft.com/office/drawing/2014/main" id="{0A0BDF81-64CC-431D-81B1-A21938C054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0737" name="Freeform 36">
                <a:extLst>
                  <a:ext uri="{FF2B5EF4-FFF2-40B4-BE49-F238E27FC236}">
                    <a16:creationId xmlns:a16="http://schemas.microsoft.com/office/drawing/2014/main" id="{42871530-50EC-42C2-879A-AE8154DADC0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0738" name="Freeform 37">
                <a:extLst>
                  <a:ext uri="{FF2B5EF4-FFF2-40B4-BE49-F238E27FC236}">
                    <a16:creationId xmlns:a16="http://schemas.microsoft.com/office/drawing/2014/main" id="{53AF2F2A-B148-4906-B90D-6E22239784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0739" name="Freeform 38">
                <a:extLst>
                  <a:ext uri="{FF2B5EF4-FFF2-40B4-BE49-F238E27FC236}">
                    <a16:creationId xmlns:a16="http://schemas.microsoft.com/office/drawing/2014/main" id="{9A79EAA4-6F5D-4A2C-B688-CD29C2217C0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0740" name="Freeform 39">
                <a:extLst>
                  <a:ext uri="{FF2B5EF4-FFF2-40B4-BE49-F238E27FC236}">
                    <a16:creationId xmlns:a16="http://schemas.microsoft.com/office/drawing/2014/main" id="{B9CE5833-22CF-4408-9338-4B7749FEA3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0741" name="Freeform 40">
                <a:extLst>
                  <a:ext uri="{FF2B5EF4-FFF2-40B4-BE49-F238E27FC236}">
                    <a16:creationId xmlns:a16="http://schemas.microsoft.com/office/drawing/2014/main" id="{316A985A-7ADD-4BEE-A7B6-E5B49E1839E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0742" name="Rectangle 41">
                <a:extLst>
                  <a:ext uri="{FF2B5EF4-FFF2-40B4-BE49-F238E27FC236}">
                    <a16:creationId xmlns:a16="http://schemas.microsoft.com/office/drawing/2014/main" id="{352CFA3F-5CFE-412E-9196-C966F34579D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tr-TR"/>
              </a:p>
            </p:txBody>
          </p:sp>
        </p:grpSp>
      </p:grpSp>
      <p:pic>
        <p:nvPicPr>
          <p:cNvPr id="30771" name="Picture 2">
            <a:extLst>
              <a:ext uri="{FF2B5EF4-FFF2-40B4-BE49-F238E27FC236}">
                <a16:creationId xmlns:a16="http://schemas.microsoft.com/office/drawing/2014/main" id="{2FB01CCF-839B-4126-9BF9-132C64D8A1A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 xmlns:a16="http://schemas.microsoft.com/office/drawing/2014/main" xmlns:p14="http://schemas.microsoft.com/office/powerpoint/2010/main" xmlns:a14="http://schemas.microsoft.com/office/drawing/2010/main">
                <a:solidFill>
                  <a:srgbClr val="FFFFFF"/>
                </a:solidFill>
              </a14:hiddenFill>
            </a:ext>
          </a:extLst>
        </p:spPr>
      </p:pic>
      <p:sp>
        <p:nvSpPr>
          <p:cNvPr id="30722" name="Rectangle 2">
            <a:extLst>
              <a:ext uri="{FF2B5EF4-FFF2-40B4-BE49-F238E27FC236}">
                <a16:creationId xmlns:a16="http://schemas.microsoft.com/office/drawing/2014/main" id="{EFCA44B2-6468-CECC-3B63-39BD200FA3F2}"/>
              </a:ext>
            </a:extLst>
          </p:cNvPr>
          <p:cNvSpPr>
            <a:spLocks noGrp="1" noChangeArrowheads="1"/>
          </p:cNvSpPr>
          <p:nvPr>
            <p:ph type="title"/>
          </p:nvPr>
        </p:nvSpPr>
        <p:spPr>
          <a:xfrm>
            <a:off x="5128643" y="618518"/>
            <a:ext cx="6188402" cy="1478570"/>
          </a:xfrm>
        </p:spPr>
        <p:txBody>
          <a:bodyPr>
            <a:normAutofit/>
          </a:bodyPr>
          <a:lstStyle/>
          <a:p>
            <a:pPr eaLnBrk="1" hangingPunct="1"/>
            <a:r>
              <a:rPr lang="en-US" altLang="en-US" b="1">
                <a:solidFill>
                  <a:srgbClr val="FFFFFF"/>
                </a:solidFill>
              </a:rPr>
              <a:t>Yüzey Elektrotları</a:t>
            </a:r>
          </a:p>
        </p:txBody>
      </p:sp>
      <p:sp useBgFill="1">
        <p:nvSpPr>
          <p:cNvPr id="30773" name="Round Diagonal Corner Rectangle 6">
            <a:extLst>
              <a:ext uri="{FF2B5EF4-FFF2-40B4-BE49-F238E27FC236}">
                <a16:creationId xmlns:a16="http://schemas.microsoft.com/office/drawing/2014/main" id="{F2B1468C-8227-4785-8776-7BDBDDF08F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4579" y="808057"/>
            <a:ext cx="3821429" cy="5234394"/>
          </a:xfrm>
          <a:prstGeom prst="round2DiagRect">
            <a:avLst>
              <a:gd name="adj1" fmla="val 11323"/>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1">
            <a:extLst>
              <a:ext uri="{FF2B5EF4-FFF2-40B4-BE49-F238E27FC236}">
                <a16:creationId xmlns:a16="http://schemas.microsoft.com/office/drawing/2014/main" id="{D832A093-C448-86BF-DC6F-2AB21E0ACD73}"/>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a:xfrm>
            <a:off x="1126617" y="2597226"/>
            <a:ext cx="3178638" cy="1658087"/>
          </a:xfrm>
          <a:prstGeom prst="rect">
            <a:avLst/>
          </a:prstGeom>
          <a:noFill/>
        </p:spPr>
      </p:pic>
      <p:sp>
        <p:nvSpPr>
          <p:cNvPr id="30723" name="Rectangle 3">
            <a:extLst>
              <a:ext uri="{FF2B5EF4-FFF2-40B4-BE49-F238E27FC236}">
                <a16:creationId xmlns:a16="http://schemas.microsoft.com/office/drawing/2014/main" id="{3CE177BC-0CC6-9F42-2F09-4D2C43717F51}"/>
              </a:ext>
            </a:extLst>
          </p:cNvPr>
          <p:cNvSpPr>
            <a:spLocks noGrp="1" noChangeArrowheads="1"/>
          </p:cNvSpPr>
          <p:nvPr>
            <p:ph idx="1"/>
          </p:nvPr>
        </p:nvSpPr>
        <p:spPr>
          <a:xfrm>
            <a:off x="5128643" y="2249487"/>
            <a:ext cx="6188402" cy="3541714"/>
          </a:xfrm>
        </p:spPr>
        <p:txBody>
          <a:bodyPr>
            <a:normAutofit/>
          </a:bodyPr>
          <a:lstStyle/>
          <a:p>
            <a:pPr eaLnBrk="1" hangingPunct="1">
              <a:lnSpc>
                <a:spcPct val="110000"/>
              </a:lnSpc>
            </a:pPr>
            <a:r>
              <a:rPr lang="tr-TR" altLang="en-US" sz="1500" b="1">
                <a:solidFill>
                  <a:srgbClr val="FFFFFF"/>
                </a:solidFill>
              </a:rPr>
              <a:t>Kuru Elektrotlar</a:t>
            </a:r>
            <a:endParaRPr lang="tr-TR" altLang="en-US" sz="1500">
              <a:solidFill>
                <a:srgbClr val="FFFFFF"/>
              </a:solidFill>
            </a:endParaRPr>
          </a:p>
          <a:p>
            <a:pPr eaLnBrk="1" hangingPunct="1">
              <a:lnSpc>
                <a:spcPct val="110000"/>
              </a:lnSpc>
            </a:pPr>
            <a:r>
              <a:rPr lang="en-US" altLang="en-US" sz="1500">
                <a:solidFill>
                  <a:srgbClr val="FFFFFF"/>
                </a:solidFill>
              </a:rPr>
              <a:t>Yüzey elektrotlarının bu gruba girenleri, jel ya da pasta gerektirmeksizin deri üzerine</a:t>
            </a:r>
            <a:r>
              <a:rPr lang="tr-TR" altLang="en-US" sz="1500">
                <a:solidFill>
                  <a:srgbClr val="FFFFFF"/>
                </a:solidFill>
              </a:rPr>
              <a:t> </a:t>
            </a:r>
            <a:r>
              <a:rPr lang="en-US" altLang="en-US" sz="1500">
                <a:solidFill>
                  <a:srgbClr val="FFFFFF"/>
                </a:solidFill>
              </a:rPr>
              <a:t>direkt olarak uygulanabilir niteliktedir. </a:t>
            </a:r>
            <a:endParaRPr lang="tr-TR" altLang="en-US" sz="1500">
              <a:solidFill>
                <a:srgbClr val="FFFFFF"/>
              </a:solidFill>
            </a:endParaRPr>
          </a:p>
          <a:p>
            <a:pPr eaLnBrk="1" hangingPunct="1">
              <a:lnSpc>
                <a:spcPct val="110000"/>
              </a:lnSpc>
            </a:pPr>
            <a:r>
              <a:rPr lang="en-US" altLang="en-US" sz="1500">
                <a:solidFill>
                  <a:srgbClr val="FFFFFF"/>
                </a:solidFill>
              </a:rPr>
              <a:t>Bu kuru</a:t>
            </a:r>
            <a:r>
              <a:rPr lang="tr-TR" altLang="en-US" sz="1500">
                <a:solidFill>
                  <a:srgbClr val="FFFFFF"/>
                </a:solidFill>
              </a:rPr>
              <a:t> </a:t>
            </a:r>
            <a:r>
              <a:rPr lang="en-US" altLang="en-US" sz="1500">
                <a:solidFill>
                  <a:srgbClr val="FFFFFF"/>
                </a:solidFill>
              </a:rPr>
              <a:t>(dry) elektrot sisteminde elektrot-elektrolit ilişkisi bulunmadığından dış deri, elektrot yüzeyi</a:t>
            </a:r>
            <a:r>
              <a:rPr lang="tr-TR" altLang="en-US" sz="1500">
                <a:solidFill>
                  <a:srgbClr val="FFFFFF"/>
                </a:solidFill>
              </a:rPr>
              <a:t> </a:t>
            </a:r>
            <a:r>
              <a:rPr lang="en-US" altLang="en-US" sz="1500">
                <a:solidFill>
                  <a:srgbClr val="FFFFFF"/>
                </a:solidFill>
              </a:rPr>
              <a:t>ile daha iyi iletken durumunda olan dermis arasında bir yalıtkan durumundadır. </a:t>
            </a:r>
            <a:endParaRPr lang="tr-TR" altLang="en-US" sz="1500">
              <a:solidFill>
                <a:srgbClr val="FFFFFF"/>
              </a:solidFill>
            </a:endParaRPr>
          </a:p>
          <a:p>
            <a:pPr eaLnBrk="1" hangingPunct="1">
              <a:lnSpc>
                <a:spcPct val="110000"/>
              </a:lnSpc>
            </a:pPr>
            <a:r>
              <a:rPr lang="en-US" altLang="en-US" sz="1500">
                <a:solidFill>
                  <a:srgbClr val="FFFFFF"/>
                </a:solidFill>
              </a:rPr>
              <a:t>Üst deri iyice temizlenmeden kuru elektrot deri yüzeyin</a:t>
            </a:r>
            <a:r>
              <a:rPr lang="tr-TR" altLang="en-US" sz="1500">
                <a:solidFill>
                  <a:srgbClr val="FFFFFF"/>
                </a:solidFill>
              </a:rPr>
              <a:t>e </a:t>
            </a:r>
            <a:r>
              <a:rPr lang="en-US" altLang="en-US" sz="1500">
                <a:solidFill>
                  <a:srgbClr val="FFFFFF"/>
                </a:solidFill>
              </a:rPr>
              <a:t>uygulandığından temas yüzeyinde oluşan direnç de büyük olur</a:t>
            </a:r>
            <a:r>
              <a:rPr lang="tr-TR" altLang="en-US" sz="1500">
                <a:solidFill>
                  <a:srgbClr val="FFFFFF"/>
                </a:solidFill>
              </a:rPr>
              <a:t>. </a:t>
            </a:r>
          </a:p>
          <a:p>
            <a:pPr eaLnBrk="1" hangingPunct="1">
              <a:lnSpc>
                <a:spcPct val="110000"/>
              </a:lnSpc>
            </a:pPr>
            <a:r>
              <a:rPr lang="tr-TR" altLang="en-US" sz="1500">
                <a:solidFill>
                  <a:srgbClr val="FFFFFF"/>
                </a:solidFill>
              </a:rPr>
              <a:t>Bu nedenle bu tip elektrotların bağlandığı kuvvetlendiricilerin de giriş dirençleri aynı oranda büyük olmalıdır.</a:t>
            </a:r>
          </a:p>
          <a:p>
            <a:pPr eaLnBrk="1" hangingPunct="1">
              <a:lnSpc>
                <a:spcPct val="110000"/>
              </a:lnSpc>
              <a:buFontTx/>
              <a:buNone/>
            </a:pPr>
            <a:endParaRPr lang="en-US" altLang="en-US" sz="1500">
              <a:solidFill>
                <a:srgbClr val="FFFFFF"/>
              </a:solidFill>
            </a:endParaRPr>
          </a:p>
        </p:txBody>
      </p:sp>
      <p:sp>
        <p:nvSpPr>
          <p:cNvPr id="3" name="Alt Bilgi Yer Tutucusu 2">
            <a:extLst>
              <a:ext uri="{FF2B5EF4-FFF2-40B4-BE49-F238E27FC236}">
                <a16:creationId xmlns:a16="http://schemas.microsoft.com/office/drawing/2014/main" id="{D03EEC30-C082-973C-C934-9EE290110544}"/>
              </a:ext>
            </a:extLst>
          </p:cNvPr>
          <p:cNvSpPr>
            <a:spLocks noGrp="1"/>
          </p:cNvSpPr>
          <p:nvPr>
            <p:ph type="ftr" sz="quarter" idx="11"/>
          </p:nvPr>
        </p:nvSpPr>
        <p:spPr/>
        <p:txBody>
          <a:bodyPr/>
          <a:lstStyle/>
          <a:p>
            <a:r>
              <a:rPr lang="en-US"/>
              <a:t>MEHMET FATİH KARAKAŞ</a:t>
            </a:r>
            <a:endParaRPr lang="en-US" dirty="0"/>
          </a:p>
        </p:txBody>
      </p:sp>
    </p:spTree>
    <p:extLst>
      <p:ext uri="{BB962C8B-B14F-4D97-AF65-F5344CB8AC3E}">
        <p14:creationId xmlns:p14="http://schemas.microsoft.com/office/powerpoint/2010/main" val="286793526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pic>
        <p:nvPicPr>
          <p:cNvPr id="32779" name="Picture 2">
            <a:extLst>
              <a:ext uri="{FF2B5EF4-FFF2-40B4-BE49-F238E27FC236}">
                <a16:creationId xmlns:a16="http://schemas.microsoft.com/office/drawing/2014/main" id="{BD682E6D-6B2A-4E23-9DB2-A87CFD5EF6A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6="http://schemas.microsoft.com/office/drawing/2014/main" xmlns:p14="http://schemas.microsoft.com/office/powerpoint/2010/main" xmlns:a14="http://schemas.microsoft.com/office/drawing/2010/main">
                <a:solidFill>
                  <a:srgbClr val="FFFFFF"/>
                </a:solidFill>
              </a14:hiddenFill>
            </a:ext>
          </a:extLst>
        </p:spPr>
      </p:pic>
      <p:grpSp>
        <p:nvGrpSpPr>
          <p:cNvPr id="32781" name="Group 32780">
            <a:extLst>
              <a:ext uri="{FF2B5EF4-FFF2-40B4-BE49-F238E27FC236}">
                <a16:creationId xmlns:a16="http://schemas.microsoft.com/office/drawing/2014/main" id="{82818B62-F7FE-4423-B47F-BEADB95859C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053888" cy="6858001"/>
            <a:chOff x="-14288" y="0"/>
            <a:chExt cx="12053888" cy="6858001"/>
          </a:xfrm>
        </p:grpSpPr>
        <p:grpSp>
          <p:nvGrpSpPr>
            <p:cNvPr id="32782" name="Group 32781">
              <a:extLst>
                <a:ext uri="{FF2B5EF4-FFF2-40B4-BE49-F238E27FC236}">
                  <a16:creationId xmlns:a16="http://schemas.microsoft.com/office/drawing/2014/main" id="{08D8F34A-2048-4710-885B-6020E3A52AAC}"/>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32794" name="Rectangle 5">
                <a:extLst>
                  <a:ext uri="{FF2B5EF4-FFF2-40B4-BE49-F238E27FC236}">
                    <a16:creationId xmlns:a16="http://schemas.microsoft.com/office/drawing/2014/main" id="{2BD59528-B946-437E-964B-E07B68C39568}"/>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tr-TR"/>
              </a:p>
            </p:txBody>
          </p:sp>
          <p:sp>
            <p:nvSpPr>
              <p:cNvPr id="32795" name="Freeform 6">
                <a:extLst>
                  <a:ext uri="{FF2B5EF4-FFF2-40B4-BE49-F238E27FC236}">
                    <a16:creationId xmlns:a16="http://schemas.microsoft.com/office/drawing/2014/main" id="{E501D201-A6EF-40DD-A904-37280298A27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2796" name="Freeform 7">
                <a:extLst>
                  <a:ext uri="{FF2B5EF4-FFF2-40B4-BE49-F238E27FC236}">
                    <a16:creationId xmlns:a16="http://schemas.microsoft.com/office/drawing/2014/main" id="{700C9926-C507-4642-A28B-4381982F274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2797" name="Freeform 8">
                <a:extLst>
                  <a:ext uri="{FF2B5EF4-FFF2-40B4-BE49-F238E27FC236}">
                    <a16:creationId xmlns:a16="http://schemas.microsoft.com/office/drawing/2014/main" id="{F9C0AC4B-084B-44C7-9BB3-84B1AA7A6E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2798" name="Freeform 9">
                <a:extLst>
                  <a:ext uri="{FF2B5EF4-FFF2-40B4-BE49-F238E27FC236}">
                    <a16:creationId xmlns:a16="http://schemas.microsoft.com/office/drawing/2014/main" id="{765B71B8-526D-4CE9-9B29-380B4A63D64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2799" name="Freeform 10">
                <a:extLst>
                  <a:ext uri="{FF2B5EF4-FFF2-40B4-BE49-F238E27FC236}">
                    <a16:creationId xmlns:a16="http://schemas.microsoft.com/office/drawing/2014/main" id="{A5E131F6-E6F7-4C93-B2AC-6BEE7210A3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2800" name="Freeform 11">
                <a:extLst>
                  <a:ext uri="{FF2B5EF4-FFF2-40B4-BE49-F238E27FC236}">
                    <a16:creationId xmlns:a16="http://schemas.microsoft.com/office/drawing/2014/main" id="{36F8025F-A8BE-4215-AD98-F0E163D56E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2801" name="Freeform 12">
                <a:extLst>
                  <a:ext uri="{FF2B5EF4-FFF2-40B4-BE49-F238E27FC236}">
                    <a16:creationId xmlns:a16="http://schemas.microsoft.com/office/drawing/2014/main" id="{3FEE64BF-FE95-4329-8B60-ADB566F8C4B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2802" name="Freeform 13">
                <a:extLst>
                  <a:ext uri="{FF2B5EF4-FFF2-40B4-BE49-F238E27FC236}">
                    <a16:creationId xmlns:a16="http://schemas.microsoft.com/office/drawing/2014/main" id="{742D24D5-73EA-4F42-A61D-FE001B1A9B9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2803" name="Freeform 14">
                <a:extLst>
                  <a:ext uri="{FF2B5EF4-FFF2-40B4-BE49-F238E27FC236}">
                    <a16:creationId xmlns:a16="http://schemas.microsoft.com/office/drawing/2014/main" id="{DC35DA0C-8EC9-48BE-A38B-B626CD2DB2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2804" name="Freeform 15">
                <a:extLst>
                  <a:ext uri="{FF2B5EF4-FFF2-40B4-BE49-F238E27FC236}">
                    <a16:creationId xmlns:a16="http://schemas.microsoft.com/office/drawing/2014/main" id="{FFD82B19-6C16-4221-83B3-40342C74D90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2805" name="Line 16">
                <a:extLst>
                  <a:ext uri="{FF2B5EF4-FFF2-40B4-BE49-F238E27FC236}">
                    <a16:creationId xmlns:a16="http://schemas.microsoft.com/office/drawing/2014/main" id="{91BC2DD8-6333-4604-A9AD-AF058EBC6344}"/>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tr-TR"/>
              </a:p>
            </p:txBody>
          </p:sp>
          <p:sp>
            <p:nvSpPr>
              <p:cNvPr id="32806" name="Freeform 17">
                <a:extLst>
                  <a:ext uri="{FF2B5EF4-FFF2-40B4-BE49-F238E27FC236}">
                    <a16:creationId xmlns:a16="http://schemas.microsoft.com/office/drawing/2014/main" id="{867B3042-26EF-40D4-BB69-1CE99C5691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2807" name="Freeform 18">
                <a:extLst>
                  <a:ext uri="{FF2B5EF4-FFF2-40B4-BE49-F238E27FC236}">
                    <a16:creationId xmlns:a16="http://schemas.microsoft.com/office/drawing/2014/main" id="{C54FD8EB-2552-4089-A064-A979E29F46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2808" name="Freeform 19">
                <a:extLst>
                  <a:ext uri="{FF2B5EF4-FFF2-40B4-BE49-F238E27FC236}">
                    <a16:creationId xmlns:a16="http://schemas.microsoft.com/office/drawing/2014/main" id="{B906D2FC-267D-4E9E-AB79-A3F9F71DD5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2809" name="Freeform 20">
                <a:extLst>
                  <a:ext uri="{FF2B5EF4-FFF2-40B4-BE49-F238E27FC236}">
                    <a16:creationId xmlns:a16="http://schemas.microsoft.com/office/drawing/2014/main" id="{0414425E-C29B-4586-B8DF-6868ECC2E1E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2810" name="Rectangle 21">
                <a:extLst>
                  <a:ext uri="{FF2B5EF4-FFF2-40B4-BE49-F238E27FC236}">
                    <a16:creationId xmlns:a16="http://schemas.microsoft.com/office/drawing/2014/main" id="{CDBE75E0-D1A8-46A2-BEAA-A0291988ADC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tr-TR"/>
              </a:p>
            </p:txBody>
          </p:sp>
          <p:sp>
            <p:nvSpPr>
              <p:cNvPr id="32811" name="Freeform 22">
                <a:extLst>
                  <a:ext uri="{FF2B5EF4-FFF2-40B4-BE49-F238E27FC236}">
                    <a16:creationId xmlns:a16="http://schemas.microsoft.com/office/drawing/2014/main" id="{43D2C92D-C4E9-4828-9F80-084603E71A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2812" name="Freeform 23">
                <a:extLst>
                  <a:ext uri="{FF2B5EF4-FFF2-40B4-BE49-F238E27FC236}">
                    <a16:creationId xmlns:a16="http://schemas.microsoft.com/office/drawing/2014/main" id="{746EAB08-DCFC-4A40-99E8-E8E3ED92DCC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2813" name="Freeform 24">
                <a:extLst>
                  <a:ext uri="{FF2B5EF4-FFF2-40B4-BE49-F238E27FC236}">
                    <a16:creationId xmlns:a16="http://schemas.microsoft.com/office/drawing/2014/main" id="{C11CD8F1-C1C6-4E75-AC97-3EDEF9F33E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2814" name="Freeform 25">
                <a:extLst>
                  <a:ext uri="{FF2B5EF4-FFF2-40B4-BE49-F238E27FC236}">
                    <a16:creationId xmlns:a16="http://schemas.microsoft.com/office/drawing/2014/main" id="{2C0D5227-1C13-4FC8-B5E4-8F31CE08F16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2815" name="Freeform 26">
                <a:extLst>
                  <a:ext uri="{FF2B5EF4-FFF2-40B4-BE49-F238E27FC236}">
                    <a16:creationId xmlns:a16="http://schemas.microsoft.com/office/drawing/2014/main" id="{FCE27CDF-D928-46AC-AA53-9B9D3A2D5C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2816" name="Freeform 27">
                <a:extLst>
                  <a:ext uri="{FF2B5EF4-FFF2-40B4-BE49-F238E27FC236}">
                    <a16:creationId xmlns:a16="http://schemas.microsoft.com/office/drawing/2014/main" id="{CA2F8135-1DDF-47CC-9187-B929982C5D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2817" name="Freeform 28">
                <a:extLst>
                  <a:ext uri="{FF2B5EF4-FFF2-40B4-BE49-F238E27FC236}">
                    <a16:creationId xmlns:a16="http://schemas.microsoft.com/office/drawing/2014/main" id="{9F3AE01D-F193-4221-9EFA-B4687526521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2818" name="Freeform 29">
                <a:extLst>
                  <a:ext uri="{FF2B5EF4-FFF2-40B4-BE49-F238E27FC236}">
                    <a16:creationId xmlns:a16="http://schemas.microsoft.com/office/drawing/2014/main" id="{7808422C-2145-4A5B-BD80-D18FF720CB0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2819" name="Freeform 30">
                <a:extLst>
                  <a:ext uri="{FF2B5EF4-FFF2-40B4-BE49-F238E27FC236}">
                    <a16:creationId xmlns:a16="http://schemas.microsoft.com/office/drawing/2014/main" id="{987F6D2E-7C49-41A2-9B29-C6E1A365F1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2820" name="Freeform 31">
                <a:extLst>
                  <a:ext uri="{FF2B5EF4-FFF2-40B4-BE49-F238E27FC236}">
                    <a16:creationId xmlns:a16="http://schemas.microsoft.com/office/drawing/2014/main" id="{26F1D2B4-D9F2-4D30-AF5B-E0F0F8B4FED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grpSp>
        <p:grpSp>
          <p:nvGrpSpPr>
            <p:cNvPr id="32783" name="Group 32782">
              <a:extLst>
                <a:ext uri="{FF2B5EF4-FFF2-40B4-BE49-F238E27FC236}">
                  <a16:creationId xmlns:a16="http://schemas.microsoft.com/office/drawing/2014/main" id="{E8E1273E-EDE2-4A3A-B711-7C633D6F04D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32784" name="Freeform 32">
                <a:extLst>
                  <a:ext uri="{FF2B5EF4-FFF2-40B4-BE49-F238E27FC236}">
                    <a16:creationId xmlns:a16="http://schemas.microsoft.com/office/drawing/2014/main" id="{B63B0065-EB02-4B15-A2D1-8BF654B8A3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2785" name="Freeform 33">
                <a:extLst>
                  <a:ext uri="{FF2B5EF4-FFF2-40B4-BE49-F238E27FC236}">
                    <a16:creationId xmlns:a16="http://schemas.microsoft.com/office/drawing/2014/main" id="{E57426CB-66F7-4E49-A669-66628242C99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2786" name="Freeform 34">
                <a:extLst>
                  <a:ext uri="{FF2B5EF4-FFF2-40B4-BE49-F238E27FC236}">
                    <a16:creationId xmlns:a16="http://schemas.microsoft.com/office/drawing/2014/main" id="{13E7D034-6F93-4C3D-B0D4-5C7112065EF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2787" name="Freeform 35">
                <a:extLst>
                  <a:ext uri="{FF2B5EF4-FFF2-40B4-BE49-F238E27FC236}">
                    <a16:creationId xmlns:a16="http://schemas.microsoft.com/office/drawing/2014/main" id="{544587B9-2C96-4F49-9D32-4B9561513F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2788" name="Freeform 36">
                <a:extLst>
                  <a:ext uri="{FF2B5EF4-FFF2-40B4-BE49-F238E27FC236}">
                    <a16:creationId xmlns:a16="http://schemas.microsoft.com/office/drawing/2014/main" id="{89C0C949-76C7-4C92-9296-CD1C2EF760F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2789" name="Freeform 37">
                <a:extLst>
                  <a:ext uri="{FF2B5EF4-FFF2-40B4-BE49-F238E27FC236}">
                    <a16:creationId xmlns:a16="http://schemas.microsoft.com/office/drawing/2014/main" id="{88A24927-AAB9-451E-B0A0-A405AA62A8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2790" name="Freeform 38">
                <a:extLst>
                  <a:ext uri="{FF2B5EF4-FFF2-40B4-BE49-F238E27FC236}">
                    <a16:creationId xmlns:a16="http://schemas.microsoft.com/office/drawing/2014/main" id="{EB081E7B-E0CD-441B-B79D-E93D2AEBD60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2791" name="Freeform 39">
                <a:extLst>
                  <a:ext uri="{FF2B5EF4-FFF2-40B4-BE49-F238E27FC236}">
                    <a16:creationId xmlns:a16="http://schemas.microsoft.com/office/drawing/2014/main" id="{7D5730F8-66D4-4B1F-B8ED-FF90B6DF2D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2792" name="Freeform 40">
                <a:extLst>
                  <a:ext uri="{FF2B5EF4-FFF2-40B4-BE49-F238E27FC236}">
                    <a16:creationId xmlns:a16="http://schemas.microsoft.com/office/drawing/2014/main" id="{889A6C05-5677-4961-9C01-68C74E42B78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2793" name="Rectangle 41">
                <a:extLst>
                  <a:ext uri="{FF2B5EF4-FFF2-40B4-BE49-F238E27FC236}">
                    <a16:creationId xmlns:a16="http://schemas.microsoft.com/office/drawing/2014/main" id="{8C7CB0DC-7079-4F28-81F7-057DE28ED852}"/>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tr-TR"/>
              </a:p>
            </p:txBody>
          </p:sp>
        </p:grpSp>
      </p:grpSp>
      <p:sp>
        <p:nvSpPr>
          <p:cNvPr id="32770" name="Rectangle 2">
            <a:extLst>
              <a:ext uri="{FF2B5EF4-FFF2-40B4-BE49-F238E27FC236}">
                <a16:creationId xmlns:a16="http://schemas.microsoft.com/office/drawing/2014/main" id="{E33099A4-49B8-8852-1D25-6832E567215C}"/>
              </a:ext>
            </a:extLst>
          </p:cNvPr>
          <p:cNvSpPr>
            <a:spLocks noGrp="1" noChangeArrowheads="1"/>
          </p:cNvSpPr>
          <p:nvPr>
            <p:ph type="title"/>
          </p:nvPr>
        </p:nvSpPr>
        <p:spPr>
          <a:xfrm>
            <a:off x="3657599" y="618518"/>
            <a:ext cx="7389811" cy="1478570"/>
          </a:xfrm>
        </p:spPr>
        <p:txBody>
          <a:bodyPr vert="horz" lIns="91440" tIns="45720" rIns="91440" bIns="45720" rtlCol="0" anchor="ctr">
            <a:normAutofit/>
          </a:bodyPr>
          <a:lstStyle/>
          <a:p>
            <a:r>
              <a:rPr lang="en-US" altLang="en-US" b="1" dirty="0"/>
              <a:t>D</a:t>
            </a:r>
            <a:r>
              <a:rPr lang="tr-TR" altLang="en-US" b="1" dirty="0"/>
              <a:t>A</a:t>
            </a:r>
            <a:r>
              <a:rPr lang="en-US" altLang="en-US" b="1" dirty="0" err="1"/>
              <a:t>hili</a:t>
            </a:r>
            <a:r>
              <a:rPr lang="en-US" altLang="en-US" b="1" dirty="0"/>
              <a:t> </a:t>
            </a:r>
            <a:r>
              <a:rPr lang="en-US" altLang="en-US" b="1" dirty="0" err="1"/>
              <a:t>Elektrotlar</a:t>
            </a:r>
            <a:endParaRPr lang="en-US" altLang="en-US" b="1" dirty="0"/>
          </a:p>
        </p:txBody>
      </p:sp>
      <p:sp>
        <p:nvSpPr>
          <p:cNvPr id="32822" name="Round Single Corner Rectangle 16">
            <a:extLst>
              <a:ext uri="{FF2B5EF4-FFF2-40B4-BE49-F238E27FC236}">
                <a16:creationId xmlns:a16="http://schemas.microsoft.com/office/drawing/2014/main" id="{04B7EA48-2154-4E59-9F36-6BC72DA8F3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4973" y="643467"/>
            <a:ext cx="2559744" cy="1706538"/>
          </a:xfrm>
          <a:prstGeom prst="round1Rect">
            <a:avLst>
              <a:gd name="adj" fmla="val 14792"/>
            </a:avLst>
          </a:prstGeom>
          <a:solidFill>
            <a:srgbClr val="FFFFFF"/>
          </a:solidFill>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2772" name="Picture 6">
            <a:extLst>
              <a:ext uri="{FF2B5EF4-FFF2-40B4-BE49-F238E27FC236}">
                <a16:creationId xmlns:a16="http://schemas.microsoft.com/office/drawing/2014/main" id="{56F39C64-F72A-E735-1046-627664143CBC}"/>
              </a:ext>
            </a:extLst>
          </p:cNvPr>
          <p:cNvPicPr>
            <a:picLocks noGrp="1" noChangeAspect="1" noChangeArrowheads="1"/>
          </p:cNvPicPr>
          <p:nvPr>
            <p:ph sz="quarter" idx="2"/>
          </p:nvPr>
        </p:nvPicPr>
        <p:blipFill>
          <a:blip r:embed="rId4">
            <a:extLst>
              <a:ext uri="{28A0092B-C50C-407E-A947-70E740481C1C}">
                <a14:useLocalDpi xmlns:a14="http://schemas.microsoft.com/office/drawing/2010/main" val="0"/>
              </a:ext>
            </a:extLst>
          </a:blip>
          <a:stretch>
            <a:fillRect/>
          </a:stretch>
        </p:blipFill>
        <p:spPr>
          <a:xfrm>
            <a:off x="1161663" y="808396"/>
            <a:ext cx="1840344" cy="1380744"/>
          </a:xfrm>
          <a:prstGeom prst="rect">
            <a:avLst/>
          </a:prstGeom>
          <a:noFill/>
        </p:spPr>
      </p:pic>
      <p:sp>
        <p:nvSpPr>
          <p:cNvPr id="32824" name="Round Diagonal Corner Rectangle 12">
            <a:extLst>
              <a:ext uri="{FF2B5EF4-FFF2-40B4-BE49-F238E27FC236}">
                <a16:creationId xmlns:a16="http://schemas.microsoft.com/office/drawing/2014/main" id="{50CB2E6E-5C9B-4D63-A7B7-EB4BDD2C7F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8953" y="2554110"/>
            <a:ext cx="2565764" cy="1710603"/>
          </a:xfrm>
          <a:prstGeom prst="round2DiagRect">
            <a:avLst>
              <a:gd name="adj1" fmla="val 0"/>
              <a:gd name="adj2" fmla="val 0"/>
            </a:avLst>
          </a:prstGeom>
          <a:solidFill>
            <a:srgbClr val="FFFFFF"/>
          </a:solidFill>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2774" name="Picture 8">
            <a:extLst>
              <a:ext uri="{FF2B5EF4-FFF2-40B4-BE49-F238E27FC236}">
                <a16:creationId xmlns:a16="http://schemas.microsoft.com/office/drawing/2014/main" id="{0C25EAF6-9094-F8FF-4F3C-1036C2D0BC7A}"/>
              </a:ext>
            </a:extLst>
          </p:cNvPr>
          <p:cNvPicPr>
            <a:picLocks noChangeAspect="1" noChangeArrowheads="1"/>
          </p:cNvPicPr>
          <p:nvPr/>
        </p:nvPicPr>
        <p:blipFill>
          <a:blip r:embed="rId5">
            <a:extLst>
              <a:ext uri="{28A0092B-C50C-407E-A947-70E740481C1C}">
                <a14:useLocalDpi xmlns:a14="http://schemas.microsoft.com/office/drawing/2010/main" val="0"/>
              </a:ext>
            </a:extLst>
          </a:blip>
          <a:stretch>
            <a:fillRect/>
          </a:stretch>
        </p:blipFill>
        <p:spPr bwMode="auto">
          <a:xfrm>
            <a:off x="1094553" y="2719039"/>
            <a:ext cx="1974564" cy="1380744"/>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2826" name="Round Single Corner Rectangle 18">
            <a:extLst>
              <a:ext uri="{FF2B5EF4-FFF2-40B4-BE49-F238E27FC236}">
                <a16:creationId xmlns:a16="http://schemas.microsoft.com/office/drawing/2014/main" id="{D9F3B175-D9A0-4272-8A14-1E8E1F83A1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04973" y="4472883"/>
            <a:ext cx="2559744" cy="1706538"/>
          </a:xfrm>
          <a:prstGeom prst="round1Rect">
            <a:avLst>
              <a:gd name="adj" fmla="val 14792"/>
            </a:avLst>
          </a:prstGeom>
          <a:solidFill>
            <a:srgbClr val="FFFFFF"/>
          </a:solidFill>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2773" name="Picture 7">
            <a:extLst>
              <a:ext uri="{FF2B5EF4-FFF2-40B4-BE49-F238E27FC236}">
                <a16:creationId xmlns:a16="http://schemas.microsoft.com/office/drawing/2014/main" id="{770868D8-D917-B68C-5A56-794A5522E7AA}"/>
              </a:ext>
            </a:extLst>
          </p:cNvPr>
          <p:cNvPicPr>
            <a:picLocks noGrp="1" noChangeAspect="1" noChangeArrowheads="1"/>
          </p:cNvPicPr>
          <p:nvPr>
            <p:ph sz="quarter" idx="3"/>
          </p:nvPr>
        </p:nvPicPr>
        <p:blipFill>
          <a:blip r:embed="rId6">
            <a:extLst>
              <a:ext uri="{28A0092B-C50C-407E-A947-70E740481C1C}">
                <a14:useLocalDpi xmlns:a14="http://schemas.microsoft.com/office/drawing/2010/main" val="0"/>
              </a:ext>
            </a:extLst>
          </a:blip>
          <a:stretch>
            <a:fillRect/>
          </a:stretch>
        </p:blipFill>
        <p:spPr>
          <a:xfrm>
            <a:off x="1085889" y="4633747"/>
            <a:ext cx="1991892" cy="1380744"/>
          </a:xfrm>
          <a:prstGeom prst="rect">
            <a:avLst/>
          </a:prstGeom>
          <a:noFill/>
        </p:spPr>
      </p:pic>
      <p:sp>
        <p:nvSpPr>
          <p:cNvPr id="32771" name="Rectangle 3">
            <a:extLst>
              <a:ext uri="{FF2B5EF4-FFF2-40B4-BE49-F238E27FC236}">
                <a16:creationId xmlns:a16="http://schemas.microsoft.com/office/drawing/2014/main" id="{19EAAA2B-91E4-0026-F631-FCD780BE81AF}"/>
              </a:ext>
            </a:extLst>
          </p:cNvPr>
          <p:cNvSpPr>
            <a:spLocks noGrp="1" noChangeArrowheads="1"/>
          </p:cNvSpPr>
          <p:nvPr>
            <p:ph type="body" sz="half" idx="1"/>
          </p:nvPr>
        </p:nvSpPr>
        <p:spPr>
          <a:xfrm>
            <a:off x="3657599" y="2249487"/>
            <a:ext cx="7389812" cy="3541714"/>
          </a:xfrm>
        </p:spPr>
        <p:txBody>
          <a:bodyPr vert="horz" lIns="91440" tIns="45720" rIns="91440" bIns="45720" rtlCol="0">
            <a:normAutofit/>
          </a:bodyPr>
          <a:lstStyle/>
          <a:p>
            <a:r>
              <a:rPr lang="en-US" altLang="en-US"/>
              <a:t>Dahili elektrotlar, biyopotansiyel işaretleri vücut içinden algılamakta kullanılır.</a:t>
            </a:r>
          </a:p>
          <a:p>
            <a:r>
              <a:rPr lang="en-US" altLang="en-US"/>
              <a:t>Bu tür elektrotlarda pasta (jel) kullanılmaz. Elektrolit olarak hücre sıvısı mevcuttur.</a:t>
            </a:r>
          </a:p>
          <a:p>
            <a:r>
              <a:rPr lang="en-US" altLang="en-US"/>
              <a:t>Deri altına batırılan iğne şeklinde olanları bulunduğu gibi tümüyle vücut içine gömülüp harici kuvvetlendiriciye telemetri verici düzeni ile bağlı olanları da vardır.</a:t>
            </a:r>
          </a:p>
        </p:txBody>
      </p:sp>
      <p:sp>
        <p:nvSpPr>
          <p:cNvPr id="2" name="Alt Bilgi Yer Tutucusu 1">
            <a:extLst>
              <a:ext uri="{FF2B5EF4-FFF2-40B4-BE49-F238E27FC236}">
                <a16:creationId xmlns:a16="http://schemas.microsoft.com/office/drawing/2014/main" id="{162D327D-FA77-7800-D1E3-ABC187B6F607}"/>
              </a:ext>
            </a:extLst>
          </p:cNvPr>
          <p:cNvSpPr>
            <a:spLocks noGrp="1"/>
          </p:cNvSpPr>
          <p:nvPr>
            <p:ph type="ftr" sz="quarter" idx="11"/>
          </p:nvPr>
        </p:nvSpPr>
        <p:spPr/>
        <p:txBody>
          <a:bodyPr/>
          <a:lstStyle/>
          <a:p>
            <a:pPr>
              <a:defRPr/>
            </a:pPr>
            <a:r>
              <a:rPr lang="en-US" altLang="en-US"/>
              <a:t>MEHMET FATİH KARAKAŞ</a:t>
            </a:r>
          </a:p>
        </p:txBody>
      </p:sp>
    </p:spTree>
    <p:extLst>
      <p:ext uri="{BB962C8B-B14F-4D97-AF65-F5344CB8AC3E}">
        <p14:creationId xmlns:p14="http://schemas.microsoft.com/office/powerpoint/2010/main" val="16604761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4824" name="Rectangle 34823">
            <a:extLst>
              <a:ext uri="{FF2B5EF4-FFF2-40B4-BE49-F238E27FC236}">
                <a16:creationId xmlns:a16="http://schemas.microsoft.com/office/drawing/2014/main" id="{046B922C-5BA7-4973-B12F-71A509E4BF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grpSp>
        <p:nvGrpSpPr>
          <p:cNvPr id="34826" name="Group 34825">
            <a:extLst>
              <a:ext uri="{FF2B5EF4-FFF2-40B4-BE49-F238E27FC236}">
                <a16:creationId xmlns:a16="http://schemas.microsoft.com/office/drawing/2014/main" id="{96D34D8D-9EE9-4659-8C22-7551A95F96F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1902285" cy="6858001"/>
            <a:chOff x="0" y="0"/>
            <a:chExt cx="11902285" cy="6858001"/>
          </a:xfrm>
        </p:grpSpPr>
        <p:grpSp>
          <p:nvGrpSpPr>
            <p:cNvPr id="34827" name="Group 34826">
              <a:extLst>
                <a:ext uri="{FF2B5EF4-FFF2-40B4-BE49-F238E27FC236}">
                  <a16:creationId xmlns:a16="http://schemas.microsoft.com/office/drawing/2014/main" id="{3CA93C16-1147-4EB3-B4E7-3C43102494D0}"/>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0" y="0"/>
              <a:ext cx="1220788" cy="6858001"/>
              <a:chOff x="-14288" y="0"/>
              <a:chExt cx="1220788" cy="6858001"/>
            </a:xfrm>
            <a:gradFill flip="none" rotWithShape="1">
              <a:gsLst>
                <a:gs pos="0">
                  <a:schemeClr val="bg2"/>
                </a:gs>
                <a:gs pos="100000">
                  <a:schemeClr val="tx2">
                    <a:lumMod val="60000"/>
                    <a:lumOff val="40000"/>
                  </a:schemeClr>
                </a:gs>
              </a:gsLst>
              <a:lin ang="5400000" scaled="0"/>
              <a:tileRect/>
            </a:gradFill>
          </p:grpSpPr>
          <p:sp>
            <p:nvSpPr>
              <p:cNvPr id="34839" name="Rectangle 5">
                <a:extLst>
                  <a:ext uri="{FF2B5EF4-FFF2-40B4-BE49-F238E27FC236}">
                    <a16:creationId xmlns:a16="http://schemas.microsoft.com/office/drawing/2014/main" id="{C4779968-92AF-4B85-8C27-EBBFE1D69904}"/>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tr-TR"/>
              </a:p>
            </p:txBody>
          </p:sp>
          <p:sp>
            <p:nvSpPr>
              <p:cNvPr id="34840" name="Freeform 6">
                <a:extLst>
                  <a:ext uri="{FF2B5EF4-FFF2-40B4-BE49-F238E27FC236}">
                    <a16:creationId xmlns:a16="http://schemas.microsoft.com/office/drawing/2014/main" id="{2C43E18D-7024-4F17-A664-E23BFBC12B7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4841" name="Freeform 7">
                <a:extLst>
                  <a:ext uri="{FF2B5EF4-FFF2-40B4-BE49-F238E27FC236}">
                    <a16:creationId xmlns:a16="http://schemas.microsoft.com/office/drawing/2014/main" id="{CA2ACEBA-081B-4B0B-AFB1-C596B834FDA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4842" name="Freeform 8">
                <a:extLst>
                  <a:ext uri="{FF2B5EF4-FFF2-40B4-BE49-F238E27FC236}">
                    <a16:creationId xmlns:a16="http://schemas.microsoft.com/office/drawing/2014/main" id="{2AFBB163-514B-493A-983F-8BE96848F9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4843" name="Freeform 9">
                <a:extLst>
                  <a:ext uri="{FF2B5EF4-FFF2-40B4-BE49-F238E27FC236}">
                    <a16:creationId xmlns:a16="http://schemas.microsoft.com/office/drawing/2014/main" id="{7720326C-7DB1-4745-9015-3FA6990855B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4844" name="Freeform 10">
                <a:extLst>
                  <a:ext uri="{FF2B5EF4-FFF2-40B4-BE49-F238E27FC236}">
                    <a16:creationId xmlns:a16="http://schemas.microsoft.com/office/drawing/2014/main" id="{01D5FBDC-A284-440B-8D5F-84287B0A25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4845" name="Freeform 11">
                <a:extLst>
                  <a:ext uri="{FF2B5EF4-FFF2-40B4-BE49-F238E27FC236}">
                    <a16:creationId xmlns:a16="http://schemas.microsoft.com/office/drawing/2014/main" id="{517CE611-1CB0-442B-8998-98487209B0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4846" name="Freeform 12">
                <a:extLst>
                  <a:ext uri="{FF2B5EF4-FFF2-40B4-BE49-F238E27FC236}">
                    <a16:creationId xmlns:a16="http://schemas.microsoft.com/office/drawing/2014/main" id="{EF0F0E46-9222-4FCF-A79E-9B4953C6F07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4847" name="Freeform 13">
                <a:extLst>
                  <a:ext uri="{FF2B5EF4-FFF2-40B4-BE49-F238E27FC236}">
                    <a16:creationId xmlns:a16="http://schemas.microsoft.com/office/drawing/2014/main" id="{371A87C3-0804-4AB9-8EAD-FBFF597ED82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4848" name="Freeform 14">
                <a:extLst>
                  <a:ext uri="{FF2B5EF4-FFF2-40B4-BE49-F238E27FC236}">
                    <a16:creationId xmlns:a16="http://schemas.microsoft.com/office/drawing/2014/main" id="{89F39433-8BC3-48D6-B705-F951DBDAAB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4849" name="Freeform 15">
                <a:extLst>
                  <a:ext uri="{FF2B5EF4-FFF2-40B4-BE49-F238E27FC236}">
                    <a16:creationId xmlns:a16="http://schemas.microsoft.com/office/drawing/2014/main" id="{AE671C9D-E91C-4143-A422-273B2F53F69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4850" name="Line 16">
                <a:extLst>
                  <a:ext uri="{FF2B5EF4-FFF2-40B4-BE49-F238E27FC236}">
                    <a16:creationId xmlns:a16="http://schemas.microsoft.com/office/drawing/2014/main" id="{83A72EA3-8833-41C6-9333-6A04C1C08DFB}"/>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tr-TR"/>
              </a:p>
            </p:txBody>
          </p:sp>
          <p:sp>
            <p:nvSpPr>
              <p:cNvPr id="34851" name="Freeform 17">
                <a:extLst>
                  <a:ext uri="{FF2B5EF4-FFF2-40B4-BE49-F238E27FC236}">
                    <a16:creationId xmlns:a16="http://schemas.microsoft.com/office/drawing/2014/main" id="{2C0D7AAB-DC9C-4B37-A50E-A7185DE92E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4852" name="Freeform 18">
                <a:extLst>
                  <a:ext uri="{FF2B5EF4-FFF2-40B4-BE49-F238E27FC236}">
                    <a16:creationId xmlns:a16="http://schemas.microsoft.com/office/drawing/2014/main" id="{6E7D9D6B-3455-4363-934B-FA2D6829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4853" name="Freeform 19">
                <a:extLst>
                  <a:ext uri="{FF2B5EF4-FFF2-40B4-BE49-F238E27FC236}">
                    <a16:creationId xmlns:a16="http://schemas.microsoft.com/office/drawing/2014/main" id="{FFFFCA54-2217-4DAE-B791-4A6CA7DE0B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4854" name="Freeform 20">
                <a:extLst>
                  <a:ext uri="{FF2B5EF4-FFF2-40B4-BE49-F238E27FC236}">
                    <a16:creationId xmlns:a16="http://schemas.microsoft.com/office/drawing/2014/main" id="{BAE43BA5-C104-4FBB-B1C6-C210D3CC532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4855" name="Rectangle 21">
                <a:extLst>
                  <a:ext uri="{FF2B5EF4-FFF2-40B4-BE49-F238E27FC236}">
                    <a16:creationId xmlns:a16="http://schemas.microsoft.com/office/drawing/2014/main" id="{3BDB2330-DF01-460D-83FB-00C37965CD5A}"/>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tr-TR"/>
              </a:p>
            </p:txBody>
          </p:sp>
          <p:sp>
            <p:nvSpPr>
              <p:cNvPr id="34856" name="Freeform 22">
                <a:extLst>
                  <a:ext uri="{FF2B5EF4-FFF2-40B4-BE49-F238E27FC236}">
                    <a16:creationId xmlns:a16="http://schemas.microsoft.com/office/drawing/2014/main" id="{51261093-9B7F-4406-B2F8-0F5BE7676A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4857" name="Freeform 23">
                <a:extLst>
                  <a:ext uri="{FF2B5EF4-FFF2-40B4-BE49-F238E27FC236}">
                    <a16:creationId xmlns:a16="http://schemas.microsoft.com/office/drawing/2014/main" id="{9971E195-2AB6-4CB6-9BD7-A8407B5C809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4858" name="Freeform 24">
                <a:extLst>
                  <a:ext uri="{FF2B5EF4-FFF2-40B4-BE49-F238E27FC236}">
                    <a16:creationId xmlns:a16="http://schemas.microsoft.com/office/drawing/2014/main" id="{A3D843E7-8A86-4676-9C98-DECE0DFF67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4859" name="Freeform 25">
                <a:extLst>
                  <a:ext uri="{FF2B5EF4-FFF2-40B4-BE49-F238E27FC236}">
                    <a16:creationId xmlns:a16="http://schemas.microsoft.com/office/drawing/2014/main" id="{FAF42817-AB3E-40FA-997F-EAC1411F465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4860" name="Freeform 26">
                <a:extLst>
                  <a:ext uri="{FF2B5EF4-FFF2-40B4-BE49-F238E27FC236}">
                    <a16:creationId xmlns:a16="http://schemas.microsoft.com/office/drawing/2014/main" id="{50ED3298-A6DC-4825-93B1-68DB8CB629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4861" name="Freeform 27">
                <a:extLst>
                  <a:ext uri="{FF2B5EF4-FFF2-40B4-BE49-F238E27FC236}">
                    <a16:creationId xmlns:a16="http://schemas.microsoft.com/office/drawing/2014/main" id="{2B951778-3B6B-4BB9-9D89-2ED650C820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4862" name="Freeform 28">
                <a:extLst>
                  <a:ext uri="{FF2B5EF4-FFF2-40B4-BE49-F238E27FC236}">
                    <a16:creationId xmlns:a16="http://schemas.microsoft.com/office/drawing/2014/main" id="{8F3ED9A8-A83F-463A-8C2E-E83977D9A9C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4863" name="Freeform 29">
                <a:extLst>
                  <a:ext uri="{FF2B5EF4-FFF2-40B4-BE49-F238E27FC236}">
                    <a16:creationId xmlns:a16="http://schemas.microsoft.com/office/drawing/2014/main" id="{9A0C113E-781D-4083-86C0-EC936092D27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4864" name="Freeform 30">
                <a:extLst>
                  <a:ext uri="{FF2B5EF4-FFF2-40B4-BE49-F238E27FC236}">
                    <a16:creationId xmlns:a16="http://schemas.microsoft.com/office/drawing/2014/main" id="{B63D60EF-1E99-4D4C-BF11-AAF8ABEB86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4865" name="Freeform 31">
                <a:extLst>
                  <a:ext uri="{FF2B5EF4-FFF2-40B4-BE49-F238E27FC236}">
                    <a16:creationId xmlns:a16="http://schemas.microsoft.com/office/drawing/2014/main" id="{50403E41-7079-49EA-8D0B-4F678552D9B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grpSp>
        <p:grpSp>
          <p:nvGrpSpPr>
            <p:cNvPr id="34828" name="Group 34827">
              <a:extLst>
                <a:ext uri="{FF2B5EF4-FFF2-40B4-BE49-F238E27FC236}">
                  <a16:creationId xmlns:a16="http://schemas.microsoft.com/office/drawing/2014/main" id="{E3B2C458-4D37-49A0-A94E-D516E05C3CC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1227597" y="0"/>
              <a:ext cx="674688" cy="6848476"/>
              <a:chOff x="11364912" y="0"/>
              <a:chExt cx="674688" cy="6848476"/>
            </a:xfrm>
            <a:gradFill flip="none" rotWithShape="1">
              <a:gsLst>
                <a:gs pos="0">
                  <a:schemeClr val="bg2"/>
                </a:gs>
                <a:gs pos="100000">
                  <a:schemeClr val="tx2">
                    <a:lumMod val="60000"/>
                    <a:lumOff val="40000"/>
                  </a:schemeClr>
                </a:gs>
              </a:gsLst>
              <a:lin ang="5400000" scaled="0"/>
              <a:tileRect/>
            </a:gradFill>
          </p:grpSpPr>
          <p:sp>
            <p:nvSpPr>
              <p:cNvPr id="34829" name="Freeform 32">
                <a:extLst>
                  <a:ext uri="{FF2B5EF4-FFF2-40B4-BE49-F238E27FC236}">
                    <a16:creationId xmlns:a16="http://schemas.microsoft.com/office/drawing/2014/main" id="{C1B10016-E0C4-4526-A466-9911541D26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4830" name="Freeform 33">
                <a:extLst>
                  <a:ext uri="{FF2B5EF4-FFF2-40B4-BE49-F238E27FC236}">
                    <a16:creationId xmlns:a16="http://schemas.microsoft.com/office/drawing/2014/main" id="{D574C3F0-FC2B-43A3-94B2-75D305FBF7D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4831" name="Freeform 34">
                <a:extLst>
                  <a:ext uri="{FF2B5EF4-FFF2-40B4-BE49-F238E27FC236}">
                    <a16:creationId xmlns:a16="http://schemas.microsoft.com/office/drawing/2014/main" id="{D92A5F66-F404-433B-BDBE-5E0DFF40D65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4832" name="Freeform 35">
                <a:extLst>
                  <a:ext uri="{FF2B5EF4-FFF2-40B4-BE49-F238E27FC236}">
                    <a16:creationId xmlns:a16="http://schemas.microsoft.com/office/drawing/2014/main" id="{0A0BDF81-64CC-431D-81B1-A21938C054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4833" name="Freeform 36">
                <a:extLst>
                  <a:ext uri="{FF2B5EF4-FFF2-40B4-BE49-F238E27FC236}">
                    <a16:creationId xmlns:a16="http://schemas.microsoft.com/office/drawing/2014/main" id="{42871530-50EC-42C2-879A-AE8154DADC0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4834" name="Freeform 37">
                <a:extLst>
                  <a:ext uri="{FF2B5EF4-FFF2-40B4-BE49-F238E27FC236}">
                    <a16:creationId xmlns:a16="http://schemas.microsoft.com/office/drawing/2014/main" id="{53AF2F2A-B148-4906-B90D-6E22239784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4835" name="Freeform 38">
                <a:extLst>
                  <a:ext uri="{FF2B5EF4-FFF2-40B4-BE49-F238E27FC236}">
                    <a16:creationId xmlns:a16="http://schemas.microsoft.com/office/drawing/2014/main" id="{9A79EAA4-6F5D-4A2C-B688-CD29C2217C0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4836" name="Freeform 39">
                <a:extLst>
                  <a:ext uri="{FF2B5EF4-FFF2-40B4-BE49-F238E27FC236}">
                    <a16:creationId xmlns:a16="http://schemas.microsoft.com/office/drawing/2014/main" id="{B9CE5833-22CF-4408-9338-4B7749FEA3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4837" name="Freeform 40">
                <a:extLst>
                  <a:ext uri="{FF2B5EF4-FFF2-40B4-BE49-F238E27FC236}">
                    <a16:creationId xmlns:a16="http://schemas.microsoft.com/office/drawing/2014/main" id="{316A985A-7ADD-4BEE-A7B6-E5B49E1839E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4838" name="Rectangle 41">
                <a:extLst>
                  <a:ext uri="{FF2B5EF4-FFF2-40B4-BE49-F238E27FC236}">
                    <a16:creationId xmlns:a16="http://schemas.microsoft.com/office/drawing/2014/main" id="{352CFA3F-5CFE-412E-9196-C966F34579D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tr-TR"/>
              </a:p>
            </p:txBody>
          </p:sp>
        </p:grpSp>
      </p:grpSp>
      <p:pic>
        <p:nvPicPr>
          <p:cNvPr id="34867" name="Picture 2">
            <a:extLst>
              <a:ext uri="{FF2B5EF4-FFF2-40B4-BE49-F238E27FC236}">
                <a16:creationId xmlns:a16="http://schemas.microsoft.com/office/drawing/2014/main" id="{2FB01CCF-839B-4126-9BF9-132C64D8A1A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 xmlns:a16="http://schemas.microsoft.com/office/drawing/2014/main" xmlns:p14="http://schemas.microsoft.com/office/powerpoint/2010/main" xmlns:a14="http://schemas.microsoft.com/office/drawing/2010/main">
                <a:solidFill>
                  <a:srgbClr val="FFFFFF"/>
                </a:solidFill>
              </a14:hiddenFill>
            </a:ext>
          </a:extLst>
        </p:spPr>
      </p:pic>
      <p:sp>
        <p:nvSpPr>
          <p:cNvPr id="34818" name="Rectangle 2">
            <a:extLst>
              <a:ext uri="{FF2B5EF4-FFF2-40B4-BE49-F238E27FC236}">
                <a16:creationId xmlns:a16="http://schemas.microsoft.com/office/drawing/2014/main" id="{B4763234-813E-CD9D-D61E-97DF97A0FEDE}"/>
              </a:ext>
            </a:extLst>
          </p:cNvPr>
          <p:cNvSpPr>
            <a:spLocks noGrp="1" noChangeArrowheads="1"/>
          </p:cNvSpPr>
          <p:nvPr>
            <p:ph type="title"/>
          </p:nvPr>
        </p:nvSpPr>
        <p:spPr>
          <a:xfrm>
            <a:off x="5128643" y="618518"/>
            <a:ext cx="6188402" cy="1478570"/>
          </a:xfrm>
        </p:spPr>
        <p:txBody>
          <a:bodyPr>
            <a:normAutofit/>
          </a:bodyPr>
          <a:lstStyle/>
          <a:p>
            <a:pPr eaLnBrk="1" hangingPunct="1"/>
            <a:r>
              <a:rPr lang="en-US" altLang="en-US" b="1" dirty="0">
                <a:solidFill>
                  <a:srgbClr val="FFFFFF"/>
                </a:solidFill>
              </a:rPr>
              <a:t>M</a:t>
            </a:r>
            <a:r>
              <a:rPr lang="tr-TR" altLang="en-US" b="1" dirty="0">
                <a:solidFill>
                  <a:srgbClr val="FFFFFF"/>
                </a:solidFill>
              </a:rPr>
              <a:t>İ</a:t>
            </a:r>
            <a:r>
              <a:rPr lang="en-US" altLang="en-US" b="1" dirty="0" err="1">
                <a:solidFill>
                  <a:srgbClr val="FFFFFF"/>
                </a:solidFill>
              </a:rPr>
              <a:t>kroelektrotlar</a:t>
            </a:r>
            <a:endParaRPr lang="en-US" altLang="en-US" b="1" dirty="0">
              <a:solidFill>
                <a:srgbClr val="FFFFFF"/>
              </a:solidFill>
            </a:endParaRPr>
          </a:p>
        </p:txBody>
      </p:sp>
      <p:sp useBgFill="1">
        <p:nvSpPr>
          <p:cNvPr id="34869" name="Round Diagonal Corner Rectangle 6">
            <a:extLst>
              <a:ext uri="{FF2B5EF4-FFF2-40B4-BE49-F238E27FC236}">
                <a16:creationId xmlns:a16="http://schemas.microsoft.com/office/drawing/2014/main" id="{F2B1468C-8227-4785-8776-7BDBDDF08F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4579" y="808057"/>
            <a:ext cx="3821429" cy="5234394"/>
          </a:xfrm>
          <a:prstGeom prst="round2DiagRect">
            <a:avLst>
              <a:gd name="adj1" fmla="val 11323"/>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7">
            <a:extLst>
              <a:ext uri="{FF2B5EF4-FFF2-40B4-BE49-F238E27FC236}">
                <a16:creationId xmlns:a16="http://schemas.microsoft.com/office/drawing/2014/main" id="{0F876154-C9F9-48E6-7307-7A5CC292E71E}"/>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a:xfrm>
            <a:off x="1126617" y="1651787"/>
            <a:ext cx="3178638" cy="3548964"/>
          </a:xfrm>
          <a:prstGeom prst="rect">
            <a:avLst/>
          </a:prstGeom>
          <a:noFill/>
        </p:spPr>
      </p:pic>
      <p:sp>
        <p:nvSpPr>
          <p:cNvPr id="34819" name="Rectangle 3">
            <a:extLst>
              <a:ext uri="{FF2B5EF4-FFF2-40B4-BE49-F238E27FC236}">
                <a16:creationId xmlns:a16="http://schemas.microsoft.com/office/drawing/2014/main" id="{E68E1008-FB83-DA84-CFFC-7599A8DDAD25}"/>
              </a:ext>
            </a:extLst>
          </p:cNvPr>
          <p:cNvSpPr>
            <a:spLocks noGrp="1" noChangeArrowheads="1"/>
          </p:cNvSpPr>
          <p:nvPr>
            <p:ph idx="1"/>
          </p:nvPr>
        </p:nvSpPr>
        <p:spPr>
          <a:xfrm>
            <a:off x="5128643" y="2249487"/>
            <a:ext cx="6188402" cy="3541714"/>
          </a:xfrm>
        </p:spPr>
        <p:txBody>
          <a:bodyPr>
            <a:normAutofit/>
          </a:bodyPr>
          <a:lstStyle/>
          <a:p>
            <a:pPr eaLnBrk="1" hangingPunct="1">
              <a:lnSpc>
                <a:spcPct val="110000"/>
              </a:lnSpc>
            </a:pPr>
            <a:r>
              <a:rPr lang="en-US" altLang="en-US" sz="1500">
                <a:solidFill>
                  <a:srgbClr val="FFFFFF"/>
                </a:solidFill>
              </a:rPr>
              <a:t>Uyarılabilen hücrelerin elektriksel davranışlarını inceleyebilmek için hücre zarı ile</a:t>
            </a:r>
            <a:r>
              <a:rPr lang="tr-TR" altLang="en-US" sz="1500">
                <a:solidFill>
                  <a:srgbClr val="FFFFFF"/>
                </a:solidFill>
              </a:rPr>
              <a:t> </a:t>
            </a:r>
            <a:r>
              <a:rPr lang="en-US" altLang="en-US" sz="1500">
                <a:solidFill>
                  <a:srgbClr val="FFFFFF"/>
                </a:solidFill>
              </a:rPr>
              <a:t>bölünen hücre içi ve hücre dışı arasındaki potansiyel farkını ölçmek gerekmektedir. </a:t>
            </a:r>
            <a:endParaRPr lang="tr-TR" altLang="en-US" sz="1500">
              <a:solidFill>
                <a:srgbClr val="FFFFFF"/>
              </a:solidFill>
            </a:endParaRPr>
          </a:p>
          <a:p>
            <a:pPr eaLnBrk="1" hangingPunct="1">
              <a:lnSpc>
                <a:spcPct val="110000"/>
              </a:lnSpc>
            </a:pPr>
            <a:r>
              <a:rPr lang="en-US" altLang="en-US" sz="1500">
                <a:solidFill>
                  <a:srgbClr val="FFFFFF"/>
                </a:solidFill>
              </a:rPr>
              <a:t>Bunu</a:t>
            </a:r>
            <a:r>
              <a:rPr lang="tr-TR" altLang="en-US" sz="1500">
                <a:solidFill>
                  <a:srgbClr val="FFFFFF"/>
                </a:solidFill>
              </a:rPr>
              <a:t> </a:t>
            </a:r>
            <a:r>
              <a:rPr lang="en-US" altLang="en-US" sz="1500">
                <a:solidFill>
                  <a:srgbClr val="FFFFFF"/>
                </a:solidFill>
              </a:rPr>
              <a:t>gerçekleştirmek için hücreyi tahrip etmeyecek ve elektriksel davranışını bozmayacak bir</a:t>
            </a:r>
            <a:r>
              <a:rPr lang="tr-TR" altLang="en-US" sz="1500">
                <a:solidFill>
                  <a:srgbClr val="FFFFFF"/>
                </a:solidFill>
              </a:rPr>
              <a:t> </a:t>
            </a:r>
            <a:r>
              <a:rPr lang="en-US" altLang="en-US" sz="1500">
                <a:solidFill>
                  <a:srgbClr val="FFFFFF"/>
                </a:solidFill>
              </a:rPr>
              <a:t>elektrodun hücre içine daldırılması gerekmektedir.</a:t>
            </a:r>
          </a:p>
          <a:p>
            <a:pPr eaLnBrk="1" hangingPunct="1">
              <a:lnSpc>
                <a:spcPct val="110000"/>
              </a:lnSpc>
            </a:pPr>
            <a:r>
              <a:rPr lang="en-US" altLang="en-US" sz="1500">
                <a:solidFill>
                  <a:srgbClr val="FFFFFF"/>
                </a:solidFill>
              </a:rPr>
              <a:t>Bu amaç için kullanılan ve uç çapları 0,05–10 μm arasında değişen ve hücre zarını</a:t>
            </a:r>
            <a:r>
              <a:rPr lang="tr-TR" altLang="en-US" sz="1500">
                <a:solidFill>
                  <a:srgbClr val="FFFFFF"/>
                </a:solidFill>
              </a:rPr>
              <a:t> </a:t>
            </a:r>
            <a:r>
              <a:rPr lang="en-US" altLang="en-US" sz="1500">
                <a:solidFill>
                  <a:srgbClr val="FFFFFF"/>
                </a:solidFill>
              </a:rPr>
              <a:t>delerek mekanik olarak kararlı kalabilecek durumda olan elektrotlara mikroelektrotlar adı</a:t>
            </a:r>
            <a:r>
              <a:rPr lang="tr-TR" altLang="en-US" sz="1500">
                <a:solidFill>
                  <a:srgbClr val="FFFFFF"/>
                </a:solidFill>
              </a:rPr>
              <a:t> verilir.</a:t>
            </a:r>
          </a:p>
          <a:p>
            <a:pPr eaLnBrk="1" hangingPunct="1">
              <a:lnSpc>
                <a:spcPct val="110000"/>
              </a:lnSpc>
            </a:pPr>
            <a:r>
              <a:rPr lang="en-US" altLang="en-US" sz="1500">
                <a:solidFill>
                  <a:srgbClr val="FFFFFF"/>
                </a:solidFill>
              </a:rPr>
              <a:t>Resimde bir mikroelektrodun hücre içine daldırılışı yüzlerce kez büyütülmüş</a:t>
            </a:r>
            <a:r>
              <a:rPr lang="tr-TR" altLang="en-US" sz="1500">
                <a:solidFill>
                  <a:srgbClr val="FFFFFF"/>
                </a:solidFill>
              </a:rPr>
              <a:t> </a:t>
            </a:r>
            <a:r>
              <a:rPr lang="en-US" altLang="en-US" sz="1500">
                <a:solidFill>
                  <a:srgbClr val="FFFFFF"/>
                </a:solidFill>
              </a:rPr>
              <a:t>olarak görülüyor. Yine aynı resimde temsili olarak bir hücrenin içindeki ve dışındaki</a:t>
            </a:r>
            <a:r>
              <a:rPr lang="tr-TR" altLang="en-US" sz="1500">
                <a:solidFill>
                  <a:srgbClr val="FFFFFF"/>
                </a:solidFill>
              </a:rPr>
              <a:t>  </a:t>
            </a:r>
            <a:r>
              <a:rPr lang="en-US" altLang="en-US" sz="1500">
                <a:solidFill>
                  <a:srgbClr val="FFFFFF"/>
                </a:solidFill>
              </a:rPr>
              <a:t>potansiyel farkının mikroelektrotlarla ölçülmesi görülüyor.</a:t>
            </a:r>
          </a:p>
        </p:txBody>
      </p:sp>
      <p:sp>
        <p:nvSpPr>
          <p:cNvPr id="3" name="Alt Bilgi Yer Tutucusu 2">
            <a:extLst>
              <a:ext uri="{FF2B5EF4-FFF2-40B4-BE49-F238E27FC236}">
                <a16:creationId xmlns:a16="http://schemas.microsoft.com/office/drawing/2014/main" id="{3D5E7ED8-89B4-0109-D3A2-6E2429086781}"/>
              </a:ext>
            </a:extLst>
          </p:cNvPr>
          <p:cNvSpPr>
            <a:spLocks noGrp="1"/>
          </p:cNvSpPr>
          <p:nvPr>
            <p:ph type="ftr" sz="quarter" idx="11"/>
          </p:nvPr>
        </p:nvSpPr>
        <p:spPr/>
        <p:txBody>
          <a:bodyPr/>
          <a:lstStyle/>
          <a:p>
            <a:r>
              <a:rPr lang="en-US"/>
              <a:t>MEHMET FATİH KARAKAŞ</a:t>
            </a:r>
            <a:endParaRPr lang="en-US" dirty="0"/>
          </a:p>
        </p:txBody>
      </p:sp>
    </p:spTree>
    <p:extLst>
      <p:ext uri="{BB962C8B-B14F-4D97-AF65-F5344CB8AC3E}">
        <p14:creationId xmlns:p14="http://schemas.microsoft.com/office/powerpoint/2010/main" val="334477926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pic>
        <p:nvPicPr>
          <p:cNvPr id="37991" name="Picture 2">
            <a:extLst>
              <a:ext uri="{FF2B5EF4-FFF2-40B4-BE49-F238E27FC236}">
                <a16:creationId xmlns:a16="http://schemas.microsoft.com/office/drawing/2014/main" id="{FD3BFD04-77D1-4FB5-A159-35084E2C614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6="http://schemas.microsoft.com/office/drawing/2014/main" xmlns:p14="http://schemas.microsoft.com/office/powerpoint/2010/main" xmlns:a14="http://schemas.microsoft.com/office/drawing/2010/main">
                <a:solidFill>
                  <a:srgbClr val="FFFFFF"/>
                </a:solidFill>
              </a14:hiddenFill>
            </a:ext>
          </a:extLst>
        </p:spPr>
      </p:pic>
      <p:grpSp>
        <p:nvGrpSpPr>
          <p:cNvPr id="37992" name="Group 37947">
            <a:extLst>
              <a:ext uri="{FF2B5EF4-FFF2-40B4-BE49-F238E27FC236}">
                <a16:creationId xmlns:a16="http://schemas.microsoft.com/office/drawing/2014/main" id="{30B85FB2-B686-4546-B01D-17A122BACAF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053888" cy="6858001"/>
            <a:chOff x="-14288" y="0"/>
            <a:chExt cx="12053888" cy="6858001"/>
          </a:xfrm>
        </p:grpSpPr>
        <p:grpSp>
          <p:nvGrpSpPr>
            <p:cNvPr id="37949" name="Group 37948">
              <a:extLst>
                <a:ext uri="{FF2B5EF4-FFF2-40B4-BE49-F238E27FC236}">
                  <a16:creationId xmlns:a16="http://schemas.microsoft.com/office/drawing/2014/main" id="{45CCB97F-DB3B-4939-ABF0-CEDED724964E}"/>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37961" name="Rectangle 5">
                <a:extLst>
                  <a:ext uri="{FF2B5EF4-FFF2-40B4-BE49-F238E27FC236}">
                    <a16:creationId xmlns:a16="http://schemas.microsoft.com/office/drawing/2014/main" id="{9DEDF1F5-B144-4E61-A93B-DF131E62CEFA}"/>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tr-TR"/>
              </a:p>
            </p:txBody>
          </p:sp>
          <p:sp>
            <p:nvSpPr>
              <p:cNvPr id="37962" name="Freeform 6">
                <a:extLst>
                  <a:ext uri="{FF2B5EF4-FFF2-40B4-BE49-F238E27FC236}">
                    <a16:creationId xmlns:a16="http://schemas.microsoft.com/office/drawing/2014/main" id="{AB937A00-7D28-489C-BF2D-85C9FE13301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7963" name="Freeform 7">
                <a:extLst>
                  <a:ext uri="{FF2B5EF4-FFF2-40B4-BE49-F238E27FC236}">
                    <a16:creationId xmlns:a16="http://schemas.microsoft.com/office/drawing/2014/main" id="{9B6FDA50-4B9D-47D9-8807-59651FD0D3F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7964" name="Freeform 8">
                <a:extLst>
                  <a:ext uri="{FF2B5EF4-FFF2-40B4-BE49-F238E27FC236}">
                    <a16:creationId xmlns:a16="http://schemas.microsoft.com/office/drawing/2014/main" id="{BFBE3212-C518-48C0-A538-22E13450EE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7965" name="Freeform 9">
                <a:extLst>
                  <a:ext uri="{FF2B5EF4-FFF2-40B4-BE49-F238E27FC236}">
                    <a16:creationId xmlns:a16="http://schemas.microsoft.com/office/drawing/2014/main" id="{DB66EBCA-80AB-4133-A201-9F8134577F3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7966" name="Freeform 10">
                <a:extLst>
                  <a:ext uri="{FF2B5EF4-FFF2-40B4-BE49-F238E27FC236}">
                    <a16:creationId xmlns:a16="http://schemas.microsoft.com/office/drawing/2014/main" id="{BE2107C9-8602-4900-B4B4-D13611B68B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7967" name="Freeform 11">
                <a:extLst>
                  <a:ext uri="{FF2B5EF4-FFF2-40B4-BE49-F238E27FC236}">
                    <a16:creationId xmlns:a16="http://schemas.microsoft.com/office/drawing/2014/main" id="{24B5E7BF-E3D5-41ED-908A-569FA6DE45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7968" name="Freeform 12">
                <a:extLst>
                  <a:ext uri="{FF2B5EF4-FFF2-40B4-BE49-F238E27FC236}">
                    <a16:creationId xmlns:a16="http://schemas.microsoft.com/office/drawing/2014/main" id="{D270C773-B463-4311-BB4C-DC4C44FDAA9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7969" name="Freeform 13">
                <a:extLst>
                  <a:ext uri="{FF2B5EF4-FFF2-40B4-BE49-F238E27FC236}">
                    <a16:creationId xmlns:a16="http://schemas.microsoft.com/office/drawing/2014/main" id="{6BC18564-A239-4C4B-B7D5-4A3769CE3DA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7970" name="Freeform 14">
                <a:extLst>
                  <a:ext uri="{FF2B5EF4-FFF2-40B4-BE49-F238E27FC236}">
                    <a16:creationId xmlns:a16="http://schemas.microsoft.com/office/drawing/2014/main" id="{3D9A7A0F-04F5-4EF6-B884-50AE0610F1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7971" name="Freeform 15">
                <a:extLst>
                  <a:ext uri="{FF2B5EF4-FFF2-40B4-BE49-F238E27FC236}">
                    <a16:creationId xmlns:a16="http://schemas.microsoft.com/office/drawing/2014/main" id="{7E0D4876-341D-4983-815A-4AEDD46F6FD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7972" name="Line 16">
                <a:extLst>
                  <a:ext uri="{FF2B5EF4-FFF2-40B4-BE49-F238E27FC236}">
                    <a16:creationId xmlns:a16="http://schemas.microsoft.com/office/drawing/2014/main" id="{5BEF60E7-344C-49D0-8748-3A3A37BD3F40}"/>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tr-TR"/>
              </a:p>
            </p:txBody>
          </p:sp>
          <p:sp>
            <p:nvSpPr>
              <p:cNvPr id="37973" name="Freeform 17">
                <a:extLst>
                  <a:ext uri="{FF2B5EF4-FFF2-40B4-BE49-F238E27FC236}">
                    <a16:creationId xmlns:a16="http://schemas.microsoft.com/office/drawing/2014/main" id="{FB606D79-EB93-49B4-9387-4302CC9F3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7974" name="Freeform 18">
                <a:extLst>
                  <a:ext uri="{FF2B5EF4-FFF2-40B4-BE49-F238E27FC236}">
                    <a16:creationId xmlns:a16="http://schemas.microsoft.com/office/drawing/2014/main" id="{BF49C646-5DA1-4717-B05F-99AB8E046E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7975" name="Freeform 19">
                <a:extLst>
                  <a:ext uri="{FF2B5EF4-FFF2-40B4-BE49-F238E27FC236}">
                    <a16:creationId xmlns:a16="http://schemas.microsoft.com/office/drawing/2014/main" id="{ADE02A67-7AE8-4FC3-B101-230871F1DF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7976" name="Freeform 20">
                <a:extLst>
                  <a:ext uri="{FF2B5EF4-FFF2-40B4-BE49-F238E27FC236}">
                    <a16:creationId xmlns:a16="http://schemas.microsoft.com/office/drawing/2014/main" id="{72BAD5DE-952F-4D28-96DE-61ECA1FFE2B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7977" name="Rectangle 21">
                <a:extLst>
                  <a:ext uri="{FF2B5EF4-FFF2-40B4-BE49-F238E27FC236}">
                    <a16:creationId xmlns:a16="http://schemas.microsoft.com/office/drawing/2014/main" id="{51BB8E4C-85FF-4480-A425-F9C672FCD70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tr-TR"/>
              </a:p>
            </p:txBody>
          </p:sp>
          <p:sp>
            <p:nvSpPr>
              <p:cNvPr id="37978" name="Freeform 22">
                <a:extLst>
                  <a:ext uri="{FF2B5EF4-FFF2-40B4-BE49-F238E27FC236}">
                    <a16:creationId xmlns:a16="http://schemas.microsoft.com/office/drawing/2014/main" id="{3E649AA8-8534-4C24-BA83-9C0F4D9C09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7979" name="Freeform 23">
                <a:extLst>
                  <a:ext uri="{FF2B5EF4-FFF2-40B4-BE49-F238E27FC236}">
                    <a16:creationId xmlns:a16="http://schemas.microsoft.com/office/drawing/2014/main" id="{3A3C2D0A-7FF6-4F97-99B9-973E5E8381A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7980" name="Freeform 24">
                <a:extLst>
                  <a:ext uri="{FF2B5EF4-FFF2-40B4-BE49-F238E27FC236}">
                    <a16:creationId xmlns:a16="http://schemas.microsoft.com/office/drawing/2014/main" id="{1D33A404-96DB-40D1-A361-5C09D2FF75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7981" name="Freeform 25">
                <a:extLst>
                  <a:ext uri="{FF2B5EF4-FFF2-40B4-BE49-F238E27FC236}">
                    <a16:creationId xmlns:a16="http://schemas.microsoft.com/office/drawing/2014/main" id="{B67A8029-EDD8-46B3-A24F-3484B84ADA1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7982" name="Freeform 26">
                <a:extLst>
                  <a:ext uri="{FF2B5EF4-FFF2-40B4-BE49-F238E27FC236}">
                    <a16:creationId xmlns:a16="http://schemas.microsoft.com/office/drawing/2014/main" id="{2C111128-EAC0-4125-BEAF-48D4861BE2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7983" name="Freeform 27">
                <a:extLst>
                  <a:ext uri="{FF2B5EF4-FFF2-40B4-BE49-F238E27FC236}">
                    <a16:creationId xmlns:a16="http://schemas.microsoft.com/office/drawing/2014/main" id="{90EF503E-0E60-484F-8786-498B524487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7984" name="Freeform 28">
                <a:extLst>
                  <a:ext uri="{FF2B5EF4-FFF2-40B4-BE49-F238E27FC236}">
                    <a16:creationId xmlns:a16="http://schemas.microsoft.com/office/drawing/2014/main" id="{BAEB64C1-8AA2-4861-8AFD-01864EF2384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7985" name="Freeform 29">
                <a:extLst>
                  <a:ext uri="{FF2B5EF4-FFF2-40B4-BE49-F238E27FC236}">
                    <a16:creationId xmlns:a16="http://schemas.microsoft.com/office/drawing/2014/main" id="{7B868A5A-03B3-474C-AB72-31AB04835E7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7986" name="Freeform 30">
                <a:extLst>
                  <a:ext uri="{FF2B5EF4-FFF2-40B4-BE49-F238E27FC236}">
                    <a16:creationId xmlns:a16="http://schemas.microsoft.com/office/drawing/2014/main" id="{C09ACD48-1E0F-4BCB-9028-0B79C43DE5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7987" name="Freeform 31">
                <a:extLst>
                  <a:ext uri="{FF2B5EF4-FFF2-40B4-BE49-F238E27FC236}">
                    <a16:creationId xmlns:a16="http://schemas.microsoft.com/office/drawing/2014/main" id="{B5D4FF3D-341E-4DFE-B4CD-9916246F59D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grpSp>
        <p:grpSp>
          <p:nvGrpSpPr>
            <p:cNvPr id="37950" name="Group 37949">
              <a:extLst>
                <a:ext uri="{FF2B5EF4-FFF2-40B4-BE49-F238E27FC236}">
                  <a16:creationId xmlns:a16="http://schemas.microsoft.com/office/drawing/2014/main" id="{3E7B0719-8F32-457D-83EB-E0A00622B48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37951" name="Freeform 32">
                <a:extLst>
                  <a:ext uri="{FF2B5EF4-FFF2-40B4-BE49-F238E27FC236}">
                    <a16:creationId xmlns:a16="http://schemas.microsoft.com/office/drawing/2014/main" id="{E056FF60-EFE3-4685-95A1-AEDB7F5626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7952" name="Freeform 33">
                <a:extLst>
                  <a:ext uri="{FF2B5EF4-FFF2-40B4-BE49-F238E27FC236}">
                    <a16:creationId xmlns:a16="http://schemas.microsoft.com/office/drawing/2014/main" id="{5E9EA8FB-5CA0-4030-853C-54B49930493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7953" name="Freeform 34">
                <a:extLst>
                  <a:ext uri="{FF2B5EF4-FFF2-40B4-BE49-F238E27FC236}">
                    <a16:creationId xmlns:a16="http://schemas.microsoft.com/office/drawing/2014/main" id="{387B387A-44A6-42A0-BACA-71AC19FCA04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7954" name="Freeform 35">
                <a:extLst>
                  <a:ext uri="{FF2B5EF4-FFF2-40B4-BE49-F238E27FC236}">
                    <a16:creationId xmlns:a16="http://schemas.microsoft.com/office/drawing/2014/main" id="{4424F11E-20C0-4CFE-BE79-CDE4469FED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7955" name="Freeform 36">
                <a:extLst>
                  <a:ext uri="{FF2B5EF4-FFF2-40B4-BE49-F238E27FC236}">
                    <a16:creationId xmlns:a16="http://schemas.microsoft.com/office/drawing/2014/main" id="{7BEDF974-EB25-4769-BDD6-F16430FF2C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7956" name="Freeform 37">
                <a:extLst>
                  <a:ext uri="{FF2B5EF4-FFF2-40B4-BE49-F238E27FC236}">
                    <a16:creationId xmlns:a16="http://schemas.microsoft.com/office/drawing/2014/main" id="{7AD36026-D842-4FF4-905B-CEA8481F55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7957" name="Freeform 38">
                <a:extLst>
                  <a:ext uri="{FF2B5EF4-FFF2-40B4-BE49-F238E27FC236}">
                    <a16:creationId xmlns:a16="http://schemas.microsoft.com/office/drawing/2014/main" id="{5EBAAB58-B39B-410E-97BA-4D33B0A9C0E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7958" name="Freeform 39">
                <a:extLst>
                  <a:ext uri="{FF2B5EF4-FFF2-40B4-BE49-F238E27FC236}">
                    <a16:creationId xmlns:a16="http://schemas.microsoft.com/office/drawing/2014/main" id="{57F900A9-A201-4C4D-9229-14F784AECE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7959" name="Freeform 40">
                <a:extLst>
                  <a:ext uri="{FF2B5EF4-FFF2-40B4-BE49-F238E27FC236}">
                    <a16:creationId xmlns:a16="http://schemas.microsoft.com/office/drawing/2014/main" id="{EFF4B280-5D63-4917-8757-8088E70BA2B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7960" name="Rectangle 41">
                <a:extLst>
                  <a:ext uri="{FF2B5EF4-FFF2-40B4-BE49-F238E27FC236}">
                    <a16:creationId xmlns:a16="http://schemas.microsoft.com/office/drawing/2014/main" id="{9CD67EA3-2BB1-4AE4-AFF9-BE18B6161B6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tr-TR"/>
              </a:p>
            </p:txBody>
          </p:sp>
        </p:grpSp>
      </p:grpSp>
      <p:sp>
        <p:nvSpPr>
          <p:cNvPr id="37890" name="Rectangle 2">
            <a:extLst>
              <a:ext uri="{FF2B5EF4-FFF2-40B4-BE49-F238E27FC236}">
                <a16:creationId xmlns:a16="http://schemas.microsoft.com/office/drawing/2014/main" id="{948A08F8-2535-B33E-BD30-D27C3940396C}"/>
              </a:ext>
            </a:extLst>
          </p:cNvPr>
          <p:cNvSpPr>
            <a:spLocks noGrp="1" noChangeArrowheads="1"/>
          </p:cNvSpPr>
          <p:nvPr>
            <p:ph type="title"/>
          </p:nvPr>
        </p:nvSpPr>
        <p:spPr>
          <a:xfrm>
            <a:off x="1141413" y="618518"/>
            <a:ext cx="9905998" cy="1478570"/>
          </a:xfrm>
        </p:spPr>
        <p:txBody>
          <a:bodyPr vert="horz" lIns="91440" tIns="45720" rIns="91440" bIns="45720" rtlCol="0" anchor="ctr">
            <a:normAutofit/>
          </a:bodyPr>
          <a:lstStyle/>
          <a:p>
            <a:r>
              <a:rPr lang="en-US" altLang="en-US" b="1"/>
              <a:t>Uyarım</a:t>
            </a:r>
            <a:r>
              <a:rPr lang="en-US" altLang="en-US" b="1" dirty="0"/>
              <a:t> </a:t>
            </a:r>
            <a:r>
              <a:rPr lang="en-US" altLang="en-US" b="1"/>
              <a:t>Amaçlı</a:t>
            </a:r>
            <a:r>
              <a:rPr lang="en-US" altLang="en-US" b="1" dirty="0"/>
              <a:t> </a:t>
            </a:r>
            <a:r>
              <a:rPr lang="en-US" altLang="en-US" b="1"/>
              <a:t>Elektrotlar</a:t>
            </a:r>
          </a:p>
        </p:txBody>
      </p:sp>
      <p:pic>
        <p:nvPicPr>
          <p:cNvPr id="37893" name="Picture 7">
            <a:extLst>
              <a:ext uri="{FF2B5EF4-FFF2-40B4-BE49-F238E27FC236}">
                <a16:creationId xmlns:a16="http://schemas.microsoft.com/office/drawing/2014/main" id="{1F8E15FF-0F31-B47D-3B86-CE8F80998AA5}"/>
              </a:ext>
            </a:extLst>
          </p:cNvPr>
          <p:cNvPicPr>
            <a:picLocks noGrp="1" noChangeAspect="1" noChangeArrowheads="1"/>
          </p:cNvPicPr>
          <p:nvPr>
            <p:ph sz="quarter" idx="3"/>
          </p:nvPr>
        </p:nvPicPr>
        <p:blipFill>
          <a:blip r:embed="rId4">
            <a:extLst>
              <a:ext uri="{28A0092B-C50C-407E-A947-70E740481C1C}">
                <a14:useLocalDpi xmlns:a14="http://schemas.microsoft.com/office/drawing/2010/main" val="0"/>
              </a:ext>
            </a:extLst>
          </a:blip>
          <a:stretch>
            <a:fillRect/>
          </a:stretch>
        </p:blipFill>
        <p:spPr>
          <a:xfrm>
            <a:off x="2134708" y="2249487"/>
            <a:ext cx="1508003" cy="1692529"/>
          </a:xfrm>
          <a:prstGeom prst="round2DiagRect">
            <a:avLst>
              <a:gd name="adj1" fmla="val 5608"/>
              <a:gd name="adj2" fmla="val 0"/>
            </a:avLst>
          </a:prstGeom>
          <a:noFill/>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pic>
      <p:pic>
        <p:nvPicPr>
          <p:cNvPr id="37892" name="Picture 6">
            <a:extLst>
              <a:ext uri="{FF2B5EF4-FFF2-40B4-BE49-F238E27FC236}">
                <a16:creationId xmlns:a16="http://schemas.microsoft.com/office/drawing/2014/main" id="{B36621FD-4ED7-A68D-451E-6DEA608D255F}"/>
              </a:ext>
            </a:extLst>
          </p:cNvPr>
          <p:cNvPicPr>
            <a:picLocks noGrp="1" noChangeAspect="1" noChangeArrowheads="1"/>
          </p:cNvPicPr>
          <p:nvPr>
            <p:ph sz="quarter" idx="2"/>
          </p:nvPr>
        </p:nvPicPr>
        <p:blipFill>
          <a:blip r:embed="rId5">
            <a:extLst>
              <a:ext uri="{28A0092B-C50C-407E-A947-70E740481C1C}">
                <a14:useLocalDpi xmlns:a14="http://schemas.microsoft.com/office/drawing/2010/main" val="0"/>
              </a:ext>
            </a:extLst>
          </a:blip>
          <a:stretch>
            <a:fillRect/>
          </a:stretch>
        </p:blipFill>
        <p:spPr>
          <a:xfrm>
            <a:off x="2127648" y="4106607"/>
            <a:ext cx="1522120" cy="1692529"/>
          </a:xfrm>
          <a:prstGeom prst="round2DiagRect">
            <a:avLst>
              <a:gd name="adj1" fmla="val 5608"/>
              <a:gd name="adj2" fmla="val 0"/>
            </a:avLst>
          </a:prstGeom>
          <a:noFill/>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pic>
      <p:sp>
        <p:nvSpPr>
          <p:cNvPr id="37891" name="Rectangle 3">
            <a:extLst>
              <a:ext uri="{FF2B5EF4-FFF2-40B4-BE49-F238E27FC236}">
                <a16:creationId xmlns:a16="http://schemas.microsoft.com/office/drawing/2014/main" id="{0AD08772-B994-F547-9A26-30D788C289BC}"/>
              </a:ext>
            </a:extLst>
          </p:cNvPr>
          <p:cNvSpPr>
            <a:spLocks noGrp="1" noChangeArrowheads="1"/>
          </p:cNvSpPr>
          <p:nvPr>
            <p:ph type="body" sz="half" idx="1"/>
          </p:nvPr>
        </p:nvSpPr>
        <p:spPr>
          <a:xfrm>
            <a:off x="5034579" y="2249487"/>
            <a:ext cx="6012832" cy="3541714"/>
          </a:xfrm>
        </p:spPr>
        <p:txBody>
          <a:bodyPr vert="horz" lIns="91440" tIns="45720" rIns="91440" bIns="45720" rtlCol="0">
            <a:normAutofit/>
          </a:bodyPr>
          <a:lstStyle/>
          <a:p>
            <a:pPr>
              <a:lnSpc>
                <a:spcPct val="110000"/>
              </a:lnSpc>
            </a:pPr>
            <a:r>
              <a:rPr lang="en-US" altLang="en-US" sz="1900" b="1"/>
              <a:t>Beyin Uyarıcı (Brain stimulate) Elektrot</a:t>
            </a:r>
          </a:p>
          <a:p>
            <a:pPr>
              <a:lnSpc>
                <a:spcPct val="110000"/>
              </a:lnSpc>
            </a:pPr>
            <a:r>
              <a:rPr lang="en-US" altLang="en-US" sz="1900"/>
              <a:t>Beyin uyarıcı (brain stimulate) pacemaker cihazı, parkinson veya epilepsi hastası olan</a:t>
            </a:r>
          </a:p>
          <a:p>
            <a:pPr>
              <a:lnSpc>
                <a:spcPct val="110000"/>
              </a:lnSpc>
            </a:pPr>
            <a:r>
              <a:rPr lang="en-US" altLang="en-US" sz="1900"/>
              <a:t>     kişilere ameliyatla beyin içine elektrot kısmı, göğüs içine de cihazın ana gövdesi gelecek</a:t>
            </a:r>
          </a:p>
          <a:p>
            <a:pPr>
              <a:lnSpc>
                <a:spcPct val="110000"/>
              </a:lnSpc>
            </a:pPr>
            <a:r>
              <a:rPr lang="en-US" altLang="en-US" sz="1900"/>
              <a:t>     şekilde yerleştirilir.</a:t>
            </a:r>
          </a:p>
          <a:p>
            <a:pPr>
              <a:lnSpc>
                <a:spcPct val="110000"/>
              </a:lnSpc>
            </a:pPr>
            <a:r>
              <a:rPr lang="en-US" altLang="en-US" sz="1900"/>
              <a:t>Cihaz, pil ile çalışmakta olup ürettiği sinyaller elektrot yardımıyla beyne iletilerek beynin uyarılması ve fonksiyonlarını normal yapması sağlanır.</a:t>
            </a:r>
          </a:p>
        </p:txBody>
      </p:sp>
      <p:sp>
        <p:nvSpPr>
          <p:cNvPr id="2" name="Alt Bilgi Yer Tutucusu 1">
            <a:extLst>
              <a:ext uri="{FF2B5EF4-FFF2-40B4-BE49-F238E27FC236}">
                <a16:creationId xmlns:a16="http://schemas.microsoft.com/office/drawing/2014/main" id="{933DDBD7-54B5-585B-2A86-E35BEC131BDE}"/>
              </a:ext>
            </a:extLst>
          </p:cNvPr>
          <p:cNvSpPr>
            <a:spLocks noGrp="1"/>
          </p:cNvSpPr>
          <p:nvPr>
            <p:ph type="ftr" sz="quarter" idx="11"/>
          </p:nvPr>
        </p:nvSpPr>
        <p:spPr/>
        <p:txBody>
          <a:bodyPr/>
          <a:lstStyle/>
          <a:p>
            <a:pPr>
              <a:defRPr/>
            </a:pPr>
            <a:r>
              <a:rPr lang="en-US" altLang="en-US"/>
              <a:t>MEHMET FATİH KARAKAŞ</a:t>
            </a:r>
          </a:p>
        </p:txBody>
      </p:sp>
    </p:spTree>
    <p:extLst>
      <p:ext uri="{BB962C8B-B14F-4D97-AF65-F5344CB8AC3E}">
        <p14:creationId xmlns:p14="http://schemas.microsoft.com/office/powerpoint/2010/main" val="21543128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A912A55F-364A-D78B-014D-2D9A0D1B9C33}"/>
              </a:ext>
            </a:extLst>
          </p:cNvPr>
          <p:cNvSpPr>
            <a:spLocks noGrp="1" noChangeArrowheads="1"/>
          </p:cNvSpPr>
          <p:nvPr>
            <p:ph type="title"/>
          </p:nvPr>
        </p:nvSpPr>
        <p:spPr>
          <a:xfrm>
            <a:off x="5128643" y="618518"/>
            <a:ext cx="6188402" cy="1478570"/>
          </a:xfrm>
        </p:spPr>
        <p:txBody>
          <a:bodyPr>
            <a:normAutofit/>
          </a:bodyPr>
          <a:lstStyle/>
          <a:p>
            <a:pPr eaLnBrk="1" hangingPunct="1"/>
            <a:r>
              <a:rPr lang="en-US" altLang="en-US" b="1" dirty="0" err="1"/>
              <a:t>Uyarım</a:t>
            </a:r>
            <a:r>
              <a:rPr lang="en-US" altLang="en-US" b="1" dirty="0"/>
              <a:t> </a:t>
            </a:r>
            <a:r>
              <a:rPr lang="en-US" altLang="en-US" b="1" dirty="0" err="1"/>
              <a:t>Amaçlı</a:t>
            </a:r>
            <a:r>
              <a:rPr lang="en-US" altLang="en-US" b="1" dirty="0"/>
              <a:t> </a:t>
            </a:r>
            <a:r>
              <a:rPr lang="en-US" altLang="en-US" b="1" dirty="0" err="1"/>
              <a:t>Elektrotlar</a:t>
            </a:r>
            <a:endParaRPr lang="en-US" altLang="en-US" b="1" dirty="0"/>
          </a:p>
        </p:txBody>
      </p:sp>
      <p:sp>
        <p:nvSpPr>
          <p:cNvPr id="42056" name="Round Diagonal Corner Rectangle 6">
            <a:extLst>
              <a:ext uri="{FF2B5EF4-FFF2-40B4-BE49-F238E27FC236}">
                <a16:creationId xmlns:a16="http://schemas.microsoft.com/office/drawing/2014/main" id="{C169E84F-4748-4D61-A105-357962627A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4579" y="808057"/>
            <a:ext cx="3821429" cy="5234394"/>
          </a:xfrm>
          <a:prstGeom prst="round2DiagRect">
            <a:avLst>
              <a:gd name="adj1" fmla="val 11323"/>
              <a:gd name="adj2" fmla="val 0"/>
            </a:avLst>
          </a:prstGeom>
          <a:solidFill>
            <a:srgbClr val="FFFFFF"/>
          </a:solidFill>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7">
            <a:extLst>
              <a:ext uri="{FF2B5EF4-FFF2-40B4-BE49-F238E27FC236}">
                <a16:creationId xmlns:a16="http://schemas.microsoft.com/office/drawing/2014/main" id="{FC91E37A-BEEF-0970-64BF-AE0E03CEDDEE}"/>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a:xfrm>
            <a:off x="1684893" y="1137622"/>
            <a:ext cx="2062086" cy="2206352"/>
          </a:xfrm>
          <a:prstGeom prst="rect">
            <a:avLst/>
          </a:prstGeom>
          <a:noFill/>
        </p:spPr>
      </p:pic>
      <p:pic>
        <p:nvPicPr>
          <p:cNvPr id="2" name="Picture 9">
            <a:extLst>
              <a:ext uri="{FF2B5EF4-FFF2-40B4-BE49-F238E27FC236}">
                <a16:creationId xmlns:a16="http://schemas.microsoft.com/office/drawing/2014/main" id="{BFF276DC-B1F3-9EB8-14D2-D8608FB52239}"/>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a:xfrm>
            <a:off x="1451379" y="3508565"/>
            <a:ext cx="2529111" cy="2206353"/>
          </a:xfrm>
          <a:prstGeom prst="rect">
            <a:avLst/>
          </a:prstGeom>
          <a:noFill/>
        </p:spPr>
      </p:pic>
      <p:sp>
        <p:nvSpPr>
          <p:cNvPr id="41987" name="Rectangle 3">
            <a:extLst>
              <a:ext uri="{FF2B5EF4-FFF2-40B4-BE49-F238E27FC236}">
                <a16:creationId xmlns:a16="http://schemas.microsoft.com/office/drawing/2014/main" id="{D4122D00-A8D7-4F6F-F469-CFDEE9654F23}"/>
              </a:ext>
            </a:extLst>
          </p:cNvPr>
          <p:cNvSpPr>
            <a:spLocks noGrp="1" noChangeArrowheads="1"/>
          </p:cNvSpPr>
          <p:nvPr>
            <p:ph idx="1"/>
          </p:nvPr>
        </p:nvSpPr>
        <p:spPr>
          <a:xfrm>
            <a:off x="5128643" y="2249487"/>
            <a:ext cx="6188402" cy="3541714"/>
          </a:xfrm>
        </p:spPr>
        <p:txBody>
          <a:bodyPr>
            <a:normAutofit/>
          </a:bodyPr>
          <a:lstStyle/>
          <a:p>
            <a:pPr eaLnBrk="1" hangingPunct="1">
              <a:lnSpc>
                <a:spcPct val="110000"/>
              </a:lnSpc>
            </a:pPr>
            <a:r>
              <a:rPr lang="en-US" altLang="en-US" sz="1900" b="1"/>
              <a:t>Kalbi İçerden Uyaran Pacemaker (Kalp Pili) Elektrodu</a:t>
            </a:r>
            <a:endParaRPr lang="tr-TR" altLang="en-US" sz="1900" b="1"/>
          </a:p>
          <a:p>
            <a:pPr eaLnBrk="1" hangingPunct="1">
              <a:lnSpc>
                <a:spcPct val="110000"/>
              </a:lnSpc>
            </a:pPr>
            <a:r>
              <a:rPr lang="en-US" altLang="en-US" sz="1900"/>
              <a:t>Pacemaker, elektrotları yardımıyla kalbe periyodik uyartımlar vererek çalışma</a:t>
            </a:r>
            <a:r>
              <a:rPr lang="tr-TR" altLang="en-US" sz="1900"/>
              <a:t> </a:t>
            </a:r>
            <a:r>
              <a:rPr lang="en-US" altLang="en-US" sz="1900"/>
              <a:t>düzenini sağlayan bir cihazdır. </a:t>
            </a:r>
            <a:endParaRPr lang="tr-TR" altLang="en-US" sz="1900"/>
          </a:p>
          <a:p>
            <a:pPr eaLnBrk="1" hangingPunct="1">
              <a:lnSpc>
                <a:spcPct val="110000"/>
              </a:lnSpc>
            </a:pPr>
            <a:r>
              <a:rPr lang="en-US" altLang="en-US" sz="1900"/>
              <a:t>Sağ omuzun ön alt tarafindan açılarak ve damara girilerek</a:t>
            </a:r>
            <a:r>
              <a:rPr lang="tr-TR" altLang="en-US" sz="1900"/>
              <a:t> </a:t>
            </a:r>
            <a:r>
              <a:rPr lang="en-US" altLang="en-US" sz="1900"/>
              <a:t>kalpte en fazla elektriksel uyartıma uygun olan kısımlara elektrotları yerleştirilir. </a:t>
            </a:r>
            <a:endParaRPr lang="tr-TR" altLang="en-US" sz="1900"/>
          </a:p>
          <a:p>
            <a:pPr eaLnBrk="1" hangingPunct="1">
              <a:lnSpc>
                <a:spcPct val="110000"/>
              </a:lnSpc>
            </a:pPr>
            <a:r>
              <a:rPr lang="en-US" altLang="en-US" sz="1900"/>
              <a:t>Pilin</a:t>
            </a:r>
            <a:r>
              <a:rPr lang="tr-TR" altLang="en-US" sz="1900"/>
              <a:t> </a:t>
            </a:r>
            <a:r>
              <a:rPr lang="en-US" altLang="en-US" sz="1900"/>
              <a:t>kendisi ise açılan yerde deri altına yerleştirilir. Belirli aralık veya durumlara göre şok verip</a:t>
            </a:r>
            <a:r>
              <a:rPr lang="tr-TR" altLang="en-US" sz="1900"/>
              <a:t> </a:t>
            </a:r>
            <a:r>
              <a:rPr lang="en-US" altLang="en-US" sz="1900"/>
              <a:t>kalbin düzenli atışını sağlamak için programlanır. </a:t>
            </a:r>
            <a:endParaRPr lang="tr-TR" altLang="en-US" sz="1900"/>
          </a:p>
          <a:p>
            <a:pPr eaLnBrk="1" hangingPunct="1">
              <a:lnSpc>
                <a:spcPct val="110000"/>
              </a:lnSpc>
              <a:buFontTx/>
              <a:buNone/>
            </a:pPr>
            <a:endParaRPr lang="tr-TR" altLang="en-US" sz="1900"/>
          </a:p>
        </p:txBody>
      </p:sp>
      <p:sp>
        <p:nvSpPr>
          <p:cNvPr id="4" name="Alt Bilgi Yer Tutucusu 3">
            <a:extLst>
              <a:ext uri="{FF2B5EF4-FFF2-40B4-BE49-F238E27FC236}">
                <a16:creationId xmlns:a16="http://schemas.microsoft.com/office/drawing/2014/main" id="{7E7672FE-EDB2-959B-C393-D190BBA6C85C}"/>
              </a:ext>
            </a:extLst>
          </p:cNvPr>
          <p:cNvSpPr>
            <a:spLocks noGrp="1"/>
          </p:cNvSpPr>
          <p:nvPr>
            <p:ph type="ftr" sz="quarter" idx="11"/>
          </p:nvPr>
        </p:nvSpPr>
        <p:spPr/>
        <p:txBody>
          <a:bodyPr/>
          <a:lstStyle/>
          <a:p>
            <a:r>
              <a:rPr lang="en-US"/>
              <a:t>MEHMET FATİH KARAKAŞ</a:t>
            </a:r>
            <a:endParaRPr lang="en-US" dirty="0"/>
          </a:p>
        </p:txBody>
      </p:sp>
    </p:spTree>
    <p:extLst>
      <p:ext uri="{BB962C8B-B14F-4D97-AF65-F5344CB8AC3E}">
        <p14:creationId xmlns:p14="http://schemas.microsoft.com/office/powerpoint/2010/main" val="39573085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9109" name="Picture 2">
            <a:extLst>
              <a:ext uri="{FF2B5EF4-FFF2-40B4-BE49-F238E27FC236}">
                <a16:creationId xmlns:a16="http://schemas.microsoft.com/office/drawing/2014/main" id="{5FF7B57D-FF7B-48B3-9F60-9BCEEECF9E7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a14="http://schemas.microsoft.com/office/drawing/2010/main" xmlns:p14="http://schemas.microsoft.com/office/powerpoint/2010/main" xmlns:a16="http://schemas.microsoft.com/office/drawing/2014/main" xmlns="">
                <a:solidFill>
                  <a:srgbClr val="FFFFFF"/>
                </a:solidFill>
              </a14:hiddenFill>
            </a:ext>
          </a:extLst>
        </p:spPr>
      </p:pic>
      <p:grpSp>
        <p:nvGrpSpPr>
          <p:cNvPr id="39110" name="Group 39055">
            <a:extLst>
              <a:ext uri="{FF2B5EF4-FFF2-40B4-BE49-F238E27FC236}">
                <a16:creationId xmlns:a16="http://schemas.microsoft.com/office/drawing/2014/main" id="{EB95AFDF-FA7D-4311-9C65-6D507D92F47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053888" cy="6858001"/>
            <a:chOff x="-14288" y="0"/>
            <a:chExt cx="12053888" cy="6858001"/>
          </a:xfrm>
        </p:grpSpPr>
        <p:grpSp>
          <p:nvGrpSpPr>
            <p:cNvPr id="39057" name="Group 39056">
              <a:extLst>
                <a:ext uri="{FF2B5EF4-FFF2-40B4-BE49-F238E27FC236}">
                  <a16:creationId xmlns:a16="http://schemas.microsoft.com/office/drawing/2014/main" id="{9A5CCD98-20C1-4404-B788-FDA92F8A440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39111" name="Rectangle 5">
                <a:extLst>
                  <a:ext uri="{FF2B5EF4-FFF2-40B4-BE49-F238E27FC236}">
                    <a16:creationId xmlns:a16="http://schemas.microsoft.com/office/drawing/2014/main" id="{C1424C76-B5C3-468E-86FA-8D9B269053D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tr-TR"/>
              </a:p>
            </p:txBody>
          </p:sp>
          <p:sp>
            <p:nvSpPr>
              <p:cNvPr id="39112" name="Freeform 6">
                <a:extLst>
                  <a:ext uri="{FF2B5EF4-FFF2-40B4-BE49-F238E27FC236}">
                    <a16:creationId xmlns:a16="http://schemas.microsoft.com/office/drawing/2014/main" id="{B3922267-72C9-403B-A6DE-7D0A43D5541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9113" name="Freeform 7">
                <a:extLst>
                  <a:ext uri="{FF2B5EF4-FFF2-40B4-BE49-F238E27FC236}">
                    <a16:creationId xmlns:a16="http://schemas.microsoft.com/office/drawing/2014/main" id="{7276DB68-2E8D-4723-852B-7476DD38FED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9114" name="Freeform 8">
                <a:extLst>
                  <a:ext uri="{FF2B5EF4-FFF2-40B4-BE49-F238E27FC236}">
                    <a16:creationId xmlns:a16="http://schemas.microsoft.com/office/drawing/2014/main" id="{0A155711-4993-4D1E-89EA-A397C164F0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9115" name="Freeform 9">
                <a:extLst>
                  <a:ext uri="{FF2B5EF4-FFF2-40B4-BE49-F238E27FC236}">
                    <a16:creationId xmlns:a16="http://schemas.microsoft.com/office/drawing/2014/main" id="{2AB42136-2551-4CAA-857F-65FA3247B49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9116" name="Freeform 10">
                <a:extLst>
                  <a:ext uri="{FF2B5EF4-FFF2-40B4-BE49-F238E27FC236}">
                    <a16:creationId xmlns:a16="http://schemas.microsoft.com/office/drawing/2014/main" id="{7C2ADEA1-EA3E-4C0E-A28E-460092F7FF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9117" name="Freeform 11">
                <a:extLst>
                  <a:ext uri="{FF2B5EF4-FFF2-40B4-BE49-F238E27FC236}">
                    <a16:creationId xmlns:a16="http://schemas.microsoft.com/office/drawing/2014/main" id="{B04584B3-081C-4286-A840-AB5B16B10A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9118" name="Freeform 12">
                <a:extLst>
                  <a:ext uri="{FF2B5EF4-FFF2-40B4-BE49-F238E27FC236}">
                    <a16:creationId xmlns:a16="http://schemas.microsoft.com/office/drawing/2014/main" id="{3AB388FD-C246-4936-A041-E0413A1329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9119" name="Freeform 13">
                <a:extLst>
                  <a:ext uri="{FF2B5EF4-FFF2-40B4-BE49-F238E27FC236}">
                    <a16:creationId xmlns:a16="http://schemas.microsoft.com/office/drawing/2014/main" id="{57692343-2D12-4F57-836C-945D407B68B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9120" name="Freeform 14">
                <a:extLst>
                  <a:ext uri="{FF2B5EF4-FFF2-40B4-BE49-F238E27FC236}">
                    <a16:creationId xmlns:a16="http://schemas.microsoft.com/office/drawing/2014/main" id="{062EE710-0210-4840-8698-E0DF1C6170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9121" name="Freeform 15">
                <a:extLst>
                  <a:ext uri="{FF2B5EF4-FFF2-40B4-BE49-F238E27FC236}">
                    <a16:creationId xmlns:a16="http://schemas.microsoft.com/office/drawing/2014/main" id="{161892F4-6071-40CD-8E18-CDEE0C91B5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9122" name="Line 16">
                <a:extLst>
                  <a:ext uri="{FF2B5EF4-FFF2-40B4-BE49-F238E27FC236}">
                    <a16:creationId xmlns:a16="http://schemas.microsoft.com/office/drawing/2014/main" id="{3E6BBE44-8D88-407D-B1C6-10C89DD6173B}"/>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tr-TR"/>
              </a:p>
            </p:txBody>
          </p:sp>
          <p:sp>
            <p:nvSpPr>
              <p:cNvPr id="39123" name="Freeform 17">
                <a:extLst>
                  <a:ext uri="{FF2B5EF4-FFF2-40B4-BE49-F238E27FC236}">
                    <a16:creationId xmlns:a16="http://schemas.microsoft.com/office/drawing/2014/main" id="{1E90AE6E-328E-4730-825C-B5130F5CFC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9124" name="Freeform 18">
                <a:extLst>
                  <a:ext uri="{FF2B5EF4-FFF2-40B4-BE49-F238E27FC236}">
                    <a16:creationId xmlns:a16="http://schemas.microsoft.com/office/drawing/2014/main" id="{24EC969F-6E4A-4163-ABDA-4674429A3D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9125" name="Freeform 19">
                <a:extLst>
                  <a:ext uri="{FF2B5EF4-FFF2-40B4-BE49-F238E27FC236}">
                    <a16:creationId xmlns:a16="http://schemas.microsoft.com/office/drawing/2014/main" id="{1B735C94-B049-42C6-9DEF-5DB70D58CE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9126" name="Freeform 20">
                <a:extLst>
                  <a:ext uri="{FF2B5EF4-FFF2-40B4-BE49-F238E27FC236}">
                    <a16:creationId xmlns:a16="http://schemas.microsoft.com/office/drawing/2014/main" id="{051C02E6-1954-478B-AEAE-BF8F36BE941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9127" name="Rectangle 21">
                <a:extLst>
                  <a:ext uri="{FF2B5EF4-FFF2-40B4-BE49-F238E27FC236}">
                    <a16:creationId xmlns:a16="http://schemas.microsoft.com/office/drawing/2014/main" id="{6710B1C0-310A-48D0-B824-459D9AFC2FB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tr-TR"/>
              </a:p>
            </p:txBody>
          </p:sp>
          <p:sp>
            <p:nvSpPr>
              <p:cNvPr id="39128" name="Freeform 22">
                <a:extLst>
                  <a:ext uri="{FF2B5EF4-FFF2-40B4-BE49-F238E27FC236}">
                    <a16:creationId xmlns:a16="http://schemas.microsoft.com/office/drawing/2014/main" id="{1204A606-D9A6-4DC6-9F0E-D516EA1EB9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9129" name="Freeform 23">
                <a:extLst>
                  <a:ext uri="{FF2B5EF4-FFF2-40B4-BE49-F238E27FC236}">
                    <a16:creationId xmlns:a16="http://schemas.microsoft.com/office/drawing/2014/main" id="{EE569555-0243-4979-A537-C9B4AFD5F25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9130" name="Freeform 24">
                <a:extLst>
                  <a:ext uri="{FF2B5EF4-FFF2-40B4-BE49-F238E27FC236}">
                    <a16:creationId xmlns:a16="http://schemas.microsoft.com/office/drawing/2014/main" id="{D52A977D-4993-48AF-A792-F2DE096391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9131" name="Freeform 25">
                <a:extLst>
                  <a:ext uri="{FF2B5EF4-FFF2-40B4-BE49-F238E27FC236}">
                    <a16:creationId xmlns:a16="http://schemas.microsoft.com/office/drawing/2014/main" id="{93CFF2DC-E52E-4D99-97D5-B0D7B792E50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9132" name="Freeform 26">
                <a:extLst>
                  <a:ext uri="{FF2B5EF4-FFF2-40B4-BE49-F238E27FC236}">
                    <a16:creationId xmlns:a16="http://schemas.microsoft.com/office/drawing/2014/main" id="{5E175372-AF09-42A7-B3D0-226C834891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9133" name="Freeform 27">
                <a:extLst>
                  <a:ext uri="{FF2B5EF4-FFF2-40B4-BE49-F238E27FC236}">
                    <a16:creationId xmlns:a16="http://schemas.microsoft.com/office/drawing/2014/main" id="{ABF20BA9-F4B2-49EA-A573-578B189774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9134" name="Freeform 28">
                <a:extLst>
                  <a:ext uri="{FF2B5EF4-FFF2-40B4-BE49-F238E27FC236}">
                    <a16:creationId xmlns:a16="http://schemas.microsoft.com/office/drawing/2014/main" id="{AA3A7A4B-C811-4E23-8BFD-5823A032DA3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9135" name="Freeform 29">
                <a:extLst>
                  <a:ext uri="{FF2B5EF4-FFF2-40B4-BE49-F238E27FC236}">
                    <a16:creationId xmlns:a16="http://schemas.microsoft.com/office/drawing/2014/main" id="{47537781-F057-4B97-AD8F-12FE9BE599A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9136" name="Freeform 30">
                <a:extLst>
                  <a:ext uri="{FF2B5EF4-FFF2-40B4-BE49-F238E27FC236}">
                    <a16:creationId xmlns:a16="http://schemas.microsoft.com/office/drawing/2014/main" id="{078883C7-EB52-4BB7-A9A7-F8C046A833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9137" name="Freeform 31">
                <a:extLst>
                  <a:ext uri="{FF2B5EF4-FFF2-40B4-BE49-F238E27FC236}">
                    <a16:creationId xmlns:a16="http://schemas.microsoft.com/office/drawing/2014/main" id="{63CCBBF8-5972-4ED3-AB5B-46DC425B177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grpSp>
        <p:grpSp>
          <p:nvGrpSpPr>
            <p:cNvPr id="39058" name="Group 39057">
              <a:extLst>
                <a:ext uri="{FF2B5EF4-FFF2-40B4-BE49-F238E27FC236}">
                  <a16:creationId xmlns:a16="http://schemas.microsoft.com/office/drawing/2014/main" id="{A8C19883-37FB-437C-A3AA-89AA6239D3A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39138" name="Freeform 32">
                <a:extLst>
                  <a:ext uri="{FF2B5EF4-FFF2-40B4-BE49-F238E27FC236}">
                    <a16:creationId xmlns:a16="http://schemas.microsoft.com/office/drawing/2014/main" id="{AF1753DD-4CEF-45EC-B952-90EA8895D7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9139" name="Freeform 33">
                <a:extLst>
                  <a:ext uri="{FF2B5EF4-FFF2-40B4-BE49-F238E27FC236}">
                    <a16:creationId xmlns:a16="http://schemas.microsoft.com/office/drawing/2014/main" id="{5B9356DB-C1BE-4D76-8FA7-4FBAA12D1D3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9140" name="Freeform 34">
                <a:extLst>
                  <a:ext uri="{FF2B5EF4-FFF2-40B4-BE49-F238E27FC236}">
                    <a16:creationId xmlns:a16="http://schemas.microsoft.com/office/drawing/2014/main" id="{C4F59561-572D-42BA-A6FD-F3AFA1A394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9141" name="Freeform 35">
                <a:extLst>
                  <a:ext uri="{FF2B5EF4-FFF2-40B4-BE49-F238E27FC236}">
                    <a16:creationId xmlns:a16="http://schemas.microsoft.com/office/drawing/2014/main" id="{BB7A51A1-D509-4494-BAE2-1B96CAD4DB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9142" name="Freeform 36">
                <a:extLst>
                  <a:ext uri="{FF2B5EF4-FFF2-40B4-BE49-F238E27FC236}">
                    <a16:creationId xmlns:a16="http://schemas.microsoft.com/office/drawing/2014/main" id="{D3FE0B5A-55DE-4E56-8E9B-B92D1DB9A89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9143" name="Freeform 37">
                <a:extLst>
                  <a:ext uri="{FF2B5EF4-FFF2-40B4-BE49-F238E27FC236}">
                    <a16:creationId xmlns:a16="http://schemas.microsoft.com/office/drawing/2014/main" id="{F125661C-3A0E-4B6E-B2AB-1B08C89251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9144" name="Freeform 38">
                <a:extLst>
                  <a:ext uri="{FF2B5EF4-FFF2-40B4-BE49-F238E27FC236}">
                    <a16:creationId xmlns:a16="http://schemas.microsoft.com/office/drawing/2014/main" id="{39304006-EE77-438A-A0D1-537322356C1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9145" name="Freeform 39">
                <a:extLst>
                  <a:ext uri="{FF2B5EF4-FFF2-40B4-BE49-F238E27FC236}">
                    <a16:creationId xmlns:a16="http://schemas.microsoft.com/office/drawing/2014/main" id="{C6031DEB-4109-4049-82CF-DD06483A2C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9146" name="Freeform 40">
                <a:extLst>
                  <a:ext uri="{FF2B5EF4-FFF2-40B4-BE49-F238E27FC236}">
                    <a16:creationId xmlns:a16="http://schemas.microsoft.com/office/drawing/2014/main" id="{65FC2657-18D6-4490-88D6-32E6B1C6FB1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9147" name="Rectangle 41">
                <a:extLst>
                  <a:ext uri="{FF2B5EF4-FFF2-40B4-BE49-F238E27FC236}">
                    <a16:creationId xmlns:a16="http://schemas.microsoft.com/office/drawing/2014/main" id="{20BEA03B-3EAD-4FA2-BC9D-25A14D635CF6}"/>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tr-TR"/>
              </a:p>
            </p:txBody>
          </p:sp>
        </p:grpSp>
      </p:grpSp>
      <p:sp>
        <p:nvSpPr>
          <p:cNvPr id="39148" name="Rectangle 39096">
            <a:extLst>
              <a:ext uri="{FF2B5EF4-FFF2-40B4-BE49-F238E27FC236}">
                <a16:creationId xmlns:a16="http://schemas.microsoft.com/office/drawing/2014/main" id="{9775AF3B-5284-4B97-9BB7-55C6FB3699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grpSp>
        <p:nvGrpSpPr>
          <p:cNvPr id="39149" name="Group 39098">
            <a:extLst>
              <a:ext uri="{FF2B5EF4-FFF2-40B4-BE49-F238E27FC236}">
                <a16:creationId xmlns:a16="http://schemas.microsoft.com/office/drawing/2014/main" id="{A0F1F7ED-DA39-478F-85DA-317DE08941E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1902285" cy="6858001"/>
            <a:chOff x="0" y="0"/>
            <a:chExt cx="11902285" cy="6858001"/>
          </a:xfrm>
        </p:grpSpPr>
        <p:grpSp>
          <p:nvGrpSpPr>
            <p:cNvPr id="39100" name="Group 39099">
              <a:extLst>
                <a:ext uri="{FF2B5EF4-FFF2-40B4-BE49-F238E27FC236}">
                  <a16:creationId xmlns:a16="http://schemas.microsoft.com/office/drawing/2014/main" id="{1DAE5903-52E8-4F25-8473-93EF4837763C}"/>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0" y="0"/>
              <a:ext cx="1220788" cy="6858001"/>
              <a:chOff x="-14288" y="0"/>
              <a:chExt cx="1220788" cy="6858001"/>
            </a:xfrm>
            <a:gradFill flip="none" rotWithShape="1">
              <a:gsLst>
                <a:gs pos="0">
                  <a:schemeClr val="bg2"/>
                </a:gs>
                <a:gs pos="100000">
                  <a:schemeClr val="tx2">
                    <a:lumMod val="60000"/>
                    <a:lumOff val="40000"/>
                  </a:schemeClr>
                </a:gs>
              </a:gsLst>
              <a:lin ang="5400000" scaled="0"/>
              <a:tileRect/>
            </a:gradFill>
          </p:grpSpPr>
          <p:sp>
            <p:nvSpPr>
              <p:cNvPr id="39150" name="Rectangle 5">
                <a:extLst>
                  <a:ext uri="{FF2B5EF4-FFF2-40B4-BE49-F238E27FC236}">
                    <a16:creationId xmlns:a16="http://schemas.microsoft.com/office/drawing/2014/main" id="{894835C1-32DE-4571-AD10-28D58CB8CFD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tr-TR"/>
              </a:p>
            </p:txBody>
          </p:sp>
          <p:sp>
            <p:nvSpPr>
              <p:cNvPr id="39151" name="Freeform 6">
                <a:extLst>
                  <a:ext uri="{FF2B5EF4-FFF2-40B4-BE49-F238E27FC236}">
                    <a16:creationId xmlns:a16="http://schemas.microsoft.com/office/drawing/2014/main" id="{097A5B92-0B48-4251-9764-D34DF889207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9152" name="Freeform 7">
                <a:extLst>
                  <a:ext uri="{FF2B5EF4-FFF2-40B4-BE49-F238E27FC236}">
                    <a16:creationId xmlns:a16="http://schemas.microsoft.com/office/drawing/2014/main" id="{E222BF19-57E7-43F3-A2B9-2398BEF966D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9153" name="Freeform 8">
                <a:extLst>
                  <a:ext uri="{FF2B5EF4-FFF2-40B4-BE49-F238E27FC236}">
                    <a16:creationId xmlns:a16="http://schemas.microsoft.com/office/drawing/2014/main" id="{60C8836E-B7D9-48A9-8FD9-4CC52AF44D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9154" name="Freeform 9">
                <a:extLst>
                  <a:ext uri="{FF2B5EF4-FFF2-40B4-BE49-F238E27FC236}">
                    <a16:creationId xmlns:a16="http://schemas.microsoft.com/office/drawing/2014/main" id="{8504740E-456D-4FB9-9520-4317CCFA71B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9155" name="Freeform 10">
                <a:extLst>
                  <a:ext uri="{FF2B5EF4-FFF2-40B4-BE49-F238E27FC236}">
                    <a16:creationId xmlns:a16="http://schemas.microsoft.com/office/drawing/2014/main" id="{1563A7B4-B1D5-4F93-AFF9-2EB78655FC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9156" name="Freeform 11">
                <a:extLst>
                  <a:ext uri="{FF2B5EF4-FFF2-40B4-BE49-F238E27FC236}">
                    <a16:creationId xmlns:a16="http://schemas.microsoft.com/office/drawing/2014/main" id="{D139ED24-FA37-4470-8B42-D0D00EDE14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9157" name="Freeform 12">
                <a:extLst>
                  <a:ext uri="{FF2B5EF4-FFF2-40B4-BE49-F238E27FC236}">
                    <a16:creationId xmlns:a16="http://schemas.microsoft.com/office/drawing/2014/main" id="{48825AA7-BB26-45C2-93A2-1AD8D9A2325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9158" name="Freeform 13">
                <a:extLst>
                  <a:ext uri="{FF2B5EF4-FFF2-40B4-BE49-F238E27FC236}">
                    <a16:creationId xmlns:a16="http://schemas.microsoft.com/office/drawing/2014/main" id="{A98D0B91-D4E4-402D-8234-E96987219E9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9159" name="Freeform 14">
                <a:extLst>
                  <a:ext uri="{FF2B5EF4-FFF2-40B4-BE49-F238E27FC236}">
                    <a16:creationId xmlns:a16="http://schemas.microsoft.com/office/drawing/2014/main" id="{94F1DB97-3769-4DA5-9F45-47132C3125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9160" name="Freeform 15">
                <a:extLst>
                  <a:ext uri="{FF2B5EF4-FFF2-40B4-BE49-F238E27FC236}">
                    <a16:creationId xmlns:a16="http://schemas.microsoft.com/office/drawing/2014/main" id="{A9BC86E2-B185-4D80-81B5-A8D387E678B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9161" name="Line 16">
                <a:extLst>
                  <a:ext uri="{FF2B5EF4-FFF2-40B4-BE49-F238E27FC236}">
                    <a16:creationId xmlns:a16="http://schemas.microsoft.com/office/drawing/2014/main" id="{FA773F49-8CD0-46DC-B986-F2DB57BD7266}"/>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tr-TR"/>
              </a:p>
            </p:txBody>
          </p:sp>
          <p:sp>
            <p:nvSpPr>
              <p:cNvPr id="39162" name="Freeform 17">
                <a:extLst>
                  <a:ext uri="{FF2B5EF4-FFF2-40B4-BE49-F238E27FC236}">
                    <a16:creationId xmlns:a16="http://schemas.microsoft.com/office/drawing/2014/main" id="{8C55A009-3401-4888-93C7-4ED51CBC64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9163" name="Freeform 18">
                <a:extLst>
                  <a:ext uri="{FF2B5EF4-FFF2-40B4-BE49-F238E27FC236}">
                    <a16:creationId xmlns:a16="http://schemas.microsoft.com/office/drawing/2014/main" id="{10B44829-5BB5-48C5-8492-699971FE78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9164" name="Freeform 19">
                <a:extLst>
                  <a:ext uri="{FF2B5EF4-FFF2-40B4-BE49-F238E27FC236}">
                    <a16:creationId xmlns:a16="http://schemas.microsoft.com/office/drawing/2014/main" id="{30C1F9A0-4FA6-4F6F-B2D0-A1BBA41DFC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9165" name="Freeform 20">
                <a:extLst>
                  <a:ext uri="{FF2B5EF4-FFF2-40B4-BE49-F238E27FC236}">
                    <a16:creationId xmlns:a16="http://schemas.microsoft.com/office/drawing/2014/main" id="{01BF274F-C7B8-44B4-A183-307D8619D27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9166" name="Rectangle 21">
                <a:extLst>
                  <a:ext uri="{FF2B5EF4-FFF2-40B4-BE49-F238E27FC236}">
                    <a16:creationId xmlns:a16="http://schemas.microsoft.com/office/drawing/2014/main" id="{037E8930-0F22-4558-9432-F18953E32A04}"/>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tr-TR"/>
              </a:p>
            </p:txBody>
          </p:sp>
          <p:sp>
            <p:nvSpPr>
              <p:cNvPr id="39167" name="Freeform 22">
                <a:extLst>
                  <a:ext uri="{FF2B5EF4-FFF2-40B4-BE49-F238E27FC236}">
                    <a16:creationId xmlns:a16="http://schemas.microsoft.com/office/drawing/2014/main" id="{9AFC3429-FF29-47FF-A4A8-317A979DB9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9168" name="Freeform 23">
                <a:extLst>
                  <a:ext uri="{FF2B5EF4-FFF2-40B4-BE49-F238E27FC236}">
                    <a16:creationId xmlns:a16="http://schemas.microsoft.com/office/drawing/2014/main" id="{91D48543-2C05-4768-80B1-ECA6F885080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9169" name="Freeform 24">
                <a:extLst>
                  <a:ext uri="{FF2B5EF4-FFF2-40B4-BE49-F238E27FC236}">
                    <a16:creationId xmlns:a16="http://schemas.microsoft.com/office/drawing/2014/main" id="{3AC527CC-154C-4370-A25B-74AC5B4A63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9170" name="Freeform 25">
                <a:extLst>
                  <a:ext uri="{FF2B5EF4-FFF2-40B4-BE49-F238E27FC236}">
                    <a16:creationId xmlns:a16="http://schemas.microsoft.com/office/drawing/2014/main" id="{798B18F5-51C9-4E50-95C5-A850EF5398A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9171" name="Freeform 26">
                <a:extLst>
                  <a:ext uri="{FF2B5EF4-FFF2-40B4-BE49-F238E27FC236}">
                    <a16:creationId xmlns:a16="http://schemas.microsoft.com/office/drawing/2014/main" id="{15B4CF27-638C-4979-B0FD-6263E13074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9172" name="Freeform 27">
                <a:extLst>
                  <a:ext uri="{FF2B5EF4-FFF2-40B4-BE49-F238E27FC236}">
                    <a16:creationId xmlns:a16="http://schemas.microsoft.com/office/drawing/2014/main" id="{236C6A22-48A2-4442-B82D-30DB498272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9173" name="Freeform 28">
                <a:extLst>
                  <a:ext uri="{FF2B5EF4-FFF2-40B4-BE49-F238E27FC236}">
                    <a16:creationId xmlns:a16="http://schemas.microsoft.com/office/drawing/2014/main" id="{1BB7BCE1-0D99-412E-ABA6-81412638E9E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9174" name="Freeform 29">
                <a:extLst>
                  <a:ext uri="{FF2B5EF4-FFF2-40B4-BE49-F238E27FC236}">
                    <a16:creationId xmlns:a16="http://schemas.microsoft.com/office/drawing/2014/main" id="{C20E57E0-0912-44F2-93DA-75E4D13F3B7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9175" name="Freeform 30">
                <a:extLst>
                  <a:ext uri="{FF2B5EF4-FFF2-40B4-BE49-F238E27FC236}">
                    <a16:creationId xmlns:a16="http://schemas.microsoft.com/office/drawing/2014/main" id="{DF059390-54ED-44F4-983F-92FF36AD94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9176" name="Freeform 31">
                <a:extLst>
                  <a:ext uri="{FF2B5EF4-FFF2-40B4-BE49-F238E27FC236}">
                    <a16:creationId xmlns:a16="http://schemas.microsoft.com/office/drawing/2014/main" id="{42D5E9ED-595D-443D-8CDC-D8FCD4021D7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grpSp>
        <p:grpSp>
          <p:nvGrpSpPr>
            <p:cNvPr id="39101" name="Group 39100">
              <a:extLst>
                <a:ext uri="{FF2B5EF4-FFF2-40B4-BE49-F238E27FC236}">
                  <a16:creationId xmlns:a16="http://schemas.microsoft.com/office/drawing/2014/main" id="{DB14A457-C54A-4F1E-91FB-0FEE49877D68}"/>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1227597" y="0"/>
              <a:ext cx="674688" cy="6848476"/>
              <a:chOff x="11364912" y="0"/>
              <a:chExt cx="674688" cy="6848476"/>
            </a:xfrm>
            <a:gradFill flip="none" rotWithShape="1">
              <a:gsLst>
                <a:gs pos="0">
                  <a:schemeClr val="bg2"/>
                </a:gs>
                <a:gs pos="100000">
                  <a:schemeClr val="tx2">
                    <a:lumMod val="60000"/>
                    <a:lumOff val="40000"/>
                  </a:schemeClr>
                </a:gs>
              </a:gsLst>
              <a:lin ang="5400000" scaled="0"/>
              <a:tileRect/>
            </a:gradFill>
          </p:grpSpPr>
          <p:sp>
            <p:nvSpPr>
              <p:cNvPr id="39177" name="Freeform 32">
                <a:extLst>
                  <a:ext uri="{FF2B5EF4-FFF2-40B4-BE49-F238E27FC236}">
                    <a16:creationId xmlns:a16="http://schemas.microsoft.com/office/drawing/2014/main" id="{791F3E2E-D393-464E-84B4-9B30D071AD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9178" name="Freeform 33">
                <a:extLst>
                  <a:ext uri="{FF2B5EF4-FFF2-40B4-BE49-F238E27FC236}">
                    <a16:creationId xmlns:a16="http://schemas.microsoft.com/office/drawing/2014/main" id="{EBEEAD6F-6425-4F85-A8A8-4FF19A909B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9179" name="Freeform 34">
                <a:extLst>
                  <a:ext uri="{FF2B5EF4-FFF2-40B4-BE49-F238E27FC236}">
                    <a16:creationId xmlns:a16="http://schemas.microsoft.com/office/drawing/2014/main" id="{8AACA44E-9D6C-4708-8D61-D767B6620B8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9180" name="Freeform 35">
                <a:extLst>
                  <a:ext uri="{FF2B5EF4-FFF2-40B4-BE49-F238E27FC236}">
                    <a16:creationId xmlns:a16="http://schemas.microsoft.com/office/drawing/2014/main" id="{B6E3525F-9937-463E-872C-8EB7C62D10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9181" name="Freeform 36">
                <a:extLst>
                  <a:ext uri="{FF2B5EF4-FFF2-40B4-BE49-F238E27FC236}">
                    <a16:creationId xmlns:a16="http://schemas.microsoft.com/office/drawing/2014/main" id="{BE829B0B-C602-40F1-81D1-A55332343D7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9182" name="Freeform 37">
                <a:extLst>
                  <a:ext uri="{FF2B5EF4-FFF2-40B4-BE49-F238E27FC236}">
                    <a16:creationId xmlns:a16="http://schemas.microsoft.com/office/drawing/2014/main" id="{92660531-24B5-4B97-A4A2-64686E235D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9183" name="Freeform 38">
                <a:extLst>
                  <a:ext uri="{FF2B5EF4-FFF2-40B4-BE49-F238E27FC236}">
                    <a16:creationId xmlns:a16="http://schemas.microsoft.com/office/drawing/2014/main" id="{6242D0CE-6FFD-4D17-AC26-BD3E481195F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9184" name="Freeform 39">
                <a:extLst>
                  <a:ext uri="{FF2B5EF4-FFF2-40B4-BE49-F238E27FC236}">
                    <a16:creationId xmlns:a16="http://schemas.microsoft.com/office/drawing/2014/main" id="{61631F37-AF37-4DB9-8D98-A08586C766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9185" name="Freeform 40">
                <a:extLst>
                  <a:ext uri="{FF2B5EF4-FFF2-40B4-BE49-F238E27FC236}">
                    <a16:creationId xmlns:a16="http://schemas.microsoft.com/office/drawing/2014/main" id="{2A2597FF-2F22-40BB-A7B3-19C4DFCFFA0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9186" name="Rectangle 41">
                <a:extLst>
                  <a:ext uri="{FF2B5EF4-FFF2-40B4-BE49-F238E27FC236}">
                    <a16:creationId xmlns:a16="http://schemas.microsoft.com/office/drawing/2014/main" id="{DCC8773C-0113-4046-B222-C8F4080AF389}"/>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tr-TR"/>
              </a:p>
            </p:txBody>
          </p:sp>
        </p:grpSp>
      </p:grpSp>
      <p:pic>
        <p:nvPicPr>
          <p:cNvPr id="39187" name="Picture 2">
            <a:extLst>
              <a:ext uri="{FF2B5EF4-FFF2-40B4-BE49-F238E27FC236}">
                <a16:creationId xmlns:a16="http://schemas.microsoft.com/office/drawing/2014/main" id="{1B17CCE2-CEEF-40CA-8C4D-0DC2DCA78A2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a14="http://schemas.microsoft.com/office/drawing/2010/main" xmlns:p14="http://schemas.microsoft.com/office/powerpoint/2010/main" xmlns:a16="http://schemas.microsoft.com/office/drawing/2014/main" xmlns="">
                <a:solidFill>
                  <a:srgbClr val="FFFFFF"/>
                </a:solidFill>
              </a14:hiddenFill>
            </a:ext>
          </a:extLst>
        </p:spPr>
      </p:pic>
      <p:sp>
        <p:nvSpPr>
          <p:cNvPr id="38914" name="Rectangle 7">
            <a:extLst>
              <a:ext uri="{FF2B5EF4-FFF2-40B4-BE49-F238E27FC236}">
                <a16:creationId xmlns:a16="http://schemas.microsoft.com/office/drawing/2014/main" id="{1F86374C-7E4D-E832-A5EE-D85BF6015609}"/>
              </a:ext>
            </a:extLst>
          </p:cNvPr>
          <p:cNvSpPr>
            <a:spLocks noGrp="1" noChangeArrowheads="1"/>
          </p:cNvSpPr>
          <p:nvPr>
            <p:ph type="title"/>
          </p:nvPr>
        </p:nvSpPr>
        <p:spPr>
          <a:xfrm>
            <a:off x="6569957" y="618518"/>
            <a:ext cx="4747088" cy="1478570"/>
          </a:xfrm>
        </p:spPr>
        <p:txBody>
          <a:bodyPr vert="horz" lIns="91440" tIns="45720" rIns="91440" bIns="45720" rtlCol="0" anchor="ctr">
            <a:normAutofit/>
          </a:bodyPr>
          <a:lstStyle/>
          <a:p>
            <a:r>
              <a:rPr lang="en-US" altLang="en-US" b="1">
                <a:solidFill>
                  <a:srgbClr val="FFFFFF"/>
                </a:solidFill>
              </a:rPr>
              <a:t>Uyarım Amaçlı Elektrotlar</a:t>
            </a:r>
          </a:p>
        </p:txBody>
      </p:sp>
      <p:sp useBgFill="1">
        <p:nvSpPr>
          <p:cNvPr id="39188" name="Round Diagonal Corner Rectangle 9">
            <a:extLst>
              <a:ext uri="{FF2B5EF4-FFF2-40B4-BE49-F238E27FC236}">
                <a16:creationId xmlns:a16="http://schemas.microsoft.com/office/drawing/2014/main" id="{66D4F5BA-1D71-49B2-8A7F-6B4EB94D72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8950" y="808057"/>
            <a:ext cx="5286376" cy="5234394"/>
          </a:xfrm>
          <a:prstGeom prst="round2DiagRect">
            <a:avLst>
              <a:gd name="adj1" fmla="val 741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8916" name="Picture 6">
            <a:extLst>
              <a:ext uri="{FF2B5EF4-FFF2-40B4-BE49-F238E27FC236}">
                <a16:creationId xmlns:a16="http://schemas.microsoft.com/office/drawing/2014/main" id="{F1911418-F787-4E83-6FA0-A66ACF6DB2D5}"/>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tretch>
            <a:fillRect/>
          </a:stretch>
        </p:blipFill>
        <p:spPr>
          <a:xfrm>
            <a:off x="1118988" y="1923071"/>
            <a:ext cx="4635583" cy="3015921"/>
          </a:xfrm>
          <a:prstGeom prst="rect">
            <a:avLst/>
          </a:prstGeom>
          <a:noFill/>
        </p:spPr>
      </p:pic>
      <p:sp>
        <p:nvSpPr>
          <p:cNvPr id="38915" name="Rectangle 3">
            <a:extLst>
              <a:ext uri="{FF2B5EF4-FFF2-40B4-BE49-F238E27FC236}">
                <a16:creationId xmlns:a16="http://schemas.microsoft.com/office/drawing/2014/main" id="{C6900950-ADFE-C207-4E37-7DCE502146DD}"/>
              </a:ext>
            </a:extLst>
          </p:cNvPr>
          <p:cNvSpPr>
            <a:spLocks noGrp="1" noChangeArrowheads="1"/>
          </p:cNvSpPr>
          <p:nvPr>
            <p:ph type="body" sz="half" idx="1"/>
          </p:nvPr>
        </p:nvSpPr>
        <p:spPr>
          <a:xfrm>
            <a:off x="6569957" y="2249487"/>
            <a:ext cx="4747087" cy="3541714"/>
          </a:xfrm>
        </p:spPr>
        <p:txBody>
          <a:bodyPr vert="horz" lIns="91440" tIns="45720" rIns="91440" bIns="45720" rtlCol="0">
            <a:normAutofit/>
          </a:bodyPr>
          <a:lstStyle/>
          <a:p>
            <a:pPr>
              <a:lnSpc>
                <a:spcPct val="110000"/>
              </a:lnSpc>
            </a:pPr>
            <a:r>
              <a:rPr lang="en-US" altLang="en-US" sz="1100" b="1">
                <a:solidFill>
                  <a:srgbClr val="FFFFFF"/>
                </a:solidFill>
              </a:rPr>
              <a:t>Defibrilatör (Dışardan Kalp Uyarıcı) Elektrodu</a:t>
            </a:r>
          </a:p>
          <a:p>
            <a:pPr>
              <a:lnSpc>
                <a:spcPct val="110000"/>
              </a:lnSpc>
            </a:pPr>
            <a:r>
              <a:rPr lang="en-US" altLang="en-US" sz="1100">
                <a:solidFill>
                  <a:srgbClr val="FFFFFF"/>
                </a:solidFill>
              </a:rPr>
              <a:t>Kalp kası, çizgili kas fibrillerinden veya liflerden meydana gelir. Bu liflerin hepsinin aynı anda gerilmesi sonucunda kalp kası kasılır. </a:t>
            </a:r>
          </a:p>
          <a:p>
            <a:pPr>
              <a:lnSpc>
                <a:spcPct val="110000"/>
              </a:lnSpc>
            </a:pPr>
            <a:r>
              <a:rPr lang="en-US" altLang="en-US" sz="1100">
                <a:solidFill>
                  <a:srgbClr val="FFFFFF"/>
                </a:solidFill>
              </a:rPr>
              <a:t>Bu fibrillerin veya liflerin herhangi bir hastalık nedeniyle düzensizleşmesine, birbirine bağımsız zamanda gerginleşmesine fibrilasyon denir. </a:t>
            </a:r>
          </a:p>
          <a:p>
            <a:pPr>
              <a:lnSpc>
                <a:spcPct val="110000"/>
              </a:lnSpc>
            </a:pPr>
            <a:r>
              <a:rPr lang="en-US" altLang="en-US" sz="1100">
                <a:solidFill>
                  <a:srgbClr val="FFFFFF"/>
                </a:solidFill>
              </a:rPr>
              <a:t>Fibrilasyona uğramış kalp, eğer bu şekilde çalışmaya devam ederse bir süre sonra kalp fibrilleri birbirinden ayrılır ve artık çalışamayacak bir hâl alır. </a:t>
            </a:r>
          </a:p>
          <a:p>
            <a:pPr>
              <a:lnSpc>
                <a:spcPct val="110000"/>
              </a:lnSpc>
            </a:pPr>
            <a:r>
              <a:rPr lang="en-US" altLang="en-US" sz="1100">
                <a:solidFill>
                  <a:srgbClr val="FFFFFF"/>
                </a:solidFill>
              </a:rPr>
              <a:t>Fibrilasyona uğramış veya yeni durmuş kalbe elektrik enerjisi şok hâlinde verildiği taktirde kalp dışarıdan uyarılmış olur ve kasılır.</a:t>
            </a:r>
          </a:p>
          <a:p>
            <a:pPr>
              <a:lnSpc>
                <a:spcPct val="110000"/>
              </a:lnSpc>
            </a:pPr>
            <a:r>
              <a:rPr lang="en-US" altLang="en-US" sz="1100">
                <a:solidFill>
                  <a:srgbClr val="FFFFFF"/>
                </a:solidFill>
              </a:rPr>
              <a:t>İşte bu dışardan uyartım işlemi defibrilatör denilen cihazla yapılır.</a:t>
            </a:r>
          </a:p>
          <a:p>
            <a:pPr>
              <a:lnSpc>
                <a:spcPct val="110000"/>
              </a:lnSpc>
            </a:pPr>
            <a:r>
              <a:rPr lang="en-US" altLang="en-US" sz="1100">
                <a:solidFill>
                  <a:srgbClr val="FFFFFF"/>
                </a:solidFill>
              </a:rPr>
              <a:t>Defibrilatör elektrotları (paddle) kaşık tabir edilen iki elektrottan oluşur. Resimlerde görüldüğü gibi tutma saplı olanları ve vücuda yapıştırılan cinsten olanları mevcuttur. </a:t>
            </a:r>
          </a:p>
          <a:p>
            <a:pPr>
              <a:lnSpc>
                <a:spcPct val="110000"/>
              </a:lnSpc>
            </a:pPr>
            <a:endParaRPr lang="en-US" altLang="en-US" sz="1100">
              <a:solidFill>
                <a:srgbClr val="FFFFFF"/>
              </a:solidFill>
            </a:endParaRPr>
          </a:p>
          <a:p>
            <a:pPr>
              <a:lnSpc>
                <a:spcPct val="110000"/>
              </a:lnSpc>
            </a:pPr>
            <a:endParaRPr lang="en-US" altLang="en-US" sz="1100">
              <a:solidFill>
                <a:srgbClr val="FFFFFF"/>
              </a:solidFill>
            </a:endParaRPr>
          </a:p>
        </p:txBody>
      </p:sp>
      <p:sp>
        <p:nvSpPr>
          <p:cNvPr id="2" name="Alt Bilgi Yer Tutucusu 1">
            <a:extLst>
              <a:ext uri="{FF2B5EF4-FFF2-40B4-BE49-F238E27FC236}">
                <a16:creationId xmlns:a16="http://schemas.microsoft.com/office/drawing/2014/main" id="{3D3FD609-0E0C-7D7F-D8F5-C5EFCB1DFB73}"/>
              </a:ext>
            </a:extLst>
          </p:cNvPr>
          <p:cNvSpPr>
            <a:spLocks noGrp="1"/>
          </p:cNvSpPr>
          <p:nvPr>
            <p:ph type="ftr" sz="quarter" idx="11"/>
          </p:nvPr>
        </p:nvSpPr>
        <p:spPr/>
        <p:txBody>
          <a:bodyPr/>
          <a:lstStyle/>
          <a:p>
            <a:pPr>
              <a:defRPr/>
            </a:pPr>
            <a:r>
              <a:rPr lang="en-US" altLang="en-US"/>
              <a:t>MEHMET FATİH KARAKAŞ</a:t>
            </a:r>
          </a:p>
        </p:txBody>
      </p:sp>
    </p:spTree>
    <p:extLst>
      <p:ext uri="{BB962C8B-B14F-4D97-AF65-F5344CB8AC3E}">
        <p14:creationId xmlns:p14="http://schemas.microsoft.com/office/powerpoint/2010/main" val="26546799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evre">
  <a:themeElements>
    <a:clrScheme name="Devre">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Devre">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vre">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TM04033919[[fn=Devre]]</Template>
  <TotalTime>160</TotalTime>
  <Words>2577</Words>
  <Application>Microsoft Office PowerPoint</Application>
  <PresentationFormat>Geniş ekran</PresentationFormat>
  <Paragraphs>190</Paragraphs>
  <Slides>34</Slides>
  <Notes>0</Notes>
  <HiddenSlides>0</HiddenSlides>
  <MMClips>0</MMClips>
  <ScaleCrop>false</ScaleCrop>
  <HeadingPairs>
    <vt:vector size="6" baseType="variant">
      <vt:variant>
        <vt:lpstr>Kullanılan Yazı Tipleri</vt:lpstr>
      </vt:variant>
      <vt:variant>
        <vt:i4>3</vt:i4>
      </vt:variant>
      <vt:variant>
        <vt:lpstr>Tema</vt:lpstr>
      </vt:variant>
      <vt:variant>
        <vt:i4>1</vt:i4>
      </vt:variant>
      <vt:variant>
        <vt:lpstr>Slayt Başlıkları</vt:lpstr>
      </vt:variant>
      <vt:variant>
        <vt:i4>34</vt:i4>
      </vt:variant>
    </vt:vector>
  </HeadingPairs>
  <TitlesOfParts>
    <vt:vector size="38" baseType="lpstr">
      <vt:lpstr>Aptos</vt:lpstr>
      <vt:lpstr>Arial</vt:lpstr>
      <vt:lpstr>Tw Cen MT</vt:lpstr>
      <vt:lpstr>Devre</vt:lpstr>
      <vt:lpstr>biyomedikal mühendisliğine giriş</vt:lpstr>
      <vt:lpstr>İnsan-Enstrümantasyon Sistemi Temel Bileşenleri</vt:lpstr>
      <vt:lpstr>Biyolojik İşaretler</vt:lpstr>
      <vt:lpstr>1. Biyoelektrik İşaretler</vt:lpstr>
      <vt:lpstr>2. Biyomekanik İşaretler</vt:lpstr>
      <vt:lpstr>3. Biyokimyasal İşaretler</vt:lpstr>
      <vt:lpstr>4. Biyoakustik İşaretler</vt:lpstr>
      <vt:lpstr>5. Biyotermal İşaretler</vt:lpstr>
      <vt:lpstr>Biyoelektrik İşaretlerin Oluşumu</vt:lpstr>
      <vt:lpstr>Biyoelektrik İşaretlerinin Oluşumu</vt:lpstr>
      <vt:lpstr>Biyoelektrik İşaretlerinin Oluşumu</vt:lpstr>
      <vt:lpstr>Biyoelektrik İşaretlerinin Oluşumu</vt:lpstr>
      <vt:lpstr>Biyoelektrik İşaretlerinin Oluşumu</vt:lpstr>
      <vt:lpstr>Biyoelektrik İşaretlerinin Oluşumu</vt:lpstr>
      <vt:lpstr>Biyoelektrik İşaretlerinin Oluşumu</vt:lpstr>
      <vt:lpstr>Biyoelektrik İşaretlerinin Oluşumu</vt:lpstr>
      <vt:lpstr>Polarizasyon</vt:lpstr>
      <vt:lpstr>Polarizasyon</vt:lpstr>
      <vt:lpstr>Depolarizasyon</vt:lpstr>
      <vt:lpstr>Repolarizasyon</vt:lpstr>
      <vt:lpstr>PowerPoint Sunusu</vt:lpstr>
      <vt:lpstr>Elektrik Kökenli Biyolojik İşarelerin Algılanması</vt:lpstr>
      <vt:lpstr>Algılama Amaçlı Elektrot Çeşitleri</vt:lpstr>
      <vt:lpstr>Yüzey Elektrotları</vt:lpstr>
      <vt:lpstr>Yüzey Elektrotları</vt:lpstr>
      <vt:lpstr>Yüzey Elektrotları</vt:lpstr>
      <vt:lpstr>Yüzey Elektrotları</vt:lpstr>
      <vt:lpstr>Yüzey Elektrotları</vt:lpstr>
      <vt:lpstr>Yüzey Elektrotları</vt:lpstr>
      <vt:lpstr>DAhili Elektrotlar</vt:lpstr>
      <vt:lpstr>Mİkroelektrotlar</vt:lpstr>
      <vt:lpstr>Uyarım Amaçlı Elektrotlar</vt:lpstr>
      <vt:lpstr>Uyarım Amaçlı Elektrotlar</vt:lpstr>
      <vt:lpstr>Uyarım Amaçlı Elektrotlar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Mehmet Fatih KARAKAŞ</dc:creator>
  <cp:lastModifiedBy>Mehmet Fatih KARAKAŞ</cp:lastModifiedBy>
  <cp:revision>38</cp:revision>
  <dcterms:created xsi:type="dcterms:W3CDTF">2026-02-28T08:39:43Z</dcterms:created>
  <dcterms:modified xsi:type="dcterms:W3CDTF">2026-03-08T08:40:59Z</dcterms:modified>
</cp:coreProperties>
</file>