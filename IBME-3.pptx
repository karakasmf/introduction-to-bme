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845" r:id="rId1"/>
  </p:sldMasterIdLst>
  <p:notesMasterIdLst>
    <p:notesMasterId r:id="rId36"/>
  </p:notesMasterIdLst>
  <p:sldIdLst>
    <p:sldId id="256" r:id="rId2"/>
    <p:sldId id="281" r:id="rId3"/>
    <p:sldId id="261" r:id="rId4"/>
    <p:sldId id="409" r:id="rId5"/>
    <p:sldId id="408" r:id="rId6"/>
    <p:sldId id="410" r:id="rId7"/>
    <p:sldId id="411" r:id="rId8"/>
    <p:sldId id="412" r:id="rId9"/>
    <p:sldId id="268" r:id="rId10"/>
    <p:sldId id="269" r:id="rId11"/>
    <p:sldId id="270" r:id="rId12"/>
    <p:sldId id="271" r:id="rId13"/>
    <p:sldId id="272" r:id="rId14"/>
    <p:sldId id="273" r:id="rId15"/>
    <p:sldId id="274" r:id="rId16"/>
    <p:sldId id="275" r:id="rId17"/>
    <p:sldId id="276" r:id="rId18"/>
    <p:sldId id="277" r:id="rId19"/>
    <p:sldId id="278" r:id="rId20"/>
    <p:sldId id="279" r:id="rId21"/>
    <p:sldId id="280" r:id="rId22"/>
    <p:sldId id="289" r:id="rId23"/>
    <p:sldId id="386" r:id="rId24"/>
    <p:sldId id="387" r:id="rId25"/>
    <p:sldId id="388" r:id="rId26"/>
    <p:sldId id="389" r:id="rId27"/>
    <p:sldId id="390" r:id="rId28"/>
    <p:sldId id="391" r:id="rId29"/>
    <p:sldId id="392" r:id="rId30"/>
    <p:sldId id="393" r:id="rId31"/>
    <p:sldId id="288" r:id="rId32"/>
    <p:sldId id="291" r:id="rId33"/>
    <p:sldId id="397" r:id="rId34"/>
    <p:sldId id="292" r:id="rId3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57" autoAdjust="0"/>
    <p:restoredTop sz="94660"/>
  </p:normalViewPr>
  <p:slideViewPr>
    <p:cSldViewPr snapToGrid="0">
      <p:cViewPr varScale="1">
        <p:scale>
          <a:sx n="78" d="100"/>
          <a:sy n="78" d="100"/>
        </p:scale>
        <p:origin x="878" y="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s>
</file>

<file path=ppt/diagrams/_rels/data1.xml.rels><?xml version="1.0" encoding="UTF-8" standalone="yes"?>
<Relationships xmlns="http://schemas.openxmlformats.org/package/2006/relationships"><Relationship Id="rId8" Type="http://schemas.openxmlformats.org/officeDocument/2006/relationships/image" Target="../media/image12.svg"/><Relationship Id="rId3" Type="http://schemas.openxmlformats.org/officeDocument/2006/relationships/image" Target="../media/image7.png"/><Relationship Id="rId7" Type="http://schemas.openxmlformats.org/officeDocument/2006/relationships/image" Target="../media/image11.png"/><Relationship Id="rId12" Type="http://schemas.openxmlformats.org/officeDocument/2006/relationships/image" Target="../media/image16.svg"/><Relationship Id="rId2" Type="http://schemas.openxmlformats.org/officeDocument/2006/relationships/image" Target="../media/image6.svg"/><Relationship Id="rId1" Type="http://schemas.openxmlformats.org/officeDocument/2006/relationships/image" Target="../media/image5.png"/><Relationship Id="rId6" Type="http://schemas.openxmlformats.org/officeDocument/2006/relationships/image" Target="../media/image10.svg"/><Relationship Id="rId11" Type="http://schemas.openxmlformats.org/officeDocument/2006/relationships/image" Target="../media/image15.png"/><Relationship Id="rId5" Type="http://schemas.openxmlformats.org/officeDocument/2006/relationships/image" Target="../media/image9.png"/><Relationship Id="rId10" Type="http://schemas.openxmlformats.org/officeDocument/2006/relationships/image" Target="../media/image14.svg"/><Relationship Id="rId4" Type="http://schemas.openxmlformats.org/officeDocument/2006/relationships/image" Target="../media/image8.svg"/><Relationship Id="rId9" Type="http://schemas.openxmlformats.org/officeDocument/2006/relationships/image" Target="../media/image13.png"/></Relationships>
</file>

<file path=ppt/diagrams/_rels/data2.xml.rels><?xml version="1.0" encoding="UTF-8" standalone="yes"?>
<Relationships xmlns="http://schemas.openxmlformats.org/package/2006/relationships"><Relationship Id="rId8" Type="http://schemas.openxmlformats.org/officeDocument/2006/relationships/image" Target="../media/image24.svg"/><Relationship Id="rId3" Type="http://schemas.openxmlformats.org/officeDocument/2006/relationships/image" Target="../media/image19.png"/><Relationship Id="rId7" Type="http://schemas.openxmlformats.org/officeDocument/2006/relationships/image" Target="../media/image23.png"/><Relationship Id="rId2" Type="http://schemas.openxmlformats.org/officeDocument/2006/relationships/image" Target="../media/image18.svg"/><Relationship Id="rId1" Type="http://schemas.openxmlformats.org/officeDocument/2006/relationships/image" Target="../media/image17.png"/><Relationship Id="rId6" Type="http://schemas.openxmlformats.org/officeDocument/2006/relationships/image" Target="../media/image22.svg"/><Relationship Id="rId5" Type="http://schemas.openxmlformats.org/officeDocument/2006/relationships/image" Target="../media/image21.png"/><Relationship Id="rId10" Type="http://schemas.openxmlformats.org/officeDocument/2006/relationships/image" Target="../media/image26.svg"/><Relationship Id="rId4" Type="http://schemas.openxmlformats.org/officeDocument/2006/relationships/image" Target="../media/image20.svg"/><Relationship Id="rId9" Type="http://schemas.openxmlformats.org/officeDocument/2006/relationships/image" Target="../media/image25.png"/></Relationships>
</file>

<file path=ppt/diagrams/_rels/data3.xml.rels><?xml version="1.0" encoding="UTF-8" standalone="yes"?>
<Relationships xmlns="http://schemas.openxmlformats.org/package/2006/relationships"><Relationship Id="rId8" Type="http://schemas.openxmlformats.org/officeDocument/2006/relationships/image" Target="../media/image34.svg"/><Relationship Id="rId3" Type="http://schemas.openxmlformats.org/officeDocument/2006/relationships/image" Target="../media/image29.png"/><Relationship Id="rId7" Type="http://schemas.openxmlformats.org/officeDocument/2006/relationships/image" Target="../media/image33.png"/><Relationship Id="rId2" Type="http://schemas.openxmlformats.org/officeDocument/2006/relationships/image" Target="../media/image28.svg"/><Relationship Id="rId1" Type="http://schemas.openxmlformats.org/officeDocument/2006/relationships/image" Target="../media/image27.png"/><Relationship Id="rId6" Type="http://schemas.openxmlformats.org/officeDocument/2006/relationships/image" Target="../media/image32.svg"/><Relationship Id="rId5" Type="http://schemas.openxmlformats.org/officeDocument/2006/relationships/image" Target="../media/image31.png"/><Relationship Id="rId4" Type="http://schemas.openxmlformats.org/officeDocument/2006/relationships/image" Target="../media/image30.svg"/></Relationships>
</file>

<file path=ppt/diagrams/_rels/data4.xml.rels><?xml version="1.0" encoding="UTF-8" standalone="yes"?>
<Relationships xmlns="http://schemas.openxmlformats.org/package/2006/relationships"><Relationship Id="rId8" Type="http://schemas.openxmlformats.org/officeDocument/2006/relationships/image" Target="../media/image42.svg"/><Relationship Id="rId3" Type="http://schemas.openxmlformats.org/officeDocument/2006/relationships/image" Target="../media/image37.png"/><Relationship Id="rId7" Type="http://schemas.openxmlformats.org/officeDocument/2006/relationships/image" Target="../media/image41.png"/><Relationship Id="rId2" Type="http://schemas.openxmlformats.org/officeDocument/2006/relationships/image" Target="../media/image36.svg"/><Relationship Id="rId1" Type="http://schemas.openxmlformats.org/officeDocument/2006/relationships/image" Target="../media/image35.png"/><Relationship Id="rId6" Type="http://schemas.openxmlformats.org/officeDocument/2006/relationships/image" Target="../media/image40.svg"/><Relationship Id="rId5" Type="http://schemas.openxmlformats.org/officeDocument/2006/relationships/image" Target="../media/image39.png"/><Relationship Id="rId4" Type="http://schemas.openxmlformats.org/officeDocument/2006/relationships/image" Target="../media/image38.svg"/></Relationships>
</file>

<file path=ppt/diagrams/_rels/data5.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4.svg"/><Relationship Id="rId1" Type="http://schemas.openxmlformats.org/officeDocument/2006/relationships/image" Target="../media/image43.png"/><Relationship Id="rId6" Type="http://schemas.openxmlformats.org/officeDocument/2006/relationships/image" Target="../media/image47.svg"/><Relationship Id="rId5" Type="http://schemas.openxmlformats.org/officeDocument/2006/relationships/image" Target="../media/image31.png"/><Relationship Id="rId4" Type="http://schemas.openxmlformats.org/officeDocument/2006/relationships/image" Target="../media/image46.svg"/></Relationships>
</file>

<file path=ppt/diagrams/_rels/data6.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svg"/><Relationship Id="rId1" Type="http://schemas.openxmlformats.org/officeDocument/2006/relationships/image" Target="../media/image48.png"/><Relationship Id="rId4" Type="http://schemas.openxmlformats.org/officeDocument/2006/relationships/image" Target="../media/image51.svg"/></Relationships>
</file>

<file path=ppt/diagrams/_rels/data8.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4.svg"/><Relationship Id="rId1" Type="http://schemas.openxmlformats.org/officeDocument/2006/relationships/image" Target="../media/image63.png"/><Relationship Id="rId6" Type="http://schemas.openxmlformats.org/officeDocument/2006/relationships/image" Target="../media/image38.svg"/><Relationship Id="rId5" Type="http://schemas.openxmlformats.org/officeDocument/2006/relationships/image" Target="../media/image37.png"/><Relationship Id="rId4" Type="http://schemas.openxmlformats.org/officeDocument/2006/relationships/image" Target="../media/image66.svg"/></Relationships>
</file>

<file path=ppt/diagrams/_rels/drawing1.xml.rels><?xml version="1.0" encoding="UTF-8" standalone="yes"?>
<Relationships xmlns="http://schemas.openxmlformats.org/package/2006/relationships"><Relationship Id="rId8" Type="http://schemas.openxmlformats.org/officeDocument/2006/relationships/image" Target="../media/image12.svg"/><Relationship Id="rId3" Type="http://schemas.openxmlformats.org/officeDocument/2006/relationships/image" Target="../media/image7.png"/><Relationship Id="rId7" Type="http://schemas.openxmlformats.org/officeDocument/2006/relationships/image" Target="../media/image11.png"/><Relationship Id="rId12" Type="http://schemas.openxmlformats.org/officeDocument/2006/relationships/image" Target="../media/image16.svg"/><Relationship Id="rId2" Type="http://schemas.openxmlformats.org/officeDocument/2006/relationships/image" Target="../media/image6.svg"/><Relationship Id="rId1" Type="http://schemas.openxmlformats.org/officeDocument/2006/relationships/image" Target="../media/image5.png"/><Relationship Id="rId6" Type="http://schemas.openxmlformats.org/officeDocument/2006/relationships/image" Target="../media/image10.svg"/><Relationship Id="rId11" Type="http://schemas.openxmlformats.org/officeDocument/2006/relationships/image" Target="../media/image15.png"/><Relationship Id="rId5" Type="http://schemas.openxmlformats.org/officeDocument/2006/relationships/image" Target="../media/image9.png"/><Relationship Id="rId10" Type="http://schemas.openxmlformats.org/officeDocument/2006/relationships/image" Target="../media/image14.svg"/><Relationship Id="rId4" Type="http://schemas.openxmlformats.org/officeDocument/2006/relationships/image" Target="../media/image8.svg"/><Relationship Id="rId9" Type="http://schemas.openxmlformats.org/officeDocument/2006/relationships/image" Target="../media/image13.png"/></Relationships>
</file>

<file path=ppt/diagrams/_rels/drawing2.xml.rels><?xml version="1.0" encoding="UTF-8" standalone="yes"?>
<Relationships xmlns="http://schemas.openxmlformats.org/package/2006/relationships"><Relationship Id="rId8" Type="http://schemas.openxmlformats.org/officeDocument/2006/relationships/image" Target="../media/image24.svg"/><Relationship Id="rId3" Type="http://schemas.openxmlformats.org/officeDocument/2006/relationships/image" Target="../media/image19.png"/><Relationship Id="rId7" Type="http://schemas.openxmlformats.org/officeDocument/2006/relationships/image" Target="../media/image23.png"/><Relationship Id="rId2" Type="http://schemas.openxmlformats.org/officeDocument/2006/relationships/image" Target="../media/image18.svg"/><Relationship Id="rId1" Type="http://schemas.openxmlformats.org/officeDocument/2006/relationships/image" Target="../media/image17.png"/><Relationship Id="rId6" Type="http://schemas.openxmlformats.org/officeDocument/2006/relationships/image" Target="../media/image22.svg"/><Relationship Id="rId5" Type="http://schemas.openxmlformats.org/officeDocument/2006/relationships/image" Target="../media/image21.png"/><Relationship Id="rId10" Type="http://schemas.openxmlformats.org/officeDocument/2006/relationships/image" Target="../media/image26.svg"/><Relationship Id="rId4" Type="http://schemas.openxmlformats.org/officeDocument/2006/relationships/image" Target="../media/image20.svg"/><Relationship Id="rId9" Type="http://schemas.openxmlformats.org/officeDocument/2006/relationships/image" Target="../media/image25.png"/></Relationships>
</file>

<file path=ppt/diagrams/_rels/drawing3.xml.rels><?xml version="1.0" encoding="UTF-8" standalone="yes"?>
<Relationships xmlns="http://schemas.openxmlformats.org/package/2006/relationships"><Relationship Id="rId8" Type="http://schemas.openxmlformats.org/officeDocument/2006/relationships/image" Target="../media/image34.svg"/><Relationship Id="rId3" Type="http://schemas.openxmlformats.org/officeDocument/2006/relationships/image" Target="../media/image29.png"/><Relationship Id="rId7" Type="http://schemas.openxmlformats.org/officeDocument/2006/relationships/image" Target="../media/image33.png"/><Relationship Id="rId2" Type="http://schemas.openxmlformats.org/officeDocument/2006/relationships/image" Target="../media/image28.svg"/><Relationship Id="rId1" Type="http://schemas.openxmlformats.org/officeDocument/2006/relationships/image" Target="../media/image27.png"/><Relationship Id="rId6" Type="http://schemas.openxmlformats.org/officeDocument/2006/relationships/image" Target="../media/image32.svg"/><Relationship Id="rId5" Type="http://schemas.openxmlformats.org/officeDocument/2006/relationships/image" Target="../media/image31.png"/><Relationship Id="rId4" Type="http://schemas.openxmlformats.org/officeDocument/2006/relationships/image" Target="../media/image30.svg"/></Relationships>
</file>

<file path=ppt/diagrams/_rels/drawing4.xml.rels><?xml version="1.0" encoding="UTF-8" standalone="yes"?>
<Relationships xmlns="http://schemas.openxmlformats.org/package/2006/relationships"><Relationship Id="rId8" Type="http://schemas.openxmlformats.org/officeDocument/2006/relationships/image" Target="../media/image42.svg"/><Relationship Id="rId3" Type="http://schemas.openxmlformats.org/officeDocument/2006/relationships/image" Target="../media/image37.png"/><Relationship Id="rId7" Type="http://schemas.openxmlformats.org/officeDocument/2006/relationships/image" Target="../media/image41.png"/><Relationship Id="rId2" Type="http://schemas.openxmlformats.org/officeDocument/2006/relationships/image" Target="../media/image36.svg"/><Relationship Id="rId1" Type="http://schemas.openxmlformats.org/officeDocument/2006/relationships/image" Target="../media/image35.png"/><Relationship Id="rId6" Type="http://schemas.openxmlformats.org/officeDocument/2006/relationships/image" Target="../media/image40.svg"/><Relationship Id="rId5" Type="http://schemas.openxmlformats.org/officeDocument/2006/relationships/image" Target="../media/image39.png"/><Relationship Id="rId4" Type="http://schemas.openxmlformats.org/officeDocument/2006/relationships/image" Target="../media/image38.svg"/></Relationships>
</file>

<file path=ppt/diagrams/_rels/drawing5.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4.svg"/><Relationship Id="rId1" Type="http://schemas.openxmlformats.org/officeDocument/2006/relationships/image" Target="../media/image43.png"/><Relationship Id="rId6" Type="http://schemas.openxmlformats.org/officeDocument/2006/relationships/image" Target="../media/image47.svg"/><Relationship Id="rId5" Type="http://schemas.openxmlformats.org/officeDocument/2006/relationships/image" Target="../media/image31.png"/><Relationship Id="rId4" Type="http://schemas.openxmlformats.org/officeDocument/2006/relationships/image" Target="../media/image46.svg"/></Relationships>
</file>

<file path=ppt/diagrams/_rels/drawing6.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svg"/><Relationship Id="rId1" Type="http://schemas.openxmlformats.org/officeDocument/2006/relationships/image" Target="../media/image48.png"/><Relationship Id="rId4" Type="http://schemas.openxmlformats.org/officeDocument/2006/relationships/image" Target="../media/image51.svg"/></Relationships>
</file>

<file path=ppt/diagrams/_rels/drawing8.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4.svg"/><Relationship Id="rId1" Type="http://schemas.openxmlformats.org/officeDocument/2006/relationships/image" Target="../media/image63.png"/><Relationship Id="rId6" Type="http://schemas.openxmlformats.org/officeDocument/2006/relationships/image" Target="../media/image38.svg"/><Relationship Id="rId5" Type="http://schemas.openxmlformats.org/officeDocument/2006/relationships/image" Target="../media/image37.png"/><Relationship Id="rId4" Type="http://schemas.openxmlformats.org/officeDocument/2006/relationships/image" Target="../media/image66.svg"/></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18/5/colors/Iconchunking_neutralicontext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bg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18/5/colors/Iconchunking_neutralicontext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bg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18/5/colors/Iconchunking_neutralicontext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bg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18/5/colors/Iconchunking_neutralicontext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bg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18/5/colors/Iconchunking_neutralicontext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bg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18/5/colors/Iconchunking_neutralicontext_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bg1"/>
    </dgm:txFillClrLst>
    <dgm:txEffectClrLst/>
  </dgm:styleLbl>
</dgm:colorsDef>
</file>

<file path=ppt/diagrams/data1.xml><?xml version="1.0" encoding="utf-8"?>
<dgm:dataModel xmlns:dgm="http://schemas.openxmlformats.org/drawingml/2006/diagram" xmlns:a="http://schemas.openxmlformats.org/drawingml/2006/main">
  <dgm:ptLst>
    <dgm:pt modelId="{EF6EE671-04D2-4AAE-ADA1-5F776D7F54AE}" type="doc">
      <dgm:prSet loTypeId="urn:microsoft.com/office/officeart/2018/2/layout/IconVerticalSolidList" loCatId="icon" qsTypeId="urn:microsoft.com/office/officeart/2005/8/quickstyle/simple4" qsCatId="simple" csTypeId="urn:microsoft.com/office/officeart/2005/8/colors/colorful1" csCatId="colorful" phldr="1"/>
      <dgm:spPr/>
      <dgm:t>
        <a:bodyPr/>
        <a:lstStyle/>
        <a:p>
          <a:endParaRPr lang="en-US"/>
        </a:p>
      </dgm:t>
    </dgm:pt>
    <dgm:pt modelId="{5C15FE15-558A-4620-9CA0-FC976E33F86A}">
      <dgm:prSet custT="1"/>
      <dgm:spPr/>
      <dgm:t>
        <a:bodyPr/>
        <a:lstStyle/>
        <a:p>
          <a:pPr>
            <a:lnSpc>
              <a:spcPct val="100000"/>
            </a:lnSpc>
          </a:pPr>
          <a:r>
            <a:rPr lang="tr-TR" sz="1200" b="1"/>
            <a:t>Subje (Özne):</a:t>
          </a:r>
          <a:r>
            <a:rPr lang="tr-TR" sz="1200"/>
            <a:t> Üzerinde ölçüm yapılan canlı organizmadır (genellikle insan).</a:t>
          </a:r>
          <a:endParaRPr lang="en-US" sz="1200" dirty="0"/>
        </a:p>
      </dgm:t>
    </dgm:pt>
    <dgm:pt modelId="{F0E6E00B-D75F-41DD-A1C5-58F7DD7317F8}" type="parTrans" cxnId="{29FFC5CF-3B48-4B10-A617-910ED7EE508C}">
      <dgm:prSet/>
      <dgm:spPr/>
      <dgm:t>
        <a:bodyPr/>
        <a:lstStyle/>
        <a:p>
          <a:endParaRPr lang="en-US" sz="2800"/>
        </a:p>
      </dgm:t>
    </dgm:pt>
    <dgm:pt modelId="{70E277A7-1F38-43B9-A512-3572E6AEB400}" type="sibTrans" cxnId="{29FFC5CF-3B48-4B10-A617-910ED7EE508C}">
      <dgm:prSet/>
      <dgm:spPr/>
      <dgm:t>
        <a:bodyPr/>
        <a:lstStyle/>
        <a:p>
          <a:pPr>
            <a:lnSpc>
              <a:spcPct val="100000"/>
            </a:lnSpc>
          </a:pPr>
          <a:endParaRPr lang="en-US" sz="2800"/>
        </a:p>
      </dgm:t>
    </dgm:pt>
    <dgm:pt modelId="{47A135AF-C4D3-431B-A737-09E800CCEC20}">
      <dgm:prSet custT="1"/>
      <dgm:spPr/>
      <dgm:t>
        <a:bodyPr/>
        <a:lstStyle/>
        <a:p>
          <a:pPr>
            <a:lnSpc>
              <a:spcPct val="100000"/>
            </a:lnSpc>
          </a:pPr>
          <a:r>
            <a:rPr lang="tr-TR" sz="1200" b="1"/>
            <a:t>Uyarıcı (Stimulus):</a:t>
          </a:r>
          <a:r>
            <a:rPr lang="tr-TR" sz="1200"/>
            <a:t> Bazı ölçümlerde (örneğin görsel veya işitsel tepkilerin ölçülmesinde) organizmaya dışarıdan bir uyarı verilmesi gerekir. Bu ünite, gerekli uyarıyı (ışık, ses veya elektriksel uyarı) üretir ve subjeye uygular.</a:t>
          </a:r>
          <a:endParaRPr lang="en-US" sz="1200"/>
        </a:p>
      </dgm:t>
    </dgm:pt>
    <dgm:pt modelId="{01C8439B-75B3-49F1-94EA-193C1DCA63D8}" type="parTrans" cxnId="{8637FA3D-1B68-4BDB-9B94-0A2A745C3894}">
      <dgm:prSet/>
      <dgm:spPr/>
      <dgm:t>
        <a:bodyPr/>
        <a:lstStyle/>
        <a:p>
          <a:endParaRPr lang="en-US" sz="2800"/>
        </a:p>
      </dgm:t>
    </dgm:pt>
    <dgm:pt modelId="{0EFD4DE3-21EC-43B9-A61F-C49792FE1436}" type="sibTrans" cxnId="{8637FA3D-1B68-4BDB-9B94-0A2A745C3894}">
      <dgm:prSet/>
      <dgm:spPr/>
      <dgm:t>
        <a:bodyPr/>
        <a:lstStyle/>
        <a:p>
          <a:pPr>
            <a:lnSpc>
              <a:spcPct val="100000"/>
            </a:lnSpc>
          </a:pPr>
          <a:endParaRPr lang="en-US" sz="2800"/>
        </a:p>
      </dgm:t>
    </dgm:pt>
    <dgm:pt modelId="{D62C8C58-202C-41A4-8DBA-DF070D774778}">
      <dgm:prSet custT="1"/>
      <dgm:spPr>
        <a:solidFill>
          <a:schemeClr val="accent3"/>
        </a:solidFill>
      </dgm:spPr>
      <dgm:t>
        <a:bodyPr/>
        <a:lstStyle/>
        <a:p>
          <a:pPr>
            <a:lnSpc>
              <a:spcPct val="100000"/>
            </a:lnSpc>
          </a:pPr>
          <a:r>
            <a:rPr lang="tr-TR" sz="1200" b="1" dirty="0"/>
            <a:t>Dönüştürücü (</a:t>
          </a:r>
          <a:r>
            <a:rPr lang="tr-TR" sz="1200" b="1" dirty="0" err="1"/>
            <a:t>Transducer</a:t>
          </a:r>
          <a:r>
            <a:rPr lang="tr-TR" sz="1200" b="1" dirty="0"/>
            <a:t>):</a:t>
          </a:r>
          <a:r>
            <a:rPr lang="tr-TR" sz="1200" dirty="0"/>
            <a:t> Fizyolojik büyüklükleri (sıcaklık, basınç, akış vb.) elektriksel işaretlere çevirir. Dönüştürücü çıkışı daima elektriksel bir işarettir.</a:t>
          </a:r>
          <a:endParaRPr lang="en-US" sz="1200" dirty="0"/>
        </a:p>
      </dgm:t>
    </dgm:pt>
    <dgm:pt modelId="{6164B8C0-8DDF-4617-844D-478C5EA9A2A9}" type="parTrans" cxnId="{3824A173-CB62-4423-9443-0DAEF3C14104}">
      <dgm:prSet/>
      <dgm:spPr/>
      <dgm:t>
        <a:bodyPr/>
        <a:lstStyle/>
        <a:p>
          <a:endParaRPr lang="en-US" sz="2800"/>
        </a:p>
      </dgm:t>
    </dgm:pt>
    <dgm:pt modelId="{DC234E65-D136-4903-AE63-2A89EABBB4B6}" type="sibTrans" cxnId="{3824A173-CB62-4423-9443-0DAEF3C14104}">
      <dgm:prSet/>
      <dgm:spPr/>
      <dgm:t>
        <a:bodyPr/>
        <a:lstStyle/>
        <a:p>
          <a:pPr>
            <a:lnSpc>
              <a:spcPct val="100000"/>
            </a:lnSpc>
          </a:pPr>
          <a:endParaRPr lang="en-US" sz="2800"/>
        </a:p>
      </dgm:t>
    </dgm:pt>
    <dgm:pt modelId="{E7F5D164-358A-49B2-BC41-AE4CD35E1E2D}">
      <dgm:prSet custT="1"/>
      <dgm:spPr/>
      <dgm:t>
        <a:bodyPr/>
        <a:lstStyle/>
        <a:p>
          <a:pPr>
            <a:lnSpc>
              <a:spcPct val="100000"/>
            </a:lnSpc>
          </a:pPr>
          <a:r>
            <a:rPr lang="tr-TR" sz="1200" b="1"/>
            <a:t>İşaret İşleme:</a:t>
          </a:r>
          <a:r>
            <a:rPr lang="tr-TR" sz="1200"/>
            <a:t> Dönüştürücüden gelen elektriksel işareti, görüntüleme veya kaydetme ünitelerine uygun hale getirmek için işler (örneğin kuvvetlendirir).</a:t>
          </a:r>
          <a:endParaRPr lang="en-US" sz="1200"/>
        </a:p>
      </dgm:t>
    </dgm:pt>
    <dgm:pt modelId="{113E9A83-03A2-4208-91F1-CB1A1E9AC3FD}" type="parTrans" cxnId="{DD737B5D-616C-4120-806E-239EE95CECBC}">
      <dgm:prSet/>
      <dgm:spPr/>
      <dgm:t>
        <a:bodyPr/>
        <a:lstStyle/>
        <a:p>
          <a:endParaRPr lang="en-US" sz="2800"/>
        </a:p>
      </dgm:t>
    </dgm:pt>
    <dgm:pt modelId="{D4AE2210-0499-44E8-9545-608E28CEB22D}" type="sibTrans" cxnId="{DD737B5D-616C-4120-806E-239EE95CECBC}">
      <dgm:prSet/>
      <dgm:spPr/>
      <dgm:t>
        <a:bodyPr/>
        <a:lstStyle/>
        <a:p>
          <a:pPr>
            <a:lnSpc>
              <a:spcPct val="100000"/>
            </a:lnSpc>
          </a:pPr>
          <a:endParaRPr lang="en-US" sz="2800"/>
        </a:p>
      </dgm:t>
    </dgm:pt>
    <dgm:pt modelId="{2C4B9F51-BA7B-42A2-A761-224C050AB033}">
      <dgm:prSet custT="1"/>
      <dgm:spPr/>
      <dgm:t>
        <a:bodyPr/>
        <a:lstStyle/>
        <a:p>
          <a:pPr>
            <a:lnSpc>
              <a:spcPct val="100000"/>
            </a:lnSpc>
          </a:pPr>
          <a:r>
            <a:rPr lang="tr-TR" sz="1200" b="1"/>
            <a:t>Görüntüleme Ünitesi:</a:t>
          </a:r>
          <a:r>
            <a:rPr lang="tr-TR" sz="1200"/>
            <a:t> İşlenmiş işaretin anlamlı olabilmesi için ses veya görüntü şeklinde (örneğin grafik ekran) sunulduğu kısımdır.</a:t>
          </a:r>
          <a:endParaRPr lang="en-US" sz="1200"/>
        </a:p>
      </dgm:t>
    </dgm:pt>
    <dgm:pt modelId="{CB98C126-B2DE-480B-88CD-68E4BEBB08C8}" type="parTrans" cxnId="{1E633F03-F01F-4A46-993C-6F868CD9C4D5}">
      <dgm:prSet/>
      <dgm:spPr/>
      <dgm:t>
        <a:bodyPr/>
        <a:lstStyle/>
        <a:p>
          <a:endParaRPr lang="en-US" sz="2800"/>
        </a:p>
      </dgm:t>
    </dgm:pt>
    <dgm:pt modelId="{356F2C57-D1AD-4D25-98F1-823160B5E9D0}" type="sibTrans" cxnId="{1E633F03-F01F-4A46-993C-6F868CD9C4D5}">
      <dgm:prSet/>
      <dgm:spPr/>
      <dgm:t>
        <a:bodyPr/>
        <a:lstStyle/>
        <a:p>
          <a:pPr>
            <a:lnSpc>
              <a:spcPct val="100000"/>
            </a:lnSpc>
          </a:pPr>
          <a:endParaRPr lang="en-US" sz="2800"/>
        </a:p>
      </dgm:t>
    </dgm:pt>
    <dgm:pt modelId="{26C5C725-7670-4D28-973A-7A55D4A4A47A}">
      <dgm:prSet custT="1"/>
      <dgm:spPr/>
      <dgm:t>
        <a:bodyPr/>
        <a:lstStyle/>
        <a:p>
          <a:pPr>
            <a:lnSpc>
              <a:spcPct val="100000"/>
            </a:lnSpc>
          </a:pPr>
          <a:r>
            <a:rPr lang="tr-TR" sz="1200" b="1"/>
            <a:t>Kaydetme, Veri İşleme ve Gönderme:</a:t>
          </a:r>
          <a:r>
            <a:rPr lang="tr-TR" sz="1200"/>
            <a:t> Verilerin saklanmasını, analiz edilmesini veya başka bir merkeze iletilmesini sağlayan ünitedir. Bilgisayar destekli sistemlerde bu ünite hayati önem taşır.</a:t>
          </a:r>
          <a:endParaRPr lang="en-US" sz="1200"/>
        </a:p>
      </dgm:t>
    </dgm:pt>
    <dgm:pt modelId="{04A0F94E-CA17-438C-8F3A-A4B792C21B24}" type="parTrans" cxnId="{00ADC4A6-C008-4074-9B7D-4B486BFA2763}">
      <dgm:prSet/>
      <dgm:spPr/>
      <dgm:t>
        <a:bodyPr/>
        <a:lstStyle/>
        <a:p>
          <a:endParaRPr lang="en-US" sz="2800"/>
        </a:p>
      </dgm:t>
    </dgm:pt>
    <dgm:pt modelId="{7E31C337-D6A7-4847-9CBF-16B330919BA0}" type="sibTrans" cxnId="{00ADC4A6-C008-4074-9B7D-4B486BFA2763}">
      <dgm:prSet/>
      <dgm:spPr/>
      <dgm:t>
        <a:bodyPr/>
        <a:lstStyle/>
        <a:p>
          <a:endParaRPr lang="en-US" sz="2800"/>
        </a:p>
      </dgm:t>
    </dgm:pt>
    <dgm:pt modelId="{636E9830-2D50-4628-8233-1C10358694DA}" type="pres">
      <dgm:prSet presAssocID="{EF6EE671-04D2-4AAE-ADA1-5F776D7F54AE}" presName="root" presStyleCnt="0">
        <dgm:presLayoutVars>
          <dgm:dir/>
          <dgm:resizeHandles val="exact"/>
        </dgm:presLayoutVars>
      </dgm:prSet>
      <dgm:spPr/>
    </dgm:pt>
    <dgm:pt modelId="{B28A594A-399B-4B12-A8FE-AA87EB0B281F}" type="pres">
      <dgm:prSet presAssocID="{5C15FE15-558A-4620-9CA0-FC976E33F86A}" presName="compNode" presStyleCnt="0"/>
      <dgm:spPr/>
    </dgm:pt>
    <dgm:pt modelId="{30373CA6-9928-4324-8B7F-DA5EC499DB8D}" type="pres">
      <dgm:prSet presAssocID="{5C15FE15-558A-4620-9CA0-FC976E33F86A}" presName="bgRect" presStyleLbl="bgShp" presStyleIdx="0" presStyleCnt="6"/>
      <dgm:spPr>
        <a:solidFill>
          <a:schemeClr val="accent3"/>
        </a:solidFill>
      </dgm:spPr>
    </dgm:pt>
    <dgm:pt modelId="{EF7D4CBC-7F82-4A39-B778-0F74CBCC97E6}" type="pres">
      <dgm:prSet presAssocID="{5C15FE15-558A-4620-9CA0-FC976E33F86A}" presName="iconRect" presStyleLbl="node1" presStyleIdx="0" presStyleCnt="6"/>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İstatistikler"/>
        </a:ext>
      </dgm:extLst>
    </dgm:pt>
    <dgm:pt modelId="{20017B5A-6E6C-4A0E-9705-AB48E60B1A8C}" type="pres">
      <dgm:prSet presAssocID="{5C15FE15-558A-4620-9CA0-FC976E33F86A}" presName="spaceRect" presStyleCnt="0"/>
      <dgm:spPr/>
    </dgm:pt>
    <dgm:pt modelId="{9A81B0CD-52D9-4DF3-96A3-00E25D95CCA7}" type="pres">
      <dgm:prSet presAssocID="{5C15FE15-558A-4620-9CA0-FC976E33F86A}" presName="parTx" presStyleLbl="revTx" presStyleIdx="0" presStyleCnt="6">
        <dgm:presLayoutVars>
          <dgm:chMax val="0"/>
          <dgm:chPref val="0"/>
        </dgm:presLayoutVars>
      </dgm:prSet>
      <dgm:spPr/>
    </dgm:pt>
    <dgm:pt modelId="{3DE3230E-D6CE-4280-A2BA-EFBEA524D50D}" type="pres">
      <dgm:prSet presAssocID="{70E277A7-1F38-43B9-A512-3572E6AEB400}" presName="sibTrans" presStyleCnt="0"/>
      <dgm:spPr/>
    </dgm:pt>
    <dgm:pt modelId="{4EBA090A-154E-4170-A05B-BE27F6A1A46D}" type="pres">
      <dgm:prSet presAssocID="{47A135AF-C4D3-431B-A737-09E800CCEC20}" presName="compNode" presStyleCnt="0"/>
      <dgm:spPr/>
    </dgm:pt>
    <dgm:pt modelId="{D7EB5EF6-7E3C-4719-9CA7-5E553F13DF5A}" type="pres">
      <dgm:prSet presAssocID="{47A135AF-C4D3-431B-A737-09E800CCEC20}" presName="bgRect" presStyleLbl="bgShp" presStyleIdx="1" presStyleCnt="6"/>
      <dgm:spPr>
        <a:solidFill>
          <a:schemeClr val="accent3"/>
        </a:solidFill>
      </dgm:spPr>
    </dgm:pt>
    <dgm:pt modelId="{B4B7E3F9-4C79-4A62-8C3A-24720D527D0E}" type="pres">
      <dgm:prSet presAssocID="{47A135AF-C4D3-431B-A737-09E800CCEC20}" presName="iconRect" presStyleLbl="node1" presStyleIdx="1" presStyleCnt="6"/>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dgm:spPr>
      <dgm:extLst>
        <a:ext uri="{E40237B7-FDA0-4F09-8148-C483321AD2D9}">
          <dgm14:cNvPr xmlns:dgm14="http://schemas.microsoft.com/office/drawing/2010/diagram" id="0" name="" descr="Beyin"/>
        </a:ext>
      </dgm:extLst>
    </dgm:pt>
    <dgm:pt modelId="{6EAE577C-A0F5-4307-A44F-E4CCB5900279}" type="pres">
      <dgm:prSet presAssocID="{47A135AF-C4D3-431B-A737-09E800CCEC20}" presName="spaceRect" presStyleCnt="0"/>
      <dgm:spPr/>
    </dgm:pt>
    <dgm:pt modelId="{0B369B6A-9391-4234-BFF1-876CAB8333DD}" type="pres">
      <dgm:prSet presAssocID="{47A135AF-C4D3-431B-A737-09E800CCEC20}" presName="parTx" presStyleLbl="revTx" presStyleIdx="1" presStyleCnt="6">
        <dgm:presLayoutVars>
          <dgm:chMax val="0"/>
          <dgm:chPref val="0"/>
        </dgm:presLayoutVars>
      </dgm:prSet>
      <dgm:spPr/>
    </dgm:pt>
    <dgm:pt modelId="{ADA12F65-ECBB-407F-9F01-5E5EC2C5B31D}" type="pres">
      <dgm:prSet presAssocID="{0EFD4DE3-21EC-43B9-A61F-C49792FE1436}" presName="sibTrans" presStyleCnt="0"/>
      <dgm:spPr/>
    </dgm:pt>
    <dgm:pt modelId="{A5A6FDB6-BB26-4CCB-9D35-275D6A736BDA}" type="pres">
      <dgm:prSet presAssocID="{D62C8C58-202C-41A4-8DBA-DF070D774778}" presName="compNode" presStyleCnt="0"/>
      <dgm:spPr/>
    </dgm:pt>
    <dgm:pt modelId="{68239FB4-1046-4F13-9F9A-06B94339A7C1}" type="pres">
      <dgm:prSet presAssocID="{D62C8C58-202C-41A4-8DBA-DF070D774778}" presName="bgRect" presStyleLbl="bgShp" presStyleIdx="2" presStyleCnt="6"/>
      <dgm:spPr>
        <a:solidFill>
          <a:schemeClr val="accent3"/>
        </a:solidFill>
      </dgm:spPr>
    </dgm:pt>
    <dgm:pt modelId="{04307427-6BC3-47AC-9E89-E5AEE0797199}" type="pres">
      <dgm:prSet presAssocID="{D62C8C58-202C-41A4-8DBA-DF070D774778}" presName="iconRect" presStyleLbl="node1" presStyleIdx="2" presStyleCnt="6"/>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dgm:spPr>
      <dgm:extLst>
        <a:ext uri="{E40237B7-FDA0-4F09-8148-C483321AD2D9}">
          <dgm14:cNvPr xmlns:dgm14="http://schemas.microsoft.com/office/drawing/2010/diagram" id="0" name="" descr="Termometre"/>
        </a:ext>
      </dgm:extLst>
    </dgm:pt>
    <dgm:pt modelId="{9FE5B983-9A6D-46F7-9606-9703DD92BD65}" type="pres">
      <dgm:prSet presAssocID="{D62C8C58-202C-41A4-8DBA-DF070D774778}" presName="spaceRect" presStyleCnt="0"/>
      <dgm:spPr/>
    </dgm:pt>
    <dgm:pt modelId="{4BF65111-6028-4B1D-B697-B1EF93C8E7CB}" type="pres">
      <dgm:prSet presAssocID="{D62C8C58-202C-41A4-8DBA-DF070D774778}" presName="parTx" presStyleLbl="revTx" presStyleIdx="2" presStyleCnt="6">
        <dgm:presLayoutVars>
          <dgm:chMax val="0"/>
          <dgm:chPref val="0"/>
        </dgm:presLayoutVars>
      </dgm:prSet>
      <dgm:spPr/>
    </dgm:pt>
    <dgm:pt modelId="{17FDA27E-CA7C-414E-85AF-6322426C3891}" type="pres">
      <dgm:prSet presAssocID="{DC234E65-D136-4903-AE63-2A89EABBB4B6}" presName="sibTrans" presStyleCnt="0"/>
      <dgm:spPr/>
    </dgm:pt>
    <dgm:pt modelId="{48BD6D73-8B94-4EC9-BE48-07CACC2B7FDF}" type="pres">
      <dgm:prSet presAssocID="{E7F5D164-358A-49B2-BC41-AE4CD35E1E2D}" presName="compNode" presStyleCnt="0"/>
      <dgm:spPr/>
    </dgm:pt>
    <dgm:pt modelId="{D4B144B1-740F-4504-99AA-A73BF6A06125}" type="pres">
      <dgm:prSet presAssocID="{E7F5D164-358A-49B2-BC41-AE4CD35E1E2D}" presName="bgRect" presStyleLbl="bgShp" presStyleIdx="3" presStyleCnt="6"/>
      <dgm:spPr>
        <a:solidFill>
          <a:schemeClr val="accent3"/>
        </a:solidFill>
      </dgm:spPr>
    </dgm:pt>
    <dgm:pt modelId="{D728A44C-9176-4D16-9732-4AD1A3D6DB18}" type="pres">
      <dgm:prSet presAssocID="{E7F5D164-358A-49B2-BC41-AE4CD35E1E2D}" presName="iconRect" presStyleLbl="node1" presStyleIdx="3" presStyleCnt="6"/>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dgm:spPr>
      <dgm:extLst>
        <a:ext uri="{E40237B7-FDA0-4F09-8148-C483321AD2D9}">
          <dgm14:cNvPr xmlns:dgm14="http://schemas.microsoft.com/office/drawing/2010/diagram" id="0" name="" descr="Onay işareti"/>
        </a:ext>
      </dgm:extLst>
    </dgm:pt>
    <dgm:pt modelId="{00DB80D8-3F5F-4A1E-A8D3-006EC911A87B}" type="pres">
      <dgm:prSet presAssocID="{E7F5D164-358A-49B2-BC41-AE4CD35E1E2D}" presName="spaceRect" presStyleCnt="0"/>
      <dgm:spPr/>
    </dgm:pt>
    <dgm:pt modelId="{3A55286C-4FBD-4CF0-871B-F2316103147A}" type="pres">
      <dgm:prSet presAssocID="{E7F5D164-358A-49B2-BC41-AE4CD35E1E2D}" presName="parTx" presStyleLbl="revTx" presStyleIdx="3" presStyleCnt="6">
        <dgm:presLayoutVars>
          <dgm:chMax val="0"/>
          <dgm:chPref val="0"/>
        </dgm:presLayoutVars>
      </dgm:prSet>
      <dgm:spPr/>
    </dgm:pt>
    <dgm:pt modelId="{904CBA70-EFCC-4BD5-8331-22C55A5E271B}" type="pres">
      <dgm:prSet presAssocID="{D4AE2210-0499-44E8-9545-608E28CEB22D}" presName="sibTrans" presStyleCnt="0"/>
      <dgm:spPr/>
    </dgm:pt>
    <dgm:pt modelId="{29EFBAE7-637E-4615-B95D-8F7816AE2661}" type="pres">
      <dgm:prSet presAssocID="{2C4B9F51-BA7B-42A2-A761-224C050AB033}" presName="compNode" presStyleCnt="0"/>
      <dgm:spPr/>
    </dgm:pt>
    <dgm:pt modelId="{9927899B-40C2-4024-8F48-66ECB4440318}" type="pres">
      <dgm:prSet presAssocID="{2C4B9F51-BA7B-42A2-A761-224C050AB033}" presName="bgRect" presStyleLbl="bgShp" presStyleIdx="4" presStyleCnt="6"/>
      <dgm:spPr>
        <a:solidFill>
          <a:schemeClr val="accent3"/>
        </a:solidFill>
      </dgm:spPr>
    </dgm:pt>
    <dgm:pt modelId="{49AC6053-3F24-414C-B668-4894DE26E010}" type="pres">
      <dgm:prSet presAssocID="{2C4B9F51-BA7B-42A2-A761-224C050AB033}" presName="iconRect" presStyleLbl="node1" presStyleIdx="4" presStyleCnt="6"/>
      <dgm:spPr>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dgm:spPr>
      <dgm:extLst>
        <a:ext uri="{E40237B7-FDA0-4F09-8148-C483321AD2D9}">
          <dgm14:cNvPr xmlns:dgm14="http://schemas.microsoft.com/office/drawing/2010/diagram" id="0" name="" descr="Ses"/>
        </a:ext>
      </dgm:extLst>
    </dgm:pt>
    <dgm:pt modelId="{794A4049-3543-4BB7-AB42-C803D3E6281F}" type="pres">
      <dgm:prSet presAssocID="{2C4B9F51-BA7B-42A2-A761-224C050AB033}" presName="spaceRect" presStyleCnt="0"/>
      <dgm:spPr/>
    </dgm:pt>
    <dgm:pt modelId="{7D30BFA4-B46C-4012-A601-7767415EC3B6}" type="pres">
      <dgm:prSet presAssocID="{2C4B9F51-BA7B-42A2-A761-224C050AB033}" presName="parTx" presStyleLbl="revTx" presStyleIdx="4" presStyleCnt="6">
        <dgm:presLayoutVars>
          <dgm:chMax val="0"/>
          <dgm:chPref val="0"/>
        </dgm:presLayoutVars>
      </dgm:prSet>
      <dgm:spPr/>
    </dgm:pt>
    <dgm:pt modelId="{2E2ADCAF-AC27-407E-9093-2244AC8A6332}" type="pres">
      <dgm:prSet presAssocID="{356F2C57-D1AD-4D25-98F1-823160B5E9D0}" presName="sibTrans" presStyleCnt="0"/>
      <dgm:spPr/>
    </dgm:pt>
    <dgm:pt modelId="{CB17ACC6-CE4A-4D50-803B-2C2D71EA9F76}" type="pres">
      <dgm:prSet presAssocID="{26C5C725-7670-4D28-973A-7A55D4A4A47A}" presName="compNode" presStyleCnt="0"/>
      <dgm:spPr/>
    </dgm:pt>
    <dgm:pt modelId="{D55FCEBC-A264-430E-AD35-D5712D5BB7C7}" type="pres">
      <dgm:prSet presAssocID="{26C5C725-7670-4D28-973A-7A55D4A4A47A}" presName="bgRect" presStyleLbl="bgShp" presStyleIdx="5" presStyleCnt="6"/>
      <dgm:spPr>
        <a:solidFill>
          <a:schemeClr val="accent3"/>
        </a:solidFill>
      </dgm:spPr>
    </dgm:pt>
    <dgm:pt modelId="{936F3EEF-3538-4B22-A5F2-6EE09A6674B1}" type="pres">
      <dgm:prSet presAssocID="{26C5C725-7670-4D28-973A-7A55D4A4A47A}" presName="iconRect" presStyleLbl="node1" presStyleIdx="5" presStyleCnt="6"/>
      <dgm:spPr>
        <a:blipFill>
          <a:blip xmlns:r="http://schemas.openxmlformats.org/officeDocument/2006/relationships"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a:blipFill>
      </dgm:spPr>
      <dgm:extLst>
        <a:ext uri="{E40237B7-FDA0-4F09-8148-C483321AD2D9}">
          <dgm14:cNvPr xmlns:dgm14="http://schemas.microsoft.com/office/drawing/2010/diagram" id="0" name="" descr="Robot"/>
        </a:ext>
      </dgm:extLst>
    </dgm:pt>
    <dgm:pt modelId="{1A738DB7-D546-4A6F-B054-EC8E0398714E}" type="pres">
      <dgm:prSet presAssocID="{26C5C725-7670-4D28-973A-7A55D4A4A47A}" presName="spaceRect" presStyleCnt="0"/>
      <dgm:spPr/>
    </dgm:pt>
    <dgm:pt modelId="{FFFE43AE-6A67-4761-B95F-E4182CDCFF4A}" type="pres">
      <dgm:prSet presAssocID="{26C5C725-7670-4D28-973A-7A55D4A4A47A}" presName="parTx" presStyleLbl="revTx" presStyleIdx="5" presStyleCnt="6">
        <dgm:presLayoutVars>
          <dgm:chMax val="0"/>
          <dgm:chPref val="0"/>
        </dgm:presLayoutVars>
      </dgm:prSet>
      <dgm:spPr/>
    </dgm:pt>
  </dgm:ptLst>
  <dgm:cxnLst>
    <dgm:cxn modelId="{1E633F03-F01F-4A46-993C-6F868CD9C4D5}" srcId="{EF6EE671-04D2-4AAE-ADA1-5F776D7F54AE}" destId="{2C4B9F51-BA7B-42A2-A761-224C050AB033}" srcOrd="4" destOrd="0" parTransId="{CB98C126-B2DE-480B-88CD-68E4BEBB08C8}" sibTransId="{356F2C57-D1AD-4D25-98F1-823160B5E9D0}"/>
    <dgm:cxn modelId="{89110A3B-E3E2-4760-AE35-C98619465647}" type="presOf" srcId="{E7F5D164-358A-49B2-BC41-AE4CD35E1E2D}" destId="{3A55286C-4FBD-4CF0-871B-F2316103147A}" srcOrd="0" destOrd="0" presId="urn:microsoft.com/office/officeart/2018/2/layout/IconVerticalSolidList"/>
    <dgm:cxn modelId="{8637FA3D-1B68-4BDB-9B94-0A2A745C3894}" srcId="{EF6EE671-04D2-4AAE-ADA1-5F776D7F54AE}" destId="{47A135AF-C4D3-431B-A737-09E800CCEC20}" srcOrd="1" destOrd="0" parTransId="{01C8439B-75B3-49F1-94EA-193C1DCA63D8}" sibTransId="{0EFD4DE3-21EC-43B9-A61F-C49792FE1436}"/>
    <dgm:cxn modelId="{DD737B5D-616C-4120-806E-239EE95CECBC}" srcId="{EF6EE671-04D2-4AAE-ADA1-5F776D7F54AE}" destId="{E7F5D164-358A-49B2-BC41-AE4CD35E1E2D}" srcOrd="3" destOrd="0" parTransId="{113E9A83-03A2-4208-91F1-CB1A1E9AC3FD}" sibTransId="{D4AE2210-0499-44E8-9545-608E28CEB22D}"/>
    <dgm:cxn modelId="{B8374472-C679-48D4-BCE6-494DB143B2A3}" type="presOf" srcId="{26C5C725-7670-4D28-973A-7A55D4A4A47A}" destId="{FFFE43AE-6A67-4761-B95F-E4182CDCFF4A}" srcOrd="0" destOrd="0" presId="urn:microsoft.com/office/officeart/2018/2/layout/IconVerticalSolidList"/>
    <dgm:cxn modelId="{07306273-284B-4EA9-A88D-5838E99A54B0}" type="presOf" srcId="{EF6EE671-04D2-4AAE-ADA1-5F776D7F54AE}" destId="{636E9830-2D50-4628-8233-1C10358694DA}" srcOrd="0" destOrd="0" presId="urn:microsoft.com/office/officeart/2018/2/layout/IconVerticalSolidList"/>
    <dgm:cxn modelId="{3824A173-CB62-4423-9443-0DAEF3C14104}" srcId="{EF6EE671-04D2-4AAE-ADA1-5F776D7F54AE}" destId="{D62C8C58-202C-41A4-8DBA-DF070D774778}" srcOrd="2" destOrd="0" parTransId="{6164B8C0-8DDF-4617-844D-478C5EA9A2A9}" sibTransId="{DC234E65-D136-4903-AE63-2A89EABBB4B6}"/>
    <dgm:cxn modelId="{D4FD3D92-6D28-4337-907E-643DB8FF3872}" type="presOf" srcId="{2C4B9F51-BA7B-42A2-A761-224C050AB033}" destId="{7D30BFA4-B46C-4012-A601-7767415EC3B6}" srcOrd="0" destOrd="0" presId="urn:microsoft.com/office/officeart/2018/2/layout/IconVerticalSolidList"/>
    <dgm:cxn modelId="{00ADC4A6-C008-4074-9B7D-4B486BFA2763}" srcId="{EF6EE671-04D2-4AAE-ADA1-5F776D7F54AE}" destId="{26C5C725-7670-4D28-973A-7A55D4A4A47A}" srcOrd="5" destOrd="0" parTransId="{04A0F94E-CA17-438C-8F3A-A4B792C21B24}" sibTransId="{7E31C337-D6A7-4847-9CBF-16B330919BA0}"/>
    <dgm:cxn modelId="{7DF186BF-4971-497F-A081-4D2FD7A63439}" type="presOf" srcId="{D62C8C58-202C-41A4-8DBA-DF070D774778}" destId="{4BF65111-6028-4B1D-B697-B1EF93C8E7CB}" srcOrd="0" destOrd="0" presId="urn:microsoft.com/office/officeart/2018/2/layout/IconVerticalSolidList"/>
    <dgm:cxn modelId="{02A023C3-3B85-48D2-B8E1-A0888E859B3B}" type="presOf" srcId="{47A135AF-C4D3-431B-A737-09E800CCEC20}" destId="{0B369B6A-9391-4234-BFF1-876CAB8333DD}" srcOrd="0" destOrd="0" presId="urn:microsoft.com/office/officeart/2018/2/layout/IconVerticalSolidList"/>
    <dgm:cxn modelId="{29FFC5CF-3B48-4B10-A617-910ED7EE508C}" srcId="{EF6EE671-04D2-4AAE-ADA1-5F776D7F54AE}" destId="{5C15FE15-558A-4620-9CA0-FC976E33F86A}" srcOrd="0" destOrd="0" parTransId="{F0E6E00B-D75F-41DD-A1C5-58F7DD7317F8}" sibTransId="{70E277A7-1F38-43B9-A512-3572E6AEB400}"/>
    <dgm:cxn modelId="{B0E3E8DE-4F82-4ACC-9416-5C8158119F8B}" type="presOf" srcId="{5C15FE15-558A-4620-9CA0-FC976E33F86A}" destId="{9A81B0CD-52D9-4DF3-96A3-00E25D95CCA7}" srcOrd="0" destOrd="0" presId="urn:microsoft.com/office/officeart/2018/2/layout/IconVerticalSolidList"/>
    <dgm:cxn modelId="{E68C7993-6CA9-4DFC-AC6D-4E83E13C8972}" type="presParOf" srcId="{636E9830-2D50-4628-8233-1C10358694DA}" destId="{B28A594A-399B-4B12-A8FE-AA87EB0B281F}" srcOrd="0" destOrd="0" presId="urn:microsoft.com/office/officeart/2018/2/layout/IconVerticalSolidList"/>
    <dgm:cxn modelId="{D3B51F3E-10AB-4B39-A1BB-7FF920F97E91}" type="presParOf" srcId="{B28A594A-399B-4B12-A8FE-AA87EB0B281F}" destId="{30373CA6-9928-4324-8B7F-DA5EC499DB8D}" srcOrd="0" destOrd="0" presId="urn:microsoft.com/office/officeart/2018/2/layout/IconVerticalSolidList"/>
    <dgm:cxn modelId="{1B2CC1D5-0282-4201-B2C4-8962CF716280}" type="presParOf" srcId="{B28A594A-399B-4B12-A8FE-AA87EB0B281F}" destId="{EF7D4CBC-7F82-4A39-B778-0F74CBCC97E6}" srcOrd="1" destOrd="0" presId="urn:microsoft.com/office/officeart/2018/2/layout/IconVerticalSolidList"/>
    <dgm:cxn modelId="{47DE9C12-B836-435D-9C10-B1A4887E52A9}" type="presParOf" srcId="{B28A594A-399B-4B12-A8FE-AA87EB0B281F}" destId="{20017B5A-6E6C-4A0E-9705-AB48E60B1A8C}" srcOrd="2" destOrd="0" presId="urn:microsoft.com/office/officeart/2018/2/layout/IconVerticalSolidList"/>
    <dgm:cxn modelId="{FF2924D1-0E36-499B-8E39-59820DF907BC}" type="presParOf" srcId="{B28A594A-399B-4B12-A8FE-AA87EB0B281F}" destId="{9A81B0CD-52D9-4DF3-96A3-00E25D95CCA7}" srcOrd="3" destOrd="0" presId="urn:microsoft.com/office/officeart/2018/2/layout/IconVerticalSolidList"/>
    <dgm:cxn modelId="{8AA1BEA0-A82D-47D4-A18C-854496B9E764}" type="presParOf" srcId="{636E9830-2D50-4628-8233-1C10358694DA}" destId="{3DE3230E-D6CE-4280-A2BA-EFBEA524D50D}" srcOrd="1" destOrd="0" presId="urn:microsoft.com/office/officeart/2018/2/layout/IconVerticalSolidList"/>
    <dgm:cxn modelId="{10DEC6DF-31F5-4871-AD4E-74A9C4C1648A}" type="presParOf" srcId="{636E9830-2D50-4628-8233-1C10358694DA}" destId="{4EBA090A-154E-4170-A05B-BE27F6A1A46D}" srcOrd="2" destOrd="0" presId="urn:microsoft.com/office/officeart/2018/2/layout/IconVerticalSolidList"/>
    <dgm:cxn modelId="{4B85E732-BD99-4F46-AE74-2DF0FE8815B0}" type="presParOf" srcId="{4EBA090A-154E-4170-A05B-BE27F6A1A46D}" destId="{D7EB5EF6-7E3C-4719-9CA7-5E553F13DF5A}" srcOrd="0" destOrd="0" presId="urn:microsoft.com/office/officeart/2018/2/layout/IconVerticalSolidList"/>
    <dgm:cxn modelId="{74AE231B-B80F-427B-BE2F-F1A19B948D9A}" type="presParOf" srcId="{4EBA090A-154E-4170-A05B-BE27F6A1A46D}" destId="{B4B7E3F9-4C79-4A62-8C3A-24720D527D0E}" srcOrd="1" destOrd="0" presId="urn:microsoft.com/office/officeart/2018/2/layout/IconVerticalSolidList"/>
    <dgm:cxn modelId="{A6F327CA-775C-4C04-83D5-6F864219D1DA}" type="presParOf" srcId="{4EBA090A-154E-4170-A05B-BE27F6A1A46D}" destId="{6EAE577C-A0F5-4307-A44F-E4CCB5900279}" srcOrd="2" destOrd="0" presId="urn:microsoft.com/office/officeart/2018/2/layout/IconVerticalSolidList"/>
    <dgm:cxn modelId="{B645B28F-E43B-4591-B841-E00A165B6D69}" type="presParOf" srcId="{4EBA090A-154E-4170-A05B-BE27F6A1A46D}" destId="{0B369B6A-9391-4234-BFF1-876CAB8333DD}" srcOrd="3" destOrd="0" presId="urn:microsoft.com/office/officeart/2018/2/layout/IconVerticalSolidList"/>
    <dgm:cxn modelId="{21ED899B-7AAD-406E-85B8-5E28A6893E81}" type="presParOf" srcId="{636E9830-2D50-4628-8233-1C10358694DA}" destId="{ADA12F65-ECBB-407F-9F01-5E5EC2C5B31D}" srcOrd="3" destOrd="0" presId="urn:microsoft.com/office/officeart/2018/2/layout/IconVerticalSolidList"/>
    <dgm:cxn modelId="{4BF171D4-0EF3-4CF9-825C-2FF84BF9D302}" type="presParOf" srcId="{636E9830-2D50-4628-8233-1C10358694DA}" destId="{A5A6FDB6-BB26-4CCB-9D35-275D6A736BDA}" srcOrd="4" destOrd="0" presId="urn:microsoft.com/office/officeart/2018/2/layout/IconVerticalSolidList"/>
    <dgm:cxn modelId="{2ADE9A69-9A36-4B98-BF69-95B1FEE8DAD6}" type="presParOf" srcId="{A5A6FDB6-BB26-4CCB-9D35-275D6A736BDA}" destId="{68239FB4-1046-4F13-9F9A-06B94339A7C1}" srcOrd="0" destOrd="0" presId="urn:microsoft.com/office/officeart/2018/2/layout/IconVerticalSolidList"/>
    <dgm:cxn modelId="{0216F9E6-83E9-4C9E-AE71-3FD83F111CA8}" type="presParOf" srcId="{A5A6FDB6-BB26-4CCB-9D35-275D6A736BDA}" destId="{04307427-6BC3-47AC-9E89-E5AEE0797199}" srcOrd="1" destOrd="0" presId="urn:microsoft.com/office/officeart/2018/2/layout/IconVerticalSolidList"/>
    <dgm:cxn modelId="{F83BBC72-56BB-491F-AA7B-420AED3FAD81}" type="presParOf" srcId="{A5A6FDB6-BB26-4CCB-9D35-275D6A736BDA}" destId="{9FE5B983-9A6D-46F7-9606-9703DD92BD65}" srcOrd="2" destOrd="0" presId="urn:microsoft.com/office/officeart/2018/2/layout/IconVerticalSolidList"/>
    <dgm:cxn modelId="{D3E8A642-B384-41BA-BBD8-FC6801135FA9}" type="presParOf" srcId="{A5A6FDB6-BB26-4CCB-9D35-275D6A736BDA}" destId="{4BF65111-6028-4B1D-B697-B1EF93C8E7CB}" srcOrd="3" destOrd="0" presId="urn:microsoft.com/office/officeart/2018/2/layout/IconVerticalSolidList"/>
    <dgm:cxn modelId="{F3BCE9A1-DCA2-41D1-BACA-C0FE8722FA70}" type="presParOf" srcId="{636E9830-2D50-4628-8233-1C10358694DA}" destId="{17FDA27E-CA7C-414E-85AF-6322426C3891}" srcOrd="5" destOrd="0" presId="urn:microsoft.com/office/officeart/2018/2/layout/IconVerticalSolidList"/>
    <dgm:cxn modelId="{8580955E-E122-4A06-A27A-BA9136023D0F}" type="presParOf" srcId="{636E9830-2D50-4628-8233-1C10358694DA}" destId="{48BD6D73-8B94-4EC9-BE48-07CACC2B7FDF}" srcOrd="6" destOrd="0" presId="urn:microsoft.com/office/officeart/2018/2/layout/IconVerticalSolidList"/>
    <dgm:cxn modelId="{F87515E6-9ACF-466E-BC3F-BD0C08E8BAB6}" type="presParOf" srcId="{48BD6D73-8B94-4EC9-BE48-07CACC2B7FDF}" destId="{D4B144B1-740F-4504-99AA-A73BF6A06125}" srcOrd="0" destOrd="0" presId="urn:microsoft.com/office/officeart/2018/2/layout/IconVerticalSolidList"/>
    <dgm:cxn modelId="{84A8D98D-BEE1-4A6B-8863-C9D2ACDBF223}" type="presParOf" srcId="{48BD6D73-8B94-4EC9-BE48-07CACC2B7FDF}" destId="{D728A44C-9176-4D16-9732-4AD1A3D6DB18}" srcOrd="1" destOrd="0" presId="urn:microsoft.com/office/officeart/2018/2/layout/IconVerticalSolidList"/>
    <dgm:cxn modelId="{1EE546B6-0E24-441A-B633-DC3776381553}" type="presParOf" srcId="{48BD6D73-8B94-4EC9-BE48-07CACC2B7FDF}" destId="{00DB80D8-3F5F-4A1E-A8D3-006EC911A87B}" srcOrd="2" destOrd="0" presId="urn:microsoft.com/office/officeart/2018/2/layout/IconVerticalSolidList"/>
    <dgm:cxn modelId="{4D10C079-8914-4A0D-96F1-BEEAC38AF199}" type="presParOf" srcId="{48BD6D73-8B94-4EC9-BE48-07CACC2B7FDF}" destId="{3A55286C-4FBD-4CF0-871B-F2316103147A}" srcOrd="3" destOrd="0" presId="urn:microsoft.com/office/officeart/2018/2/layout/IconVerticalSolidList"/>
    <dgm:cxn modelId="{D8E66351-2923-4C3F-878A-E240808C8BA6}" type="presParOf" srcId="{636E9830-2D50-4628-8233-1C10358694DA}" destId="{904CBA70-EFCC-4BD5-8331-22C55A5E271B}" srcOrd="7" destOrd="0" presId="urn:microsoft.com/office/officeart/2018/2/layout/IconVerticalSolidList"/>
    <dgm:cxn modelId="{77327B39-F22A-4B67-AFA0-4713B9F07389}" type="presParOf" srcId="{636E9830-2D50-4628-8233-1C10358694DA}" destId="{29EFBAE7-637E-4615-B95D-8F7816AE2661}" srcOrd="8" destOrd="0" presId="urn:microsoft.com/office/officeart/2018/2/layout/IconVerticalSolidList"/>
    <dgm:cxn modelId="{14EA72CB-9746-4EB0-8983-AFE11FC00828}" type="presParOf" srcId="{29EFBAE7-637E-4615-B95D-8F7816AE2661}" destId="{9927899B-40C2-4024-8F48-66ECB4440318}" srcOrd="0" destOrd="0" presId="urn:microsoft.com/office/officeart/2018/2/layout/IconVerticalSolidList"/>
    <dgm:cxn modelId="{7FCFC89F-C756-4282-82B0-601F748AB400}" type="presParOf" srcId="{29EFBAE7-637E-4615-B95D-8F7816AE2661}" destId="{49AC6053-3F24-414C-B668-4894DE26E010}" srcOrd="1" destOrd="0" presId="urn:microsoft.com/office/officeart/2018/2/layout/IconVerticalSolidList"/>
    <dgm:cxn modelId="{490DACB7-87F7-4118-ADD6-7E074D9FDE9B}" type="presParOf" srcId="{29EFBAE7-637E-4615-B95D-8F7816AE2661}" destId="{794A4049-3543-4BB7-AB42-C803D3E6281F}" srcOrd="2" destOrd="0" presId="urn:microsoft.com/office/officeart/2018/2/layout/IconVerticalSolidList"/>
    <dgm:cxn modelId="{91256031-E196-4B75-921D-F14A1CD7F9D0}" type="presParOf" srcId="{29EFBAE7-637E-4615-B95D-8F7816AE2661}" destId="{7D30BFA4-B46C-4012-A601-7767415EC3B6}" srcOrd="3" destOrd="0" presId="urn:microsoft.com/office/officeart/2018/2/layout/IconVerticalSolidList"/>
    <dgm:cxn modelId="{6CAB71E7-26DE-4F60-8143-EE9FB8F48D84}" type="presParOf" srcId="{636E9830-2D50-4628-8233-1C10358694DA}" destId="{2E2ADCAF-AC27-407E-9093-2244AC8A6332}" srcOrd="9" destOrd="0" presId="urn:microsoft.com/office/officeart/2018/2/layout/IconVerticalSolidList"/>
    <dgm:cxn modelId="{6AF3749E-2B05-4BB1-84BD-395E2B96E080}" type="presParOf" srcId="{636E9830-2D50-4628-8233-1C10358694DA}" destId="{CB17ACC6-CE4A-4D50-803B-2C2D71EA9F76}" srcOrd="10" destOrd="0" presId="urn:microsoft.com/office/officeart/2018/2/layout/IconVerticalSolidList"/>
    <dgm:cxn modelId="{E07F8CBE-FE75-41B1-B071-90C1895D9D90}" type="presParOf" srcId="{CB17ACC6-CE4A-4D50-803B-2C2D71EA9F76}" destId="{D55FCEBC-A264-430E-AD35-D5712D5BB7C7}" srcOrd="0" destOrd="0" presId="urn:microsoft.com/office/officeart/2018/2/layout/IconVerticalSolidList"/>
    <dgm:cxn modelId="{6AECF6F9-31C2-463A-A754-A874D8410A91}" type="presParOf" srcId="{CB17ACC6-CE4A-4D50-803B-2C2D71EA9F76}" destId="{936F3EEF-3538-4B22-A5F2-6EE09A6674B1}" srcOrd="1" destOrd="0" presId="urn:microsoft.com/office/officeart/2018/2/layout/IconVerticalSolidList"/>
    <dgm:cxn modelId="{8B25079D-F1A6-4782-96F6-7D0576C3DAE9}" type="presParOf" srcId="{CB17ACC6-CE4A-4D50-803B-2C2D71EA9F76}" destId="{1A738DB7-D546-4A6F-B054-EC8E0398714E}" srcOrd="2" destOrd="0" presId="urn:microsoft.com/office/officeart/2018/2/layout/IconVerticalSolidList"/>
    <dgm:cxn modelId="{BD137AE5-C439-471F-9046-90D1D516C0C3}" type="presParOf" srcId="{CB17ACC6-CE4A-4D50-803B-2C2D71EA9F76}" destId="{FFFE43AE-6A67-4761-B95F-E4182CDCFF4A}"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9C2C6D7E-0BA6-4608-BC9E-89EF17466EC9}" type="doc">
      <dgm:prSet loTypeId="urn:microsoft.com/office/officeart/2018/2/layout/IconVerticalSolidList" loCatId="icon" qsTypeId="urn:microsoft.com/office/officeart/2005/8/quickstyle/simple1" qsCatId="simple" csTypeId="urn:microsoft.com/office/officeart/2018/5/colors/Iconchunking_neutralicontext_colorful1" csCatId="colorful" phldr="1"/>
      <dgm:spPr/>
      <dgm:t>
        <a:bodyPr/>
        <a:lstStyle/>
        <a:p>
          <a:endParaRPr lang="en-US"/>
        </a:p>
      </dgm:t>
    </dgm:pt>
    <dgm:pt modelId="{84F33784-AEB0-496F-9282-521689415039}">
      <dgm:prSet/>
      <dgm:spPr/>
      <dgm:t>
        <a:bodyPr/>
        <a:lstStyle/>
        <a:p>
          <a:pPr>
            <a:lnSpc>
              <a:spcPct val="100000"/>
            </a:lnSpc>
          </a:pPr>
          <a:r>
            <a:rPr lang="tr-TR" dirty="0"/>
            <a:t>Hücre düzeyinde iyonların (Sodyum, Potasyum, Klor) hücre zarından geçişiyle oluşan aksiyon potansiyellerinden kaynaklanır.</a:t>
          </a:r>
          <a:endParaRPr lang="en-US" dirty="0"/>
        </a:p>
      </dgm:t>
    </dgm:pt>
    <dgm:pt modelId="{1CC0CFC0-5E64-4673-8A6A-7EFEF6FF6A47}" type="parTrans" cxnId="{D294FA7F-0386-4E3A-A735-EB4F67CE1A30}">
      <dgm:prSet/>
      <dgm:spPr/>
      <dgm:t>
        <a:bodyPr/>
        <a:lstStyle/>
        <a:p>
          <a:endParaRPr lang="en-US"/>
        </a:p>
      </dgm:t>
    </dgm:pt>
    <dgm:pt modelId="{7EEFA7A3-10E8-40CC-AEB4-F5120628B19E}" type="sibTrans" cxnId="{D294FA7F-0386-4E3A-A735-EB4F67CE1A30}">
      <dgm:prSet/>
      <dgm:spPr/>
      <dgm:t>
        <a:bodyPr/>
        <a:lstStyle/>
        <a:p>
          <a:endParaRPr lang="en-US"/>
        </a:p>
      </dgm:t>
    </dgm:pt>
    <dgm:pt modelId="{850E4A35-93FB-4B0D-9D85-067FBC3B5984}">
      <dgm:prSet/>
      <dgm:spPr/>
      <dgm:t>
        <a:bodyPr/>
        <a:lstStyle/>
        <a:p>
          <a:pPr>
            <a:lnSpc>
              <a:spcPct val="100000"/>
            </a:lnSpc>
          </a:pPr>
          <a:r>
            <a:rPr lang="tr-TR" b="1"/>
            <a:t>EKG (Elektrokardiyogram):</a:t>
          </a:r>
          <a:r>
            <a:rPr lang="tr-TR"/>
            <a:t> Kalbin elektriksel aktivitesi.</a:t>
          </a:r>
          <a:endParaRPr lang="en-US"/>
        </a:p>
      </dgm:t>
    </dgm:pt>
    <dgm:pt modelId="{8B7DE0F7-6D02-4DF6-8EFA-4A0567E258CA}" type="parTrans" cxnId="{021E9E07-70E9-45E8-A1D7-1994F6516489}">
      <dgm:prSet/>
      <dgm:spPr/>
      <dgm:t>
        <a:bodyPr/>
        <a:lstStyle/>
        <a:p>
          <a:endParaRPr lang="en-US"/>
        </a:p>
      </dgm:t>
    </dgm:pt>
    <dgm:pt modelId="{DCE0E257-827E-4C03-A953-9F440014AD2F}" type="sibTrans" cxnId="{021E9E07-70E9-45E8-A1D7-1994F6516489}">
      <dgm:prSet/>
      <dgm:spPr/>
      <dgm:t>
        <a:bodyPr/>
        <a:lstStyle/>
        <a:p>
          <a:endParaRPr lang="en-US"/>
        </a:p>
      </dgm:t>
    </dgm:pt>
    <dgm:pt modelId="{0F574798-740F-481C-9182-8B3C878AD786}">
      <dgm:prSet/>
      <dgm:spPr/>
      <dgm:t>
        <a:bodyPr/>
        <a:lstStyle/>
        <a:p>
          <a:pPr>
            <a:lnSpc>
              <a:spcPct val="100000"/>
            </a:lnSpc>
          </a:pPr>
          <a:r>
            <a:rPr lang="tr-TR" b="1"/>
            <a:t>EEG (Elektroensefalogram):</a:t>
          </a:r>
          <a:r>
            <a:rPr lang="tr-TR"/>
            <a:t> Beynin elektriksel aktivitesi.</a:t>
          </a:r>
          <a:endParaRPr lang="en-US"/>
        </a:p>
      </dgm:t>
    </dgm:pt>
    <dgm:pt modelId="{01BCE899-8FE3-42B6-8CC0-93962A0F8AD1}" type="parTrans" cxnId="{8FFBA555-EC88-4E6D-8763-50240B0A7587}">
      <dgm:prSet/>
      <dgm:spPr/>
      <dgm:t>
        <a:bodyPr/>
        <a:lstStyle/>
        <a:p>
          <a:endParaRPr lang="en-US"/>
        </a:p>
      </dgm:t>
    </dgm:pt>
    <dgm:pt modelId="{AB1D6EB7-43D6-445E-9FD2-A86549CC9F95}" type="sibTrans" cxnId="{8FFBA555-EC88-4E6D-8763-50240B0A7587}">
      <dgm:prSet/>
      <dgm:spPr/>
      <dgm:t>
        <a:bodyPr/>
        <a:lstStyle/>
        <a:p>
          <a:endParaRPr lang="en-US"/>
        </a:p>
      </dgm:t>
    </dgm:pt>
    <dgm:pt modelId="{259F9351-1D44-4C58-AF8F-CD9ADBED093A}">
      <dgm:prSet/>
      <dgm:spPr/>
      <dgm:t>
        <a:bodyPr/>
        <a:lstStyle/>
        <a:p>
          <a:pPr>
            <a:lnSpc>
              <a:spcPct val="100000"/>
            </a:lnSpc>
          </a:pPr>
          <a:r>
            <a:rPr lang="tr-TR" b="1"/>
            <a:t>EMG (Elektromiyogram):</a:t>
          </a:r>
          <a:r>
            <a:rPr lang="tr-TR"/>
            <a:t> Kasların elektriksel aktivitesi.</a:t>
          </a:r>
          <a:endParaRPr lang="en-US"/>
        </a:p>
      </dgm:t>
    </dgm:pt>
    <dgm:pt modelId="{A835424D-E49C-4475-B4F7-5DAF99E175CB}" type="parTrans" cxnId="{0B88501C-7EAA-43B5-8C8B-2273F2DF4975}">
      <dgm:prSet/>
      <dgm:spPr/>
      <dgm:t>
        <a:bodyPr/>
        <a:lstStyle/>
        <a:p>
          <a:endParaRPr lang="en-US"/>
        </a:p>
      </dgm:t>
    </dgm:pt>
    <dgm:pt modelId="{EE499FA9-17DB-4D8E-9C1D-083925C11A84}" type="sibTrans" cxnId="{0B88501C-7EAA-43B5-8C8B-2273F2DF4975}">
      <dgm:prSet/>
      <dgm:spPr/>
      <dgm:t>
        <a:bodyPr/>
        <a:lstStyle/>
        <a:p>
          <a:endParaRPr lang="en-US"/>
        </a:p>
      </dgm:t>
    </dgm:pt>
    <dgm:pt modelId="{A1DFABC6-8F11-4E48-A1D4-7F1F6C1A93FA}">
      <dgm:prSet/>
      <dgm:spPr/>
      <dgm:t>
        <a:bodyPr/>
        <a:lstStyle/>
        <a:p>
          <a:pPr>
            <a:lnSpc>
              <a:spcPct val="100000"/>
            </a:lnSpc>
          </a:pPr>
          <a:r>
            <a:rPr lang="tr-TR" b="1" dirty="0"/>
            <a:t>ENG (</a:t>
          </a:r>
          <a:r>
            <a:rPr lang="tr-TR" b="1" dirty="0" err="1"/>
            <a:t>Elektronörogram</a:t>
          </a:r>
          <a:r>
            <a:rPr lang="tr-TR" b="1" dirty="0"/>
            <a:t>):</a:t>
          </a:r>
          <a:r>
            <a:rPr lang="tr-TR" dirty="0"/>
            <a:t> Sinir iletiminin elektriksel aktivitesi.</a:t>
          </a:r>
          <a:endParaRPr lang="en-US" dirty="0"/>
        </a:p>
      </dgm:t>
    </dgm:pt>
    <dgm:pt modelId="{6F2D2921-9A4F-4E0B-BE20-57A4F4575661}" type="parTrans" cxnId="{BC56F951-0E43-4843-A8C8-22A0ADE9CB69}">
      <dgm:prSet/>
      <dgm:spPr/>
      <dgm:t>
        <a:bodyPr/>
        <a:lstStyle/>
        <a:p>
          <a:endParaRPr lang="en-US"/>
        </a:p>
      </dgm:t>
    </dgm:pt>
    <dgm:pt modelId="{65058277-C451-4058-B7BD-A0EE5E2206F1}" type="sibTrans" cxnId="{BC56F951-0E43-4843-A8C8-22A0ADE9CB69}">
      <dgm:prSet/>
      <dgm:spPr/>
      <dgm:t>
        <a:bodyPr/>
        <a:lstStyle/>
        <a:p>
          <a:endParaRPr lang="en-US"/>
        </a:p>
      </dgm:t>
    </dgm:pt>
    <dgm:pt modelId="{E14F514F-10DF-4941-A1F2-FD05974D4BB0}" type="pres">
      <dgm:prSet presAssocID="{9C2C6D7E-0BA6-4608-BC9E-89EF17466EC9}" presName="root" presStyleCnt="0">
        <dgm:presLayoutVars>
          <dgm:dir/>
          <dgm:resizeHandles val="exact"/>
        </dgm:presLayoutVars>
      </dgm:prSet>
      <dgm:spPr/>
    </dgm:pt>
    <dgm:pt modelId="{EB113644-1E1A-4AB1-B87F-3B4CCAB1B5A2}" type="pres">
      <dgm:prSet presAssocID="{84F33784-AEB0-496F-9282-521689415039}" presName="compNode" presStyleCnt="0"/>
      <dgm:spPr/>
    </dgm:pt>
    <dgm:pt modelId="{CE7A0832-32F3-42EE-BB8A-B84BFD53539E}" type="pres">
      <dgm:prSet presAssocID="{84F33784-AEB0-496F-9282-521689415039}" presName="bgRect" presStyleLbl="bgShp" presStyleIdx="0" presStyleCnt="5"/>
      <dgm:spPr/>
    </dgm:pt>
    <dgm:pt modelId="{8F57F99C-40F7-4716-8D06-6D78AD40963F}" type="pres">
      <dgm:prSet presAssocID="{84F33784-AEB0-496F-9282-521689415039}" presName="iconRect" presStyleLbl="node1" presStyleIdx="0" presStyleCnt="5"/>
      <dgm:spPr>
        <a:blipFill>
          <a:blip xmlns:r="http://schemas.openxmlformats.org/officeDocument/2006/relationships" r:embed="rId1">
            <a:extLst>
              <a:ext uri="{96DAC541-7B7A-43D3-8B79-37D633B846F1}">
                <asvg:svgBlip xmlns:asvg="http://schemas.microsoft.com/office/drawing/2016/SVG/main" r:embed="rId2"/>
              </a:ext>
            </a:extLst>
          </a:blip>
          <a:srcRect/>
          <a:stretch>
            <a:fillRect/>
          </a:stretch>
        </a:blipFill>
        <a:ln>
          <a:noFill/>
        </a:ln>
      </dgm:spPr>
      <dgm:extLst>
        <a:ext uri="{E40237B7-FDA0-4F09-8148-C483321AD2D9}">
          <dgm14:cNvPr xmlns:dgm14="http://schemas.microsoft.com/office/drawing/2010/diagram" id="0" name="" descr="virüs düz dolguyla"/>
        </a:ext>
      </dgm:extLst>
    </dgm:pt>
    <dgm:pt modelId="{2718F391-EA91-47A6-8F49-28B747C4EE5A}" type="pres">
      <dgm:prSet presAssocID="{84F33784-AEB0-496F-9282-521689415039}" presName="spaceRect" presStyleCnt="0"/>
      <dgm:spPr/>
    </dgm:pt>
    <dgm:pt modelId="{2D42B1B1-3501-43B2-AFC6-DAD28A956533}" type="pres">
      <dgm:prSet presAssocID="{84F33784-AEB0-496F-9282-521689415039}" presName="parTx" presStyleLbl="revTx" presStyleIdx="0" presStyleCnt="5">
        <dgm:presLayoutVars>
          <dgm:chMax val="0"/>
          <dgm:chPref val="0"/>
        </dgm:presLayoutVars>
      </dgm:prSet>
      <dgm:spPr/>
    </dgm:pt>
    <dgm:pt modelId="{92F252B5-D496-4698-AC03-E29E5E70E4C6}" type="pres">
      <dgm:prSet presAssocID="{7EEFA7A3-10E8-40CC-AEB4-F5120628B19E}" presName="sibTrans" presStyleCnt="0"/>
      <dgm:spPr/>
    </dgm:pt>
    <dgm:pt modelId="{FC14321B-F631-47FD-9178-383CDF259699}" type="pres">
      <dgm:prSet presAssocID="{850E4A35-93FB-4B0D-9D85-067FBC3B5984}" presName="compNode" presStyleCnt="0"/>
      <dgm:spPr/>
    </dgm:pt>
    <dgm:pt modelId="{60F4EEAC-F685-4A2B-BB31-B5D795145ED7}" type="pres">
      <dgm:prSet presAssocID="{850E4A35-93FB-4B0D-9D85-067FBC3B5984}" presName="bgRect" presStyleLbl="bgShp" presStyleIdx="1" presStyleCnt="5"/>
      <dgm:spPr/>
    </dgm:pt>
    <dgm:pt modelId="{87F1BC58-7677-4FD5-8D4C-B74AFBDC0B2E}" type="pres">
      <dgm:prSet presAssocID="{850E4A35-93FB-4B0D-9D85-067FBC3B5984}" presName="iconRect" presStyleLbl="node1" presStyleIdx="1" presStyleCnt="5"/>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Kalp atışı"/>
        </a:ext>
      </dgm:extLst>
    </dgm:pt>
    <dgm:pt modelId="{D9BC9B91-530A-41E6-90FB-4DE30F6E89B1}" type="pres">
      <dgm:prSet presAssocID="{850E4A35-93FB-4B0D-9D85-067FBC3B5984}" presName="spaceRect" presStyleCnt="0"/>
      <dgm:spPr/>
    </dgm:pt>
    <dgm:pt modelId="{02D93EC5-BF8F-4BD7-863E-CCCD14C5DD2B}" type="pres">
      <dgm:prSet presAssocID="{850E4A35-93FB-4B0D-9D85-067FBC3B5984}" presName="parTx" presStyleLbl="revTx" presStyleIdx="1" presStyleCnt="5">
        <dgm:presLayoutVars>
          <dgm:chMax val="0"/>
          <dgm:chPref val="0"/>
        </dgm:presLayoutVars>
      </dgm:prSet>
      <dgm:spPr/>
    </dgm:pt>
    <dgm:pt modelId="{A6BFDC2F-0166-4A7A-ADE5-F246913E6285}" type="pres">
      <dgm:prSet presAssocID="{DCE0E257-827E-4C03-A953-9F440014AD2F}" presName="sibTrans" presStyleCnt="0"/>
      <dgm:spPr/>
    </dgm:pt>
    <dgm:pt modelId="{984B3032-49ED-4DE2-8184-44B4485092D4}" type="pres">
      <dgm:prSet presAssocID="{0F574798-740F-481C-9182-8B3C878AD786}" presName="compNode" presStyleCnt="0"/>
      <dgm:spPr/>
    </dgm:pt>
    <dgm:pt modelId="{5C8A6974-49A4-436C-96F9-B491B9B45CBE}" type="pres">
      <dgm:prSet presAssocID="{0F574798-740F-481C-9182-8B3C878AD786}" presName="bgRect" presStyleLbl="bgShp" presStyleIdx="2" presStyleCnt="5"/>
      <dgm:spPr/>
    </dgm:pt>
    <dgm:pt modelId="{925EFF61-DAE8-46A7-B408-27C08A198C1B}" type="pres">
      <dgm:prSet presAssocID="{0F574798-740F-481C-9182-8B3C878AD786}" presName="iconRect" presStyleLbl="node1" presStyleIdx="2" presStyleCnt="5"/>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Beyin"/>
        </a:ext>
      </dgm:extLst>
    </dgm:pt>
    <dgm:pt modelId="{B892780C-C393-487E-A7C9-ECE41406ADCB}" type="pres">
      <dgm:prSet presAssocID="{0F574798-740F-481C-9182-8B3C878AD786}" presName="spaceRect" presStyleCnt="0"/>
      <dgm:spPr/>
    </dgm:pt>
    <dgm:pt modelId="{DFE221DC-6CD8-4546-9C5D-AA7E307905BE}" type="pres">
      <dgm:prSet presAssocID="{0F574798-740F-481C-9182-8B3C878AD786}" presName="parTx" presStyleLbl="revTx" presStyleIdx="2" presStyleCnt="5">
        <dgm:presLayoutVars>
          <dgm:chMax val="0"/>
          <dgm:chPref val="0"/>
        </dgm:presLayoutVars>
      </dgm:prSet>
      <dgm:spPr/>
    </dgm:pt>
    <dgm:pt modelId="{9E13098F-CFA7-40F5-B39E-DE691432CBCF}" type="pres">
      <dgm:prSet presAssocID="{AB1D6EB7-43D6-445E-9FD2-A86549CC9F95}" presName="sibTrans" presStyleCnt="0"/>
      <dgm:spPr/>
    </dgm:pt>
    <dgm:pt modelId="{6A16E904-C2A0-4016-AC8E-B44A230C2E4F}" type="pres">
      <dgm:prSet presAssocID="{259F9351-1D44-4C58-AF8F-CD9ADBED093A}" presName="compNode" presStyleCnt="0"/>
      <dgm:spPr/>
    </dgm:pt>
    <dgm:pt modelId="{71607330-69FF-4C25-A629-D6BFAD02DB33}" type="pres">
      <dgm:prSet presAssocID="{259F9351-1D44-4C58-AF8F-CD9ADBED093A}" presName="bgRect" presStyleLbl="bgShp" presStyleIdx="3" presStyleCnt="5"/>
      <dgm:spPr/>
    </dgm:pt>
    <dgm:pt modelId="{E27AFAC4-A261-4208-ABA0-9DE1D37D459C}" type="pres">
      <dgm:prSet presAssocID="{259F9351-1D44-4C58-AF8F-CD9ADBED093A}" presName="iconRect" presStyleLbl="node1" presStyleIdx="3" presStyleCnt="5"/>
      <dgm:spPr>
        <a:blipFill>
          <a:blip xmlns:r="http://schemas.openxmlformats.org/officeDocument/2006/relationships" r:embed="rId7">
            <a:extLst>
              <a:ext uri="{96DAC541-7B7A-43D3-8B79-37D633B846F1}">
                <asvg:svgBlip xmlns:asvg="http://schemas.microsoft.com/office/drawing/2016/SVG/main" r:embed="rId8"/>
              </a:ext>
            </a:extLst>
          </a:blip>
          <a:srcRect/>
          <a:stretch>
            <a:fillRect/>
          </a:stretch>
        </a:blipFill>
        <a:ln>
          <a:noFill/>
        </a:ln>
      </dgm:spPr>
      <dgm:extLst>
        <a:ext uri="{E40237B7-FDA0-4F09-8148-C483321AD2D9}">
          <dgm14:cNvPr xmlns:dgm14="http://schemas.microsoft.com/office/drawing/2010/diagram" id="0" name="" descr="Vücut geliştirmeci düz dolguyla"/>
        </a:ext>
      </dgm:extLst>
    </dgm:pt>
    <dgm:pt modelId="{C4E3F58F-C7DE-4357-BA03-9F9C139D9B23}" type="pres">
      <dgm:prSet presAssocID="{259F9351-1D44-4C58-AF8F-CD9ADBED093A}" presName="spaceRect" presStyleCnt="0"/>
      <dgm:spPr/>
    </dgm:pt>
    <dgm:pt modelId="{EAA52EA7-062C-4DAE-9B37-B76DF271596D}" type="pres">
      <dgm:prSet presAssocID="{259F9351-1D44-4C58-AF8F-CD9ADBED093A}" presName="parTx" presStyleLbl="revTx" presStyleIdx="3" presStyleCnt="5">
        <dgm:presLayoutVars>
          <dgm:chMax val="0"/>
          <dgm:chPref val="0"/>
        </dgm:presLayoutVars>
      </dgm:prSet>
      <dgm:spPr/>
    </dgm:pt>
    <dgm:pt modelId="{3CD861C0-E9EB-4408-99C3-5208852E5EBB}" type="pres">
      <dgm:prSet presAssocID="{EE499FA9-17DB-4D8E-9C1D-083925C11A84}" presName="sibTrans" presStyleCnt="0"/>
      <dgm:spPr/>
    </dgm:pt>
    <dgm:pt modelId="{14E79D3D-93EC-4E7E-B144-CAAEB7C6EE14}" type="pres">
      <dgm:prSet presAssocID="{A1DFABC6-8F11-4E48-A1D4-7F1F6C1A93FA}" presName="compNode" presStyleCnt="0"/>
      <dgm:spPr/>
    </dgm:pt>
    <dgm:pt modelId="{34FFFE4D-1BB0-4E99-BFA2-E57C9B2D0F6C}" type="pres">
      <dgm:prSet presAssocID="{A1DFABC6-8F11-4E48-A1D4-7F1F6C1A93FA}" presName="bgRect" presStyleLbl="bgShp" presStyleIdx="4" presStyleCnt="5"/>
      <dgm:spPr/>
    </dgm:pt>
    <dgm:pt modelId="{554F1D7D-C3B4-4B54-89F8-8E2E6E4C424D}" type="pres">
      <dgm:prSet presAssocID="{A1DFABC6-8F11-4E48-A1D4-7F1F6C1A93FA}" presName="iconRect" presStyleLbl="node1" presStyleIdx="4" presStyleCnt="5"/>
      <dgm:spPr>
        <a:blipFill>
          <a:blip xmlns:r="http://schemas.openxmlformats.org/officeDocument/2006/relationships" r:embed="rId9">
            <a:extLst>
              <a:ext uri="{96DAC541-7B7A-43D3-8B79-37D633B846F1}">
                <asvg:svgBlip xmlns:asvg="http://schemas.microsoft.com/office/drawing/2016/SVG/main" r:embed="rId10"/>
              </a:ext>
            </a:extLst>
          </a:blip>
          <a:srcRect/>
          <a:stretch>
            <a:fillRect/>
          </a:stretch>
        </a:blipFill>
        <a:ln>
          <a:noFill/>
        </a:ln>
      </dgm:spPr>
      <dgm:extLst>
        <a:ext uri="{E40237B7-FDA0-4F09-8148-C483321AD2D9}">
          <dgm14:cNvPr xmlns:dgm14="http://schemas.microsoft.com/office/drawing/2010/diagram" id="0" name="" descr="Sinir düz dolguyla"/>
        </a:ext>
      </dgm:extLst>
    </dgm:pt>
    <dgm:pt modelId="{37723E8E-1FE6-45C1-A5D0-6C3DD25C847F}" type="pres">
      <dgm:prSet presAssocID="{A1DFABC6-8F11-4E48-A1D4-7F1F6C1A93FA}" presName="spaceRect" presStyleCnt="0"/>
      <dgm:spPr/>
    </dgm:pt>
    <dgm:pt modelId="{D3993823-6A48-45CA-A544-61FEDAE3E0D3}" type="pres">
      <dgm:prSet presAssocID="{A1DFABC6-8F11-4E48-A1D4-7F1F6C1A93FA}" presName="parTx" presStyleLbl="revTx" presStyleIdx="4" presStyleCnt="5">
        <dgm:presLayoutVars>
          <dgm:chMax val="0"/>
          <dgm:chPref val="0"/>
        </dgm:presLayoutVars>
      </dgm:prSet>
      <dgm:spPr/>
    </dgm:pt>
  </dgm:ptLst>
  <dgm:cxnLst>
    <dgm:cxn modelId="{021E9E07-70E9-45E8-A1D7-1994F6516489}" srcId="{9C2C6D7E-0BA6-4608-BC9E-89EF17466EC9}" destId="{850E4A35-93FB-4B0D-9D85-067FBC3B5984}" srcOrd="1" destOrd="0" parTransId="{8B7DE0F7-6D02-4DF6-8EFA-4A0567E258CA}" sibTransId="{DCE0E257-827E-4C03-A953-9F440014AD2F}"/>
    <dgm:cxn modelId="{0B88501C-7EAA-43B5-8C8B-2273F2DF4975}" srcId="{9C2C6D7E-0BA6-4608-BC9E-89EF17466EC9}" destId="{259F9351-1D44-4C58-AF8F-CD9ADBED093A}" srcOrd="3" destOrd="0" parTransId="{A835424D-E49C-4475-B4F7-5DAF99E175CB}" sibTransId="{EE499FA9-17DB-4D8E-9C1D-083925C11A84}"/>
    <dgm:cxn modelId="{0F0D4D35-22D0-403A-B2FE-A16C894E5944}" type="presOf" srcId="{A1DFABC6-8F11-4E48-A1D4-7F1F6C1A93FA}" destId="{D3993823-6A48-45CA-A544-61FEDAE3E0D3}" srcOrd="0" destOrd="0" presId="urn:microsoft.com/office/officeart/2018/2/layout/IconVerticalSolidList"/>
    <dgm:cxn modelId="{9241623E-4FED-4323-A860-A367EF26817D}" type="presOf" srcId="{84F33784-AEB0-496F-9282-521689415039}" destId="{2D42B1B1-3501-43B2-AFC6-DAD28A956533}" srcOrd="0" destOrd="0" presId="urn:microsoft.com/office/officeart/2018/2/layout/IconVerticalSolidList"/>
    <dgm:cxn modelId="{BA45685E-CF60-412C-8B12-8BEAAE23CEE0}" type="presOf" srcId="{850E4A35-93FB-4B0D-9D85-067FBC3B5984}" destId="{02D93EC5-BF8F-4BD7-863E-CCCD14C5DD2B}" srcOrd="0" destOrd="0" presId="urn:microsoft.com/office/officeart/2018/2/layout/IconVerticalSolidList"/>
    <dgm:cxn modelId="{633F2B6C-EB99-46FE-92B2-C20B2C418A6B}" type="presOf" srcId="{259F9351-1D44-4C58-AF8F-CD9ADBED093A}" destId="{EAA52EA7-062C-4DAE-9B37-B76DF271596D}" srcOrd="0" destOrd="0" presId="urn:microsoft.com/office/officeart/2018/2/layout/IconVerticalSolidList"/>
    <dgm:cxn modelId="{BC56F951-0E43-4843-A8C8-22A0ADE9CB69}" srcId="{9C2C6D7E-0BA6-4608-BC9E-89EF17466EC9}" destId="{A1DFABC6-8F11-4E48-A1D4-7F1F6C1A93FA}" srcOrd="4" destOrd="0" parTransId="{6F2D2921-9A4F-4E0B-BE20-57A4F4575661}" sibTransId="{65058277-C451-4058-B7BD-A0EE5E2206F1}"/>
    <dgm:cxn modelId="{8FFBA555-EC88-4E6D-8763-50240B0A7587}" srcId="{9C2C6D7E-0BA6-4608-BC9E-89EF17466EC9}" destId="{0F574798-740F-481C-9182-8B3C878AD786}" srcOrd="2" destOrd="0" parTransId="{01BCE899-8FE3-42B6-8CC0-93962A0F8AD1}" sibTransId="{AB1D6EB7-43D6-445E-9FD2-A86549CC9F95}"/>
    <dgm:cxn modelId="{D294FA7F-0386-4E3A-A735-EB4F67CE1A30}" srcId="{9C2C6D7E-0BA6-4608-BC9E-89EF17466EC9}" destId="{84F33784-AEB0-496F-9282-521689415039}" srcOrd="0" destOrd="0" parTransId="{1CC0CFC0-5E64-4673-8A6A-7EFEF6FF6A47}" sibTransId="{7EEFA7A3-10E8-40CC-AEB4-F5120628B19E}"/>
    <dgm:cxn modelId="{1902B98F-A556-43EC-90CB-D5D999981480}" type="presOf" srcId="{0F574798-740F-481C-9182-8B3C878AD786}" destId="{DFE221DC-6CD8-4546-9C5D-AA7E307905BE}" srcOrd="0" destOrd="0" presId="urn:microsoft.com/office/officeart/2018/2/layout/IconVerticalSolidList"/>
    <dgm:cxn modelId="{42F640B9-3328-4CF8-A195-512E36D9F7CA}" type="presOf" srcId="{9C2C6D7E-0BA6-4608-BC9E-89EF17466EC9}" destId="{E14F514F-10DF-4941-A1F2-FD05974D4BB0}" srcOrd="0" destOrd="0" presId="urn:microsoft.com/office/officeart/2018/2/layout/IconVerticalSolidList"/>
    <dgm:cxn modelId="{77487640-CAED-4C01-B727-4B3ADAFDCF36}" type="presParOf" srcId="{E14F514F-10DF-4941-A1F2-FD05974D4BB0}" destId="{EB113644-1E1A-4AB1-B87F-3B4CCAB1B5A2}" srcOrd="0" destOrd="0" presId="urn:microsoft.com/office/officeart/2018/2/layout/IconVerticalSolidList"/>
    <dgm:cxn modelId="{B2E71AA0-942D-4B6D-A13D-856976582E51}" type="presParOf" srcId="{EB113644-1E1A-4AB1-B87F-3B4CCAB1B5A2}" destId="{CE7A0832-32F3-42EE-BB8A-B84BFD53539E}" srcOrd="0" destOrd="0" presId="urn:microsoft.com/office/officeart/2018/2/layout/IconVerticalSolidList"/>
    <dgm:cxn modelId="{4F830335-6612-4362-B4A1-8F45A54E7628}" type="presParOf" srcId="{EB113644-1E1A-4AB1-B87F-3B4CCAB1B5A2}" destId="{8F57F99C-40F7-4716-8D06-6D78AD40963F}" srcOrd="1" destOrd="0" presId="urn:microsoft.com/office/officeart/2018/2/layout/IconVerticalSolidList"/>
    <dgm:cxn modelId="{AE987A73-4CAA-488B-B667-C77F02D99336}" type="presParOf" srcId="{EB113644-1E1A-4AB1-B87F-3B4CCAB1B5A2}" destId="{2718F391-EA91-47A6-8F49-28B747C4EE5A}" srcOrd="2" destOrd="0" presId="urn:microsoft.com/office/officeart/2018/2/layout/IconVerticalSolidList"/>
    <dgm:cxn modelId="{4FCC1D37-8D27-407B-A123-25AC4970066B}" type="presParOf" srcId="{EB113644-1E1A-4AB1-B87F-3B4CCAB1B5A2}" destId="{2D42B1B1-3501-43B2-AFC6-DAD28A956533}" srcOrd="3" destOrd="0" presId="urn:microsoft.com/office/officeart/2018/2/layout/IconVerticalSolidList"/>
    <dgm:cxn modelId="{B85CCEA3-920C-4F39-BA5B-EC0D81742EAE}" type="presParOf" srcId="{E14F514F-10DF-4941-A1F2-FD05974D4BB0}" destId="{92F252B5-D496-4698-AC03-E29E5E70E4C6}" srcOrd="1" destOrd="0" presId="urn:microsoft.com/office/officeart/2018/2/layout/IconVerticalSolidList"/>
    <dgm:cxn modelId="{DEDC9FCE-CF9A-4FAE-A95A-B0A1AAE9C4FF}" type="presParOf" srcId="{E14F514F-10DF-4941-A1F2-FD05974D4BB0}" destId="{FC14321B-F631-47FD-9178-383CDF259699}" srcOrd="2" destOrd="0" presId="urn:microsoft.com/office/officeart/2018/2/layout/IconVerticalSolidList"/>
    <dgm:cxn modelId="{E1659530-B284-4F13-9672-226795119285}" type="presParOf" srcId="{FC14321B-F631-47FD-9178-383CDF259699}" destId="{60F4EEAC-F685-4A2B-BB31-B5D795145ED7}" srcOrd="0" destOrd="0" presId="urn:microsoft.com/office/officeart/2018/2/layout/IconVerticalSolidList"/>
    <dgm:cxn modelId="{C15D68C6-5323-4BAE-AF27-468296B8B80A}" type="presParOf" srcId="{FC14321B-F631-47FD-9178-383CDF259699}" destId="{87F1BC58-7677-4FD5-8D4C-B74AFBDC0B2E}" srcOrd="1" destOrd="0" presId="urn:microsoft.com/office/officeart/2018/2/layout/IconVerticalSolidList"/>
    <dgm:cxn modelId="{D5F1896C-8F82-4472-B257-737649C0F4CF}" type="presParOf" srcId="{FC14321B-F631-47FD-9178-383CDF259699}" destId="{D9BC9B91-530A-41E6-90FB-4DE30F6E89B1}" srcOrd="2" destOrd="0" presId="urn:microsoft.com/office/officeart/2018/2/layout/IconVerticalSolidList"/>
    <dgm:cxn modelId="{2A839C29-574C-4D39-81AE-2B51B1162D36}" type="presParOf" srcId="{FC14321B-F631-47FD-9178-383CDF259699}" destId="{02D93EC5-BF8F-4BD7-863E-CCCD14C5DD2B}" srcOrd="3" destOrd="0" presId="urn:microsoft.com/office/officeart/2018/2/layout/IconVerticalSolidList"/>
    <dgm:cxn modelId="{7EF08FD9-7F78-4510-96E3-434D493D2586}" type="presParOf" srcId="{E14F514F-10DF-4941-A1F2-FD05974D4BB0}" destId="{A6BFDC2F-0166-4A7A-ADE5-F246913E6285}" srcOrd="3" destOrd="0" presId="urn:microsoft.com/office/officeart/2018/2/layout/IconVerticalSolidList"/>
    <dgm:cxn modelId="{76CE6081-2B7D-4FC7-8A7A-4940D92D160E}" type="presParOf" srcId="{E14F514F-10DF-4941-A1F2-FD05974D4BB0}" destId="{984B3032-49ED-4DE2-8184-44B4485092D4}" srcOrd="4" destOrd="0" presId="urn:microsoft.com/office/officeart/2018/2/layout/IconVerticalSolidList"/>
    <dgm:cxn modelId="{882C593B-F924-42CC-9374-F9E6B0293253}" type="presParOf" srcId="{984B3032-49ED-4DE2-8184-44B4485092D4}" destId="{5C8A6974-49A4-436C-96F9-B491B9B45CBE}" srcOrd="0" destOrd="0" presId="urn:microsoft.com/office/officeart/2018/2/layout/IconVerticalSolidList"/>
    <dgm:cxn modelId="{2775B8A7-C443-4731-9DA6-5CBF20249D0B}" type="presParOf" srcId="{984B3032-49ED-4DE2-8184-44B4485092D4}" destId="{925EFF61-DAE8-46A7-B408-27C08A198C1B}" srcOrd="1" destOrd="0" presId="urn:microsoft.com/office/officeart/2018/2/layout/IconVerticalSolidList"/>
    <dgm:cxn modelId="{58A29684-16B6-4B29-A10C-95BACEF5C976}" type="presParOf" srcId="{984B3032-49ED-4DE2-8184-44B4485092D4}" destId="{B892780C-C393-487E-A7C9-ECE41406ADCB}" srcOrd="2" destOrd="0" presId="urn:microsoft.com/office/officeart/2018/2/layout/IconVerticalSolidList"/>
    <dgm:cxn modelId="{3F393BCF-895E-4910-862D-368B49B687BF}" type="presParOf" srcId="{984B3032-49ED-4DE2-8184-44B4485092D4}" destId="{DFE221DC-6CD8-4546-9C5D-AA7E307905BE}" srcOrd="3" destOrd="0" presId="urn:microsoft.com/office/officeart/2018/2/layout/IconVerticalSolidList"/>
    <dgm:cxn modelId="{0A406530-2A92-4BB0-A458-7D55C7EDB102}" type="presParOf" srcId="{E14F514F-10DF-4941-A1F2-FD05974D4BB0}" destId="{9E13098F-CFA7-40F5-B39E-DE691432CBCF}" srcOrd="5" destOrd="0" presId="urn:microsoft.com/office/officeart/2018/2/layout/IconVerticalSolidList"/>
    <dgm:cxn modelId="{36D5B10F-7BBE-4B00-883A-A0ABF26CF718}" type="presParOf" srcId="{E14F514F-10DF-4941-A1F2-FD05974D4BB0}" destId="{6A16E904-C2A0-4016-AC8E-B44A230C2E4F}" srcOrd="6" destOrd="0" presId="urn:microsoft.com/office/officeart/2018/2/layout/IconVerticalSolidList"/>
    <dgm:cxn modelId="{3011C947-29D1-4297-8046-66EF305F5A5C}" type="presParOf" srcId="{6A16E904-C2A0-4016-AC8E-B44A230C2E4F}" destId="{71607330-69FF-4C25-A629-D6BFAD02DB33}" srcOrd="0" destOrd="0" presId="urn:microsoft.com/office/officeart/2018/2/layout/IconVerticalSolidList"/>
    <dgm:cxn modelId="{0F6E9E62-2B03-42C2-8054-743B699693E5}" type="presParOf" srcId="{6A16E904-C2A0-4016-AC8E-B44A230C2E4F}" destId="{E27AFAC4-A261-4208-ABA0-9DE1D37D459C}" srcOrd="1" destOrd="0" presId="urn:microsoft.com/office/officeart/2018/2/layout/IconVerticalSolidList"/>
    <dgm:cxn modelId="{A30C56F4-6B2F-4B58-9B65-52002F82365A}" type="presParOf" srcId="{6A16E904-C2A0-4016-AC8E-B44A230C2E4F}" destId="{C4E3F58F-C7DE-4357-BA03-9F9C139D9B23}" srcOrd="2" destOrd="0" presId="urn:microsoft.com/office/officeart/2018/2/layout/IconVerticalSolidList"/>
    <dgm:cxn modelId="{DD99B3E7-D451-4199-A862-0CA43B902047}" type="presParOf" srcId="{6A16E904-C2A0-4016-AC8E-B44A230C2E4F}" destId="{EAA52EA7-062C-4DAE-9B37-B76DF271596D}" srcOrd="3" destOrd="0" presId="urn:microsoft.com/office/officeart/2018/2/layout/IconVerticalSolidList"/>
    <dgm:cxn modelId="{3120A56A-A9F0-4ECA-9681-5D9D39770525}" type="presParOf" srcId="{E14F514F-10DF-4941-A1F2-FD05974D4BB0}" destId="{3CD861C0-E9EB-4408-99C3-5208852E5EBB}" srcOrd="7" destOrd="0" presId="urn:microsoft.com/office/officeart/2018/2/layout/IconVerticalSolidList"/>
    <dgm:cxn modelId="{BA99B075-496C-4278-A5FD-6CD06CE3B39B}" type="presParOf" srcId="{E14F514F-10DF-4941-A1F2-FD05974D4BB0}" destId="{14E79D3D-93EC-4E7E-B144-CAAEB7C6EE14}" srcOrd="8" destOrd="0" presId="urn:microsoft.com/office/officeart/2018/2/layout/IconVerticalSolidList"/>
    <dgm:cxn modelId="{0F03D12E-F2D9-41D5-9F7D-1C848C9DF7B1}" type="presParOf" srcId="{14E79D3D-93EC-4E7E-B144-CAAEB7C6EE14}" destId="{34FFFE4D-1BB0-4E99-BFA2-E57C9B2D0F6C}" srcOrd="0" destOrd="0" presId="urn:microsoft.com/office/officeart/2018/2/layout/IconVerticalSolidList"/>
    <dgm:cxn modelId="{3D7667D2-5200-450E-9CB4-ED560382C21F}" type="presParOf" srcId="{14E79D3D-93EC-4E7E-B144-CAAEB7C6EE14}" destId="{554F1D7D-C3B4-4B54-89F8-8E2E6E4C424D}" srcOrd="1" destOrd="0" presId="urn:microsoft.com/office/officeart/2018/2/layout/IconVerticalSolidList"/>
    <dgm:cxn modelId="{AD02AB38-7863-4F44-9283-2B62F8590E96}" type="presParOf" srcId="{14E79D3D-93EC-4E7E-B144-CAAEB7C6EE14}" destId="{37723E8E-1FE6-45C1-A5D0-6C3DD25C847F}" srcOrd="2" destOrd="0" presId="urn:microsoft.com/office/officeart/2018/2/layout/IconVerticalSolidList"/>
    <dgm:cxn modelId="{5A70647E-9AF9-4A0F-821F-A7BFC6E7EA0F}" type="presParOf" srcId="{14E79D3D-93EC-4E7E-B144-CAAEB7C6EE14}" destId="{D3993823-6A48-45CA-A544-61FEDAE3E0D3}"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a:ext uri="{C62137D5-CB1D-491B-B009-E17868A290BF}">
      <dgm14:recolorImg xmlns:dgm14="http://schemas.microsoft.com/office/drawing/2010/diagram" val="1"/>
    </a:ext>
  </dgm:extLst>
</dgm:dataModel>
</file>

<file path=ppt/diagrams/data3.xml><?xml version="1.0" encoding="utf-8"?>
<dgm:dataModel xmlns:dgm="http://schemas.openxmlformats.org/drawingml/2006/diagram" xmlns:a="http://schemas.openxmlformats.org/drawingml/2006/main">
  <dgm:ptLst>
    <dgm:pt modelId="{F2BF0B6B-0EF0-46C2-BA7A-B3661D9F8ADB}" type="doc">
      <dgm:prSet loTypeId="urn:microsoft.com/office/officeart/2018/2/layout/IconVerticalSolidList" loCatId="icon" qsTypeId="urn:microsoft.com/office/officeart/2005/8/quickstyle/simple1" qsCatId="simple" csTypeId="urn:microsoft.com/office/officeart/2018/5/colors/Iconchunking_neutralicontext_colorful1" csCatId="colorful" phldr="1"/>
      <dgm:spPr/>
      <dgm:t>
        <a:bodyPr/>
        <a:lstStyle/>
        <a:p>
          <a:endParaRPr lang="en-US"/>
        </a:p>
      </dgm:t>
    </dgm:pt>
    <dgm:pt modelId="{966A3F9B-0BA3-4197-824D-FB4E1A8A73F4}">
      <dgm:prSet/>
      <dgm:spPr/>
      <dgm:t>
        <a:bodyPr/>
        <a:lstStyle/>
        <a:p>
          <a:r>
            <a:rPr lang="tr-TR"/>
            <a:t>Vücuttaki mekanik hareketlerden kaynaklanan işaretlerdir. Genellikle bir dönüştürücü (transducer) aracılığıyla elektriksel sinyale çevrilirler.</a:t>
          </a:r>
          <a:endParaRPr lang="en-US"/>
        </a:p>
      </dgm:t>
    </dgm:pt>
    <dgm:pt modelId="{4E1BF80E-AD2C-4E97-95CB-2722C1E6EFDA}" type="parTrans" cxnId="{4C785522-2D0D-4467-808C-916592CBB3BC}">
      <dgm:prSet/>
      <dgm:spPr/>
      <dgm:t>
        <a:bodyPr/>
        <a:lstStyle/>
        <a:p>
          <a:endParaRPr lang="en-US"/>
        </a:p>
      </dgm:t>
    </dgm:pt>
    <dgm:pt modelId="{0C346A44-8504-40D1-84A7-68BA4CC7B9A1}" type="sibTrans" cxnId="{4C785522-2D0D-4467-808C-916592CBB3BC}">
      <dgm:prSet/>
      <dgm:spPr/>
      <dgm:t>
        <a:bodyPr/>
        <a:lstStyle/>
        <a:p>
          <a:endParaRPr lang="en-US"/>
        </a:p>
      </dgm:t>
    </dgm:pt>
    <dgm:pt modelId="{CAD3585F-4977-4969-B83C-9A49C6044A64}">
      <dgm:prSet/>
      <dgm:spPr/>
      <dgm:t>
        <a:bodyPr/>
        <a:lstStyle/>
        <a:p>
          <a:r>
            <a:rPr lang="tr-TR" b="1" dirty="0"/>
            <a:t>Kan Basıncı:</a:t>
          </a:r>
          <a:r>
            <a:rPr lang="tr-TR" dirty="0"/>
            <a:t> Arteriyel duvarlardaki basınç değişimleri.</a:t>
          </a:r>
          <a:endParaRPr lang="en-US" dirty="0"/>
        </a:p>
      </dgm:t>
    </dgm:pt>
    <dgm:pt modelId="{66A7BC2A-1451-466E-B424-7B3EF3A666F8}" type="parTrans" cxnId="{49982FDD-610C-4373-95EB-9C1A9D2B44E7}">
      <dgm:prSet/>
      <dgm:spPr/>
      <dgm:t>
        <a:bodyPr/>
        <a:lstStyle/>
        <a:p>
          <a:endParaRPr lang="en-US"/>
        </a:p>
      </dgm:t>
    </dgm:pt>
    <dgm:pt modelId="{3789E721-7E67-4393-8973-5C2BFCEFCBB9}" type="sibTrans" cxnId="{49982FDD-610C-4373-95EB-9C1A9D2B44E7}">
      <dgm:prSet/>
      <dgm:spPr/>
      <dgm:t>
        <a:bodyPr/>
        <a:lstStyle/>
        <a:p>
          <a:endParaRPr lang="en-US"/>
        </a:p>
      </dgm:t>
    </dgm:pt>
    <dgm:pt modelId="{10035093-967F-4C4B-BA2A-024C0431DBC4}">
      <dgm:prSet/>
      <dgm:spPr/>
      <dgm:t>
        <a:bodyPr/>
        <a:lstStyle/>
        <a:p>
          <a:r>
            <a:rPr lang="tr-TR" b="1"/>
            <a:t>Solunum Hacmi:</a:t>
          </a:r>
          <a:r>
            <a:rPr lang="tr-TR"/>
            <a:t> Akciğerlerin mekanik genişlemesi ve daralması.</a:t>
          </a:r>
          <a:endParaRPr lang="en-US"/>
        </a:p>
      </dgm:t>
    </dgm:pt>
    <dgm:pt modelId="{F23D379E-BC5F-415F-A9D6-751ED7AF5E5D}" type="parTrans" cxnId="{433BFFD3-8182-48BA-AB36-92BDDB4E9BDE}">
      <dgm:prSet/>
      <dgm:spPr/>
      <dgm:t>
        <a:bodyPr/>
        <a:lstStyle/>
        <a:p>
          <a:endParaRPr lang="en-US"/>
        </a:p>
      </dgm:t>
    </dgm:pt>
    <dgm:pt modelId="{D48ACADA-C46D-4DD5-B818-4901278D7078}" type="sibTrans" cxnId="{433BFFD3-8182-48BA-AB36-92BDDB4E9BDE}">
      <dgm:prSet/>
      <dgm:spPr/>
      <dgm:t>
        <a:bodyPr/>
        <a:lstStyle/>
        <a:p>
          <a:endParaRPr lang="en-US"/>
        </a:p>
      </dgm:t>
    </dgm:pt>
    <dgm:pt modelId="{C890DCAE-AE83-4449-BA5E-13846DB35BFB}">
      <dgm:prSet/>
      <dgm:spPr/>
      <dgm:t>
        <a:bodyPr/>
        <a:lstStyle/>
        <a:p>
          <a:r>
            <a:rPr lang="tr-TR" b="1"/>
            <a:t>Kas Kuvveti:</a:t>
          </a:r>
          <a:r>
            <a:rPr lang="tr-TR"/>
            <a:t> Kasın kasılma sırasında uyguladığı fiziksel güç.</a:t>
          </a:r>
          <a:endParaRPr lang="en-US"/>
        </a:p>
      </dgm:t>
    </dgm:pt>
    <dgm:pt modelId="{B56B31F1-F835-46CC-A263-41544BF4C2E2}" type="parTrans" cxnId="{2FA0F33A-5A06-42FE-B61C-6A018B6F9CF2}">
      <dgm:prSet/>
      <dgm:spPr/>
      <dgm:t>
        <a:bodyPr/>
        <a:lstStyle/>
        <a:p>
          <a:endParaRPr lang="en-US"/>
        </a:p>
      </dgm:t>
    </dgm:pt>
    <dgm:pt modelId="{C8D6377A-8272-4E5C-A43B-1EC64C94DFA3}" type="sibTrans" cxnId="{2FA0F33A-5A06-42FE-B61C-6A018B6F9CF2}">
      <dgm:prSet/>
      <dgm:spPr/>
      <dgm:t>
        <a:bodyPr/>
        <a:lstStyle/>
        <a:p>
          <a:endParaRPr lang="en-US"/>
        </a:p>
      </dgm:t>
    </dgm:pt>
    <dgm:pt modelId="{C3EF03B4-4AE9-4842-9BA1-5F8CF7868E12}" type="pres">
      <dgm:prSet presAssocID="{F2BF0B6B-0EF0-46C2-BA7A-B3661D9F8ADB}" presName="root" presStyleCnt="0">
        <dgm:presLayoutVars>
          <dgm:dir/>
          <dgm:resizeHandles val="exact"/>
        </dgm:presLayoutVars>
      </dgm:prSet>
      <dgm:spPr/>
    </dgm:pt>
    <dgm:pt modelId="{1E90E9F6-375D-4C5E-A950-B651E8737F21}" type="pres">
      <dgm:prSet presAssocID="{966A3F9B-0BA3-4197-824D-FB4E1A8A73F4}" presName="compNode" presStyleCnt="0"/>
      <dgm:spPr/>
    </dgm:pt>
    <dgm:pt modelId="{2F398252-E0DE-417A-ACAD-622DA69BC23F}" type="pres">
      <dgm:prSet presAssocID="{966A3F9B-0BA3-4197-824D-FB4E1A8A73F4}" presName="bgRect" presStyleLbl="bgShp" presStyleIdx="0" presStyleCnt="4"/>
      <dgm:spPr/>
    </dgm:pt>
    <dgm:pt modelId="{BC10AFB9-4661-4F14-AE70-C3F9A24E08C4}" type="pres">
      <dgm:prSet presAssocID="{966A3F9B-0BA3-4197-824D-FB4E1A8A73F4}" presName="iconRect" presStyleLbl="node1" presStyleIdx="0" presStyleCnt="4"/>
      <dgm:spPr>
        <a:blipFill>
          <a:blip xmlns:r="http://schemas.openxmlformats.org/officeDocument/2006/relationships" r:embed="rId1">
            <a:extLst>
              <a:ext uri="{96DAC541-7B7A-43D3-8B79-37D633B846F1}">
                <asvg:svgBlip xmlns:asvg="http://schemas.microsoft.com/office/drawing/2016/SVG/main" r:embed="rId2"/>
              </a:ext>
            </a:extLst>
          </a:blip>
          <a:srcRect/>
          <a:stretch>
            <a:fillRect/>
          </a:stretch>
        </a:blipFill>
        <a:ln>
          <a:noFill/>
        </a:ln>
      </dgm:spPr>
      <dgm:extLst>
        <a:ext uri="{E40237B7-FDA0-4F09-8148-C483321AD2D9}">
          <dgm14:cNvPr xmlns:dgm14="http://schemas.microsoft.com/office/drawing/2010/diagram" id="0" name="" descr="Dans adımları düz dolguyla"/>
        </a:ext>
      </dgm:extLst>
    </dgm:pt>
    <dgm:pt modelId="{7FED5A41-ED29-419E-AF40-87813F582FAD}" type="pres">
      <dgm:prSet presAssocID="{966A3F9B-0BA3-4197-824D-FB4E1A8A73F4}" presName="spaceRect" presStyleCnt="0"/>
      <dgm:spPr/>
    </dgm:pt>
    <dgm:pt modelId="{CB8B47B1-62B8-483C-AD18-CD2869E1660E}" type="pres">
      <dgm:prSet presAssocID="{966A3F9B-0BA3-4197-824D-FB4E1A8A73F4}" presName="parTx" presStyleLbl="revTx" presStyleIdx="0" presStyleCnt="4">
        <dgm:presLayoutVars>
          <dgm:chMax val="0"/>
          <dgm:chPref val="0"/>
        </dgm:presLayoutVars>
      </dgm:prSet>
      <dgm:spPr/>
    </dgm:pt>
    <dgm:pt modelId="{BA93A2C8-F93A-4AA3-9C9A-86C4C36CEE22}" type="pres">
      <dgm:prSet presAssocID="{0C346A44-8504-40D1-84A7-68BA4CC7B9A1}" presName="sibTrans" presStyleCnt="0"/>
      <dgm:spPr/>
    </dgm:pt>
    <dgm:pt modelId="{14DD0733-0D50-43AE-8B3B-B2C7F83F88B6}" type="pres">
      <dgm:prSet presAssocID="{CAD3585F-4977-4969-B83C-9A49C6044A64}" presName="compNode" presStyleCnt="0"/>
      <dgm:spPr/>
    </dgm:pt>
    <dgm:pt modelId="{914E20FA-349B-43AF-853C-4C03016C0D6D}" type="pres">
      <dgm:prSet presAssocID="{CAD3585F-4977-4969-B83C-9A49C6044A64}" presName="bgRect" presStyleLbl="bgShp" presStyleIdx="1" presStyleCnt="4"/>
      <dgm:spPr/>
    </dgm:pt>
    <dgm:pt modelId="{97F78B1E-5094-4AB5-AEF0-09034DF81ED7}" type="pres">
      <dgm:prSet presAssocID="{CAD3585F-4977-4969-B83C-9A49C6044A64}" presName="iconRect" presStyleLbl="node1" presStyleIdx="1" presStyleCnt="4"/>
      <dgm:spPr>
        <a:blipFill>
          <a:blip xmlns:r="http://schemas.openxmlformats.org/officeDocument/2006/relationships" r:embed="rId3">
            <a:extLst>
              <a:ext uri="{96DAC541-7B7A-43D3-8B79-37D633B846F1}">
                <asvg:svgBlip xmlns:asvg="http://schemas.microsoft.com/office/drawing/2016/SVG/main" r:embed="rId4"/>
              </a:ext>
            </a:extLst>
          </a:blip>
          <a:srcRect/>
          <a:stretch>
            <a:fillRect/>
          </a:stretch>
        </a:blipFill>
        <a:ln>
          <a:noFill/>
        </a:ln>
      </dgm:spPr>
      <dgm:extLst>
        <a:ext uri="{E40237B7-FDA0-4F09-8148-C483321AD2D9}">
          <dgm14:cNvPr xmlns:dgm14="http://schemas.microsoft.com/office/drawing/2010/diagram" id="0" name="" descr="Kalp (organ) düz dolguyla"/>
        </a:ext>
      </dgm:extLst>
    </dgm:pt>
    <dgm:pt modelId="{2A636FF9-6DFC-4555-B9E2-347ECFB03EDB}" type="pres">
      <dgm:prSet presAssocID="{CAD3585F-4977-4969-B83C-9A49C6044A64}" presName="spaceRect" presStyleCnt="0"/>
      <dgm:spPr/>
    </dgm:pt>
    <dgm:pt modelId="{7ACDAD2D-E107-40CF-B3FA-B167C1D7B90D}" type="pres">
      <dgm:prSet presAssocID="{CAD3585F-4977-4969-B83C-9A49C6044A64}" presName="parTx" presStyleLbl="revTx" presStyleIdx="1" presStyleCnt="4">
        <dgm:presLayoutVars>
          <dgm:chMax val="0"/>
          <dgm:chPref val="0"/>
        </dgm:presLayoutVars>
      </dgm:prSet>
      <dgm:spPr/>
    </dgm:pt>
    <dgm:pt modelId="{452428F0-F2E6-488B-9434-FF700EC72121}" type="pres">
      <dgm:prSet presAssocID="{3789E721-7E67-4393-8973-5C2BFCEFCBB9}" presName="sibTrans" presStyleCnt="0"/>
      <dgm:spPr/>
    </dgm:pt>
    <dgm:pt modelId="{647067A4-A13D-44C4-AE06-FC8897D385F9}" type="pres">
      <dgm:prSet presAssocID="{10035093-967F-4C4B-BA2A-024C0431DBC4}" presName="compNode" presStyleCnt="0"/>
      <dgm:spPr/>
    </dgm:pt>
    <dgm:pt modelId="{4DB74620-A394-4C9D-9882-504F15C83FE4}" type="pres">
      <dgm:prSet presAssocID="{10035093-967F-4C4B-BA2A-024C0431DBC4}" presName="bgRect" presStyleLbl="bgShp" presStyleIdx="2" presStyleCnt="4"/>
      <dgm:spPr/>
    </dgm:pt>
    <dgm:pt modelId="{F46F6C90-879D-4375-8C32-D7D9F89F40F7}" type="pres">
      <dgm:prSet presAssocID="{10035093-967F-4C4B-BA2A-024C0431DBC4}" presName="iconRect" presStyleLbl="node1" presStyleIdx="2" presStyleCnt="4"/>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Akciğer"/>
        </a:ext>
      </dgm:extLst>
    </dgm:pt>
    <dgm:pt modelId="{2F9B6C51-9C0D-4B39-8334-FFC063E189F0}" type="pres">
      <dgm:prSet presAssocID="{10035093-967F-4C4B-BA2A-024C0431DBC4}" presName="spaceRect" presStyleCnt="0"/>
      <dgm:spPr/>
    </dgm:pt>
    <dgm:pt modelId="{68919A19-7291-4B33-B7F3-6074AF5888C6}" type="pres">
      <dgm:prSet presAssocID="{10035093-967F-4C4B-BA2A-024C0431DBC4}" presName="parTx" presStyleLbl="revTx" presStyleIdx="2" presStyleCnt="4">
        <dgm:presLayoutVars>
          <dgm:chMax val="0"/>
          <dgm:chPref val="0"/>
        </dgm:presLayoutVars>
      </dgm:prSet>
      <dgm:spPr/>
    </dgm:pt>
    <dgm:pt modelId="{94C7754A-9D43-47C6-925F-F69E7AABEDC5}" type="pres">
      <dgm:prSet presAssocID="{D48ACADA-C46D-4DD5-B818-4901278D7078}" presName="sibTrans" presStyleCnt="0"/>
      <dgm:spPr/>
    </dgm:pt>
    <dgm:pt modelId="{D3A3C2AA-9763-45E7-A8AF-28498826A4BC}" type="pres">
      <dgm:prSet presAssocID="{C890DCAE-AE83-4449-BA5E-13846DB35BFB}" presName="compNode" presStyleCnt="0"/>
      <dgm:spPr/>
    </dgm:pt>
    <dgm:pt modelId="{61E78873-9F64-4EA0-95AD-C6F253D19F96}" type="pres">
      <dgm:prSet presAssocID="{C890DCAE-AE83-4449-BA5E-13846DB35BFB}" presName="bgRect" presStyleLbl="bgShp" presStyleIdx="3" presStyleCnt="4"/>
      <dgm:spPr/>
    </dgm:pt>
    <dgm:pt modelId="{4AA5FA3E-A8AA-40C3-8058-5DC4F905C647}" type="pres">
      <dgm:prSet presAssocID="{C890DCAE-AE83-4449-BA5E-13846DB35BFB}" presName="iconRect" presStyleLbl="node1" presStyleIdx="3" presStyleCnt="4"/>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a:noFill/>
        </a:ln>
      </dgm:spPr>
      <dgm:extLst>
        <a:ext uri="{E40237B7-FDA0-4F09-8148-C483321AD2D9}">
          <dgm14:cNvPr xmlns:dgm14="http://schemas.microsoft.com/office/drawing/2010/diagram" id="0" name="" descr="Muscle Arm"/>
        </a:ext>
      </dgm:extLst>
    </dgm:pt>
    <dgm:pt modelId="{CB5F80D4-AA10-42E1-A07A-A45747DF468B}" type="pres">
      <dgm:prSet presAssocID="{C890DCAE-AE83-4449-BA5E-13846DB35BFB}" presName="spaceRect" presStyleCnt="0"/>
      <dgm:spPr/>
    </dgm:pt>
    <dgm:pt modelId="{6B93C4D9-D8C8-4FA6-A1D2-8B0534D9B4CF}" type="pres">
      <dgm:prSet presAssocID="{C890DCAE-AE83-4449-BA5E-13846DB35BFB}" presName="parTx" presStyleLbl="revTx" presStyleIdx="3" presStyleCnt="4">
        <dgm:presLayoutVars>
          <dgm:chMax val="0"/>
          <dgm:chPref val="0"/>
        </dgm:presLayoutVars>
      </dgm:prSet>
      <dgm:spPr/>
    </dgm:pt>
  </dgm:ptLst>
  <dgm:cxnLst>
    <dgm:cxn modelId="{735B5D03-E025-4C5B-B70D-4AE51A49CD88}" type="presOf" srcId="{10035093-967F-4C4B-BA2A-024C0431DBC4}" destId="{68919A19-7291-4B33-B7F3-6074AF5888C6}" srcOrd="0" destOrd="0" presId="urn:microsoft.com/office/officeart/2018/2/layout/IconVerticalSolidList"/>
    <dgm:cxn modelId="{2990FE0A-9EF5-4694-B467-6B14FAAFD424}" type="presOf" srcId="{966A3F9B-0BA3-4197-824D-FB4E1A8A73F4}" destId="{CB8B47B1-62B8-483C-AD18-CD2869E1660E}" srcOrd="0" destOrd="0" presId="urn:microsoft.com/office/officeart/2018/2/layout/IconVerticalSolidList"/>
    <dgm:cxn modelId="{4C785522-2D0D-4467-808C-916592CBB3BC}" srcId="{F2BF0B6B-0EF0-46C2-BA7A-B3661D9F8ADB}" destId="{966A3F9B-0BA3-4197-824D-FB4E1A8A73F4}" srcOrd="0" destOrd="0" parTransId="{4E1BF80E-AD2C-4E97-95CB-2722C1E6EFDA}" sibTransId="{0C346A44-8504-40D1-84A7-68BA4CC7B9A1}"/>
    <dgm:cxn modelId="{FEE2232C-B4A8-437B-8D99-786EF943AC2E}" type="presOf" srcId="{CAD3585F-4977-4969-B83C-9A49C6044A64}" destId="{7ACDAD2D-E107-40CF-B3FA-B167C1D7B90D}" srcOrd="0" destOrd="0" presId="urn:microsoft.com/office/officeart/2018/2/layout/IconVerticalSolidList"/>
    <dgm:cxn modelId="{2FA0F33A-5A06-42FE-B61C-6A018B6F9CF2}" srcId="{F2BF0B6B-0EF0-46C2-BA7A-B3661D9F8ADB}" destId="{C890DCAE-AE83-4449-BA5E-13846DB35BFB}" srcOrd="3" destOrd="0" parTransId="{B56B31F1-F835-46CC-A263-41544BF4C2E2}" sibTransId="{C8D6377A-8272-4E5C-A43B-1EC64C94DFA3}"/>
    <dgm:cxn modelId="{ED211A4A-BF59-407F-BAD0-FCE33F804F89}" type="presOf" srcId="{C890DCAE-AE83-4449-BA5E-13846DB35BFB}" destId="{6B93C4D9-D8C8-4FA6-A1D2-8B0534D9B4CF}" srcOrd="0" destOrd="0" presId="urn:microsoft.com/office/officeart/2018/2/layout/IconVerticalSolidList"/>
    <dgm:cxn modelId="{CAC5854F-E642-4865-BF51-1859B140C1EE}" type="presOf" srcId="{F2BF0B6B-0EF0-46C2-BA7A-B3661D9F8ADB}" destId="{C3EF03B4-4AE9-4842-9BA1-5F8CF7868E12}" srcOrd="0" destOrd="0" presId="urn:microsoft.com/office/officeart/2018/2/layout/IconVerticalSolidList"/>
    <dgm:cxn modelId="{433BFFD3-8182-48BA-AB36-92BDDB4E9BDE}" srcId="{F2BF0B6B-0EF0-46C2-BA7A-B3661D9F8ADB}" destId="{10035093-967F-4C4B-BA2A-024C0431DBC4}" srcOrd="2" destOrd="0" parTransId="{F23D379E-BC5F-415F-A9D6-751ED7AF5E5D}" sibTransId="{D48ACADA-C46D-4DD5-B818-4901278D7078}"/>
    <dgm:cxn modelId="{49982FDD-610C-4373-95EB-9C1A9D2B44E7}" srcId="{F2BF0B6B-0EF0-46C2-BA7A-B3661D9F8ADB}" destId="{CAD3585F-4977-4969-B83C-9A49C6044A64}" srcOrd="1" destOrd="0" parTransId="{66A7BC2A-1451-466E-B424-7B3EF3A666F8}" sibTransId="{3789E721-7E67-4393-8973-5C2BFCEFCBB9}"/>
    <dgm:cxn modelId="{CB051283-B2AA-423F-B19C-35E765D0706A}" type="presParOf" srcId="{C3EF03B4-4AE9-4842-9BA1-5F8CF7868E12}" destId="{1E90E9F6-375D-4C5E-A950-B651E8737F21}" srcOrd="0" destOrd="0" presId="urn:microsoft.com/office/officeart/2018/2/layout/IconVerticalSolidList"/>
    <dgm:cxn modelId="{20D329C8-A1F2-438C-B29F-B32A5A4E2F47}" type="presParOf" srcId="{1E90E9F6-375D-4C5E-A950-B651E8737F21}" destId="{2F398252-E0DE-417A-ACAD-622DA69BC23F}" srcOrd="0" destOrd="0" presId="urn:microsoft.com/office/officeart/2018/2/layout/IconVerticalSolidList"/>
    <dgm:cxn modelId="{2EC610F7-BA9E-461B-ABD6-D83DF49B8CF0}" type="presParOf" srcId="{1E90E9F6-375D-4C5E-A950-B651E8737F21}" destId="{BC10AFB9-4661-4F14-AE70-C3F9A24E08C4}" srcOrd="1" destOrd="0" presId="urn:microsoft.com/office/officeart/2018/2/layout/IconVerticalSolidList"/>
    <dgm:cxn modelId="{22B9E400-2C38-44EA-853E-E91ED59461B0}" type="presParOf" srcId="{1E90E9F6-375D-4C5E-A950-B651E8737F21}" destId="{7FED5A41-ED29-419E-AF40-87813F582FAD}" srcOrd="2" destOrd="0" presId="urn:microsoft.com/office/officeart/2018/2/layout/IconVerticalSolidList"/>
    <dgm:cxn modelId="{B32FAE23-BC14-4AE6-B8EF-5FFAF94CCBAE}" type="presParOf" srcId="{1E90E9F6-375D-4C5E-A950-B651E8737F21}" destId="{CB8B47B1-62B8-483C-AD18-CD2869E1660E}" srcOrd="3" destOrd="0" presId="urn:microsoft.com/office/officeart/2018/2/layout/IconVerticalSolidList"/>
    <dgm:cxn modelId="{0F2716CF-2761-41A9-9FAE-A639349DCBF4}" type="presParOf" srcId="{C3EF03B4-4AE9-4842-9BA1-5F8CF7868E12}" destId="{BA93A2C8-F93A-4AA3-9C9A-86C4C36CEE22}" srcOrd="1" destOrd="0" presId="urn:microsoft.com/office/officeart/2018/2/layout/IconVerticalSolidList"/>
    <dgm:cxn modelId="{7BE9E4E9-33E2-4ED0-BB6D-69C1D9ECFC02}" type="presParOf" srcId="{C3EF03B4-4AE9-4842-9BA1-5F8CF7868E12}" destId="{14DD0733-0D50-43AE-8B3B-B2C7F83F88B6}" srcOrd="2" destOrd="0" presId="urn:microsoft.com/office/officeart/2018/2/layout/IconVerticalSolidList"/>
    <dgm:cxn modelId="{C857F12D-A550-491A-B130-2BE9441D1A66}" type="presParOf" srcId="{14DD0733-0D50-43AE-8B3B-B2C7F83F88B6}" destId="{914E20FA-349B-43AF-853C-4C03016C0D6D}" srcOrd="0" destOrd="0" presId="urn:microsoft.com/office/officeart/2018/2/layout/IconVerticalSolidList"/>
    <dgm:cxn modelId="{80451F7E-C305-4833-BFE3-F14907E0E86A}" type="presParOf" srcId="{14DD0733-0D50-43AE-8B3B-B2C7F83F88B6}" destId="{97F78B1E-5094-4AB5-AEF0-09034DF81ED7}" srcOrd="1" destOrd="0" presId="urn:microsoft.com/office/officeart/2018/2/layout/IconVerticalSolidList"/>
    <dgm:cxn modelId="{B0EA7F0B-AD59-4614-8D28-13BCD7D3782C}" type="presParOf" srcId="{14DD0733-0D50-43AE-8B3B-B2C7F83F88B6}" destId="{2A636FF9-6DFC-4555-B9E2-347ECFB03EDB}" srcOrd="2" destOrd="0" presId="urn:microsoft.com/office/officeart/2018/2/layout/IconVerticalSolidList"/>
    <dgm:cxn modelId="{E4395D62-2AE5-48C6-BD2B-4559A48BAA17}" type="presParOf" srcId="{14DD0733-0D50-43AE-8B3B-B2C7F83F88B6}" destId="{7ACDAD2D-E107-40CF-B3FA-B167C1D7B90D}" srcOrd="3" destOrd="0" presId="urn:microsoft.com/office/officeart/2018/2/layout/IconVerticalSolidList"/>
    <dgm:cxn modelId="{777AA02D-F144-40C7-AF0E-2C43A2D8CEE5}" type="presParOf" srcId="{C3EF03B4-4AE9-4842-9BA1-5F8CF7868E12}" destId="{452428F0-F2E6-488B-9434-FF700EC72121}" srcOrd="3" destOrd="0" presId="urn:microsoft.com/office/officeart/2018/2/layout/IconVerticalSolidList"/>
    <dgm:cxn modelId="{4D77A571-004B-4DB8-AB95-3DBF92060799}" type="presParOf" srcId="{C3EF03B4-4AE9-4842-9BA1-5F8CF7868E12}" destId="{647067A4-A13D-44C4-AE06-FC8897D385F9}" srcOrd="4" destOrd="0" presId="urn:microsoft.com/office/officeart/2018/2/layout/IconVerticalSolidList"/>
    <dgm:cxn modelId="{9A4D996F-623A-4C0B-A044-C110FFB33089}" type="presParOf" srcId="{647067A4-A13D-44C4-AE06-FC8897D385F9}" destId="{4DB74620-A394-4C9D-9882-504F15C83FE4}" srcOrd="0" destOrd="0" presId="urn:microsoft.com/office/officeart/2018/2/layout/IconVerticalSolidList"/>
    <dgm:cxn modelId="{1DEE5CF0-691B-4886-8CF4-28A4735BB7B7}" type="presParOf" srcId="{647067A4-A13D-44C4-AE06-FC8897D385F9}" destId="{F46F6C90-879D-4375-8C32-D7D9F89F40F7}" srcOrd="1" destOrd="0" presId="urn:microsoft.com/office/officeart/2018/2/layout/IconVerticalSolidList"/>
    <dgm:cxn modelId="{D3AC386A-2208-4378-8254-B0F26FE44E2B}" type="presParOf" srcId="{647067A4-A13D-44C4-AE06-FC8897D385F9}" destId="{2F9B6C51-9C0D-4B39-8334-FFC063E189F0}" srcOrd="2" destOrd="0" presId="urn:microsoft.com/office/officeart/2018/2/layout/IconVerticalSolidList"/>
    <dgm:cxn modelId="{9DE9C43D-5A76-48EF-B15D-BC39787D456C}" type="presParOf" srcId="{647067A4-A13D-44C4-AE06-FC8897D385F9}" destId="{68919A19-7291-4B33-B7F3-6074AF5888C6}" srcOrd="3" destOrd="0" presId="urn:microsoft.com/office/officeart/2018/2/layout/IconVerticalSolidList"/>
    <dgm:cxn modelId="{9AEE4792-E06E-4FD2-B2C3-09A494F5537C}" type="presParOf" srcId="{C3EF03B4-4AE9-4842-9BA1-5F8CF7868E12}" destId="{94C7754A-9D43-47C6-925F-F69E7AABEDC5}" srcOrd="5" destOrd="0" presId="urn:microsoft.com/office/officeart/2018/2/layout/IconVerticalSolidList"/>
    <dgm:cxn modelId="{13287745-9AB7-4DCB-A0BC-500CD3A13E8E}" type="presParOf" srcId="{C3EF03B4-4AE9-4842-9BA1-5F8CF7868E12}" destId="{D3A3C2AA-9763-45E7-A8AF-28498826A4BC}" srcOrd="6" destOrd="0" presId="urn:microsoft.com/office/officeart/2018/2/layout/IconVerticalSolidList"/>
    <dgm:cxn modelId="{1BA83273-E556-4630-A39E-73CF5416570D}" type="presParOf" srcId="{D3A3C2AA-9763-45E7-A8AF-28498826A4BC}" destId="{61E78873-9F64-4EA0-95AD-C6F253D19F96}" srcOrd="0" destOrd="0" presId="urn:microsoft.com/office/officeart/2018/2/layout/IconVerticalSolidList"/>
    <dgm:cxn modelId="{5376FDE9-499A-40E5-A768-81429ABC2CB5}" type="presParOf" srcId="{D3A3C2AA-9763-45E7-A8AF-28498826A4BC}" destId="{4AA5FA3E-A8AA-40C3-8058-5DC4F905C647}" srcOrd="1" destOrd="0" presId="urn:microsoft.com/office/officeart/2018/2/layout/IconVerticalSolidList"/>
    <dgm:cxn modelId="{6C18D1F1-1B82-425C-8409-88FF4D585216}" type="presParOf" srcId="{D3A3C2AA-9763-45E7-A8AF-28498826A4BC}" destId="{CB5F80D4-AA10-42E1-A07A-A45747DF468B}" srcOrd="2" destOrd="0" presId="urn:microsoft.com/office/officeart/2018/2/layout/IconVerticalSolidList"/>
    <dgm:cxn modelId="{AC9D2766-5400-4C07-91B9-D698FEAB1A81}" type="presParOf" srcId="{D3A3C2AA-9763-45E7-A8AF-28498826A4BC}" destId="{6B93C4D9-D8C8-4FA6-A1D2-8B0534D9B4CF}"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F2BF0B6B-0EF0-46C2-BA7A-B3661D9F8ADB}" type="doc">
      <dgm:prSet loTypeId="urn:microsoft.com/office/officeart/2018/2/layout/IconVerticalSolidList" loCatId="icon" qsTypeId="urn:microsoft.com/office/officeart/2005/8/quickstyle/simple1" qsCatId="simple" csTypeId="urn:microsoft.com/office/officeart/2018/5/colors/Iconchunking_neutralicontext_colorful1" csCatId="colorful" phldr="1"/>
      <dgm:spPr/>
      <dgm:t>
        <a:bodyPr/>
        <a:lstStyle/>
        <a:p>
          <a:endParaRPr lang="en-US"/>
        </a:p>
      </dgm:t>
    </dgm:pt>
    <dgm:pt modelId="{966A3F9B-0BA3-4197-824D-FB4E1A8A73F4}">
      <dgm:prSet/>
      <dgm:spPr/>
      <dgm:t>
        <a:bodyPr/>
        <a:lstStyle/>
        <a:p>
          <a:pPr>
            <a:lnSpc>
              <a:spcPct val="100000"/>
            </a:lnSpc>
          </a:pPr>
          <a:r>
            <a:rPr lang="tr-TR"/>
            <a:t>Vücut sıvılarındaki (kan, idrar, hücre içi sıvı) kimyasal maddelerin konsantrasyonu ile ilgilidir.</a:t>
          </a:r>
          <a:endParaRPr lang="en-US" dirty="0"/>
        </a:p>
      </dgm:t>
    </dgm:pt>
    <dgm:pt modelId="{4E1BF80E-AD2C-4E97-95CB-2722C1E6EFDA}" type="parTrans" cxnId="{4C785522-2D0D-4467-808C-916592CBB3BC}">
      <dgm:prSet/>
      <dgm:spPr/>
      <dgm:t>
        <a:bodyPr/>
        <a:lstStyle/>
        <a:p>
          <a:endParaRPr lang="en-US"/>
        </a:p>
      </dgm:t>
    </dgm:pt>
    <dgm:pt modelId="{0C346A44-8504-40D1-84A7-68BA4CC7B9A1}" type="sibTrans" cxnId="{4C785522-2D0D-4467-808C-916592CBB3BC}">
      <dgm:prSet/>
      <dgm:spPr/>
      <dgm:t>
        <a:bodyPr/>
        <a:lstStyle/>
        <a:p>
          <a:endParaRPr lang="en-US"/>
        </a:p>
      </dgm:t>
    </dgm:pt>
    <dgm:pt modelId="{7EEAA900-FDC5-4396-ABB9-3D97B5CFF50E}">
      <dgm:prSet/>
      <dgm:spPr/>
      <dgm:t>
        <a:bodyPr/>
        <a:lstStyle/>
        <a:p>
          <a:pPr>
            <a:lnSpc>
              <a:spcPct val="100000"/>
            </a:lnSpc>
          </a:pPr>
          <a:r>
            <a:rPr lang="tr-TR" b="1" dirty="0"/>
            <a:t>Glikoz Seviyesi: </a:t>
          </a:r>
          <a:r>
            <a:rPr lang="tr-TR" b="0" dirty="0"/>
            <a:t>Kandaki şeker seviyesi</a:t>
          </a:r>
          <a:endParaRPr lang="en-US" b="1" dirty="0"/>
        </a:p>
      </dgm:t>
    </dgm:pt>
    <dgm:pt modelId="{7E886273-227D-4933-B1A5-85E80ADFBE6B}" type="parTrans" cxnId="{E1F21A6F-9E60-4785-B468-A1A662CB6C4B}">
      <dgm:prSet/>
      <dgm:spPr/>
      <dgm:t>
        <a:bodyPr/>
        <a:lstStyle/>
        <a:p>
          <a:endParaRPr lang="tr-TR"/>
        </a:p>
      </dgm:t>
    </dgm:pt>
    <dgm:pt modelId="{8D0AAF0D-47B9-444B-814D-E5164621AECB}" type="sibTrans" cxnId="{E1F21A6F-9E60-4785-B468-A1A662CB6C4B}">
      <dgm:prSet/>
      <dgm:spPr/>
      <dgm:t>
        <a:bodyPr/>
        <a:lstStyle/>
        <a:p>
          <a:endParaRPr lang="tr-TR"/>
        </a:p>
      </dgm:t>
    </dgm:pt>
    <dgm:pt modelId="{3C2F08F0-8CB0-4B30-BCD9-EF449458FEEC}">
      <dgm:prSet/>
      <dgm:spPr/>
      <dgm:t>
        <a:bodyPr/>
        <a:lstStyle/>
        <a:p>
          <a:pPr>
            <a:lnSpc>
              <a:spcPct val="100000"/>
            </a:lnSpc>
          </a:pPr>
          <a:r>
            <a:rPr lang="tr-TR" b="1" dirty="0"/>
            <a:t>pH Değeri: </a:t>
          </a:r>
          <a:r>
            <a:rPr lang="tr-TR" b="0" dirty="0"/>
            <a:t>Kan asiditesi</a:t>
          </a:r>
          <a:r>
            <a:rPr lang="tr-TR" b="1" dirty="0"/>
            <a:t> </a:t>
          </a:r>
          <a:endParaRPr lang="en-US" b="1" dirty="0"/>
        </a:p>
      </dgm:t>
    </dgm:pt>
    <dgm:pt modelId="{E0B9B273-DC25-4B92-AD42-960362E6C2B7}" type="parTrans" cxnId="{224E186E-867B-4DBB-AC67-503EB0A2FF26}">
      <dgm:prSet/>
      <dgm:spPr/>
      <dgm:t>
        <a:bodyPr/>
        <a:lstStyle/>
        <a:p>
          <a:endParaRPr lang="tr-TR"/>
        </a:p>
      </dgm:t>
    </dgm:pt>
    <dgm:pt modelId="{2E03EC58-536C-42EF-9BE4-FAE5FBC69EDC}" type="sibTrans" cxnId="{224E186E-867B-4DBB-AC67-503EB0A2FF26}">
      <dgm:prSet/>
      <dgm:spPr/>
      <dgm:t>
        <a:bodyPr/>
        <a:lstStyle/>
        <a:p>
          <a:endParaRPr lang="tr-TR"/>
        </a:p>
      </dgm:t>
    </dgm:pt>
    <dgm:pt modelId="{B8E65322-06C3-436F-8322-AAC4606DAA4C}">
      <dgm:prSet/>
      <dgm:spPr/>
      <dgm:t>
        <a:bodyPr/>
        <a:lstStyle/>
        <a:p>
          <a:pPr>
            <a:lnSpc>
              <a:spcPct val="100000"/>
            </a:lnSpc>
          </a:pPr>
          <a:r>
            <a:rPr lang="tr-TR" dirty="0"/>
            <a:t>Kandaki gaz oranları</a:t>
          </a:r>
          <a:endParaRPr lang="en-US" dirty="0"/>
        </a:p>
      </dgm:t>
    </dgm:pt>
    <dgm:pt modelId="{A2A04E99-5F2D-4B5F-9053-F676D1763006}" type="parTrans" cxnId="{1571138F-44AE-4077-99B9-AF0517978A64}">
      <dgm:prSet/>
      <dgm:spPr/>
      <dgm:t>
        <a:bodyPr/>
        <a:lstStyle/>
        <a:p>
          <a:endParaRPr lang="tr-TR"/>
        </a:p>
      </dgm:t>
    </dgm:pt>
    <dgm:pt modelId="{6E1973A7-5C99-4D87-91EA-0457F672D3E2}" type="sibTrans" cxnId="{1571138F-44AE-4077-99B9-AF0517978A64}">
      <dgm:prSet/>
      <dgm:spPr/>
      <dgm:t>
        <a:bodyPr/>
        <a:lstStyle/>
        <a:p>
          <a:endParaRPr lang="tr-TR"/>
        </a:p>
      </dgm:t>
    </dgm:pt>
    <dgm:pt modelId="{C3EF03B4-4AE9-4842-9BA1-5F8CF7868E12}" type="pres">
      <dgm:prSet presAssocID="{F2BF0B6B-0EF0-46C2-BA7A-B3661D9F8ADB}" presName="root" presStyleCnt="0">
        <dgm:presLayoutVars>
          <dgm:dir/>
          <dgm:resizeHandles val="exact"/>
        </dgm:presLayoutVars>
      </dgm:prSet>
      <dgm:spPr/>
    </dgm:pt>
    <dgm:pt modelId="{1E90E9F6-375D-4C5E-A950-B651E8737F21}" type="pres">
      <dgm:prSet presAssocID="{966A3F9B-0BA3-4197-824D-FB4E1A8A73F4}" presName="compNode" presStyleCnt="0"/>
      <dgm:spPr/>
    </dgm:pt>
    <dgm:pt modelId="{2F398252-E0DE-417A-ACAD-622DA69BC23F}" type="pres">
      <dgm:prSet presAssocID="{966A3F9B-0BA3-4197-824D-FB4E1A8A73F4}" presName="bgRect" presStyleLbl="bgShp" presStyleIdx="0" presStyleCnt="4"/>
      <dgm:spPr/>
    </dgm:pt>
    <dgm:pt modelId="{BC10AFB9-4661-4F14-AE70-C3F9A24E08C4}" type="pres">
      <dgm:prSet presAssocID="{966A3F9B-0BA3-4197-824D-FB4E1A8A73F4}" presName="iconRect" presStyleLbl="node1" presStyleIdx="0" presStyleCnt="4"/>
      <dgm:spPr>
        <a:blipFill>
          <a:blip xmlns:r="http://schemas.openxmlformats.org/officeDocument/2006/relationships" r:embed="rId1">
            <a:extLst>
              <a:ext uri="{96DAC541-7B7A-43D3-8B79-37D633B846F1}">
                <asvg:svgBlip xmlns:asvg="http://schemas.microsoft.com/office/drawing/2016/SVG/main" r:embed="rId2"/>
              </a:ext>
            </a:extLst>
          </a:blip>
          <a:srcRect/>
          <a:stretch>
            <a:fillRect/>
          </a:stretch>
        </a:blipFill>
        <a:ln>
          <a:noFill/>
        </a:ln>
      </dgm:spPr>
      <dgm:extLst>
        <a:ext uri="{E40237B7-FDA0-4F09-8148-C483321AD2D9}">
          <dgm14:cNvPr xmlns:dgm14="http://schemas.microsoft.com/office/drawing/2010/diagram" id="0" name="" descr="Beher düz dolguyla"/>
        </a:ext>
      </dgm:extLst>
    </dgm:pt>
    <dgm:pt modelId="{7FED5A41-ED29-419E-AF40-87813F582FAD}" type="pres">
      <dgm:prSet presAssocID="{966A3F9B-0BA3-4197-824D-FB4E1A8A73F4}" presName="spaceRect" presStyleCnt="0"/>
      <dgm:spPr/>
    </dgm:pt>
    <dgm:pt modelId="{CB8B47B1-62B8-483C-AD18-CD2869E1660E}" type="pres">
      <dgm:prSet presAssocID="{966A3F9B-0BA3-4197-824D-FB4E1A8A73F4}" presName="parTx" presStyleLbl="revTx" presStyleIdx="0" presStyleCnt="4">
        <dgm:presLayoutVars>
          <dgm:chMax val="0"/>
          <dgm:chPref val="0"/>
        </dgm:presLayoutVars>
      </dgm:prSet>
      <dgm:spPr/>
    </dgm:pt>
    <dgm:pt modelId="{BA93A2C8-F93A-4AA3-9C9A-86C4C36CEE22}" type="pres">
      <dgm:prSet presAssocID="{0C346A44-8504-40D1-84A7-68BA4CC7B9A1}" presName="sibTrans" presStyleCnt="0"/>
      <dgm:spPr/>
    </dgm:pt>
    <dgm:pt modelId="{541F801D-D6B9-46B0-ADFF-FB230D0076AA}" type="pres">
      <dgm:prSet presAssocID="{7EEAA900-FDC5-4396-ABB9-3D97B5CFF50E}" presName="compNode" presStyleCnt="0"/>
      <dgm:spPr/>
    </dgm:pt>
    <dgm:pt modelId="{DCC46F89-E21B-4BE8-BF88-C7D715FF8AC4}" type="pres">
      <dgm:prSet presAssocID="{7EEAA900-FDC5-4396-ABB9-3D97B5CFF50E}" presName="bgRect" presStyleLbl="bgShp" presStyleIdx="1" presStyleCnt="4"/>
      <dgm:spPr/>
    </dgm:pt>
    <dgm:pt modelId="{C27D20CE-1445-4411-BA5A-4901AFC261EF}" type="pres">
      <dgm:prSet presAssocID="{7EEAA900-FDC5-4396-ABB9-3D97B5CFF50E}" presName="iconRect" presStyleLbl="node1" presStyleIdx="1" presStyleCnt="4"/>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dgm:spPr>
      <dgm:extLst>
        <a:ext uri="{E40237B7-FDA0-4F09-8148-C483321AD2D9}">
          <dgm14:cNvPr xmlns:dgm14="http://schemas.microsoft.com/office/drawing/2010/diagram" id="0" name="" descr="Onay işareti"/>
        </a:ext>
      </dgm:extLst>
    </dgm:pt>
    <dgm:pt modelId="{3F476D9A-28CC-4A3F-8A87-BA6920A83515}" type="pres">
      <dgm:prSet presAssocID="{7EEAA900-FDC5-4396-ABB9-3D97B5CFF50E}" presName="spaceRect" presStyleCnt="0"/>
      <dgm:spPr/>
    </dgm:pt>
    <dgm:pt modelId="{3D283E77-D127-4592-B252-616EFEE1D4D7}" type="pres">
      <dgm:prSet presAssocID="{7EEAA900-FDC5-4396-ABB9-3D97B5CFF50E}" presName="parTx" presStyleLbl="revTx" presStyleIdx="1" presStyleCnt="4">
        <dgm:presLayoutVars>
          <dgm:chMax val="0"/>
          <dgm:chPref val="0"/>
        </dgm:presLayoutVars>
      </dgm:prSet>
      <dgm:spPr/>
    </dgm:pt>
    <dgm:pt modelId="{4582C7E7-0405-4D7E-B759-5C5663A4CBD5}" type="pres">
      <dgm:prSet presAssocID="{8D0AAF0D-47B9-444B-814D-E5164621AECB}" presName="sibTrans" presStyleCnt="0"/>
      <dgm:spPr/>
    </dgm:pt>
    <dgm:pt modelId="{EEBD640A-A9B3-4730-AF62-2B58B47F7419}" type="pres">
      <dgm:prSet presAssocID="{3C2F08F0-8CB0-4B30-BCD9-EF449458FEEC}" presName="compNode" presStyleCnt="0"/>
      <dgm:spPr/>
    </dgm:pt>
    <dgm:pt modelId="{FBD291A7-3CA4-4B2C-82BD-F0C17B45DE32}" type="pres">
      <dgm:prSet presAssocID="{3C2F08F0-8CB0-4B30-BCD9-EF449458FEEC}" presName="bgRect" presStyleLbl="bgShp" presStyleIdx="2" presStyleCnt="4"/>
      <dgm:spPr/>
    </dgm:pt>
    <dgm:pt modelId="{7357D21E-D5E4-4BA9-9196-0E52629E59BA}" type="pres">
      <dgm:prSet presAssocID="{3C2F08F0-8CB0-4B30-BCD9-EF449458FEEC}" presName="iconRect" presStyleLbl="node1" presStyleIdx="2" presStyleCnt="4"/>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dgm:spPr>
      <dgm:extLst>
        <a:ext uri="{E40237B7-FDA0-4F09-8148-C483321AD2D9}">
          <dgm14:cNvPr xmlns:dgm14="http://schemas.microsoft.com/office/drawing/2010/diagram" id="0" name="" descr="Upward trend"/>
        </a:ext>
      </dgm:extLst>
    </dgm:pt>
    <dgm:pt modelId="{61524A9D-911E-4F93-A5E8-7A422160CA72}" type="pres">
      <dgm:prSet presAssocID="{3C2F08F0-8CB0-4B30-BCD9-EF449458FEEC}" presName="spaceRect" presStyleCnt="0"/>
      <dgm:spPr/>
    </dgm:pt>
    <dgm:pt modelId="{BC0A7FE6-93C4-444C-9FE9-D03DC229A4CA}" type="pres">
      <dgm:prSet presAssocID="{3C2F08F0-8CB0-4B30-BCD9-EF449458FEEC}" presName="parTx" presStyleLbl="revTx" presStyleIdx="2" presStyleCnt="4">
        <dgm:presLayoutVars>
          <dgm:chMax val="0"/>
          <dgm:chPref val="0"/>
        </dgm:presLayoutVars>
      </dgm:prSet>
      <dgm:spPr/>
    </dgm:pt>
    <dgm:pt modelId="{24BE76EA-5BE4-449E-8539-BFE1ED7D5975}" type="pres">
      <dgm:prSet presAssocID="{2E03EC58-536C-42EF-9BE4-FAE5FBC69EDC}" presName="sibTrans" presStyleCnt="0"/>
      <dgm:spPr/>
    </dgm:pt>
    <dgm:pt modelId="{1EBEE0D3-7C00-4EB8-8948-0286B8E6268C}" type="pres">
      <dgm:prSet presAssocID="{B8E65322-06C3-436F-8322-AAC4606DAA4C}" presName="compNode" presStyleCnt="0"/>
      <dgm:spPr/>
    </dgm:pt>
    <dgm:pt modelId="{D03ABB8D-6F47-4D96-86EA-1D113EB3C546}" type="pres">
      <dgm:prSet presAssocID="{B8E65322-06C3-436F-8322-AAC4606DAA4C}" presName="bgRect" presStyleLbl="bgShp" presStyleIdx="3" presStyleCnt="4"/>
      <dgm:spPr/>
    </dgm:pt>
    <dgm:pt modelId="{BDF2B18E-602C-4771-B2B9-32FB460F63E4}" type="pres">
      <dgm:prSet presAssocID="{B8E65322-06C3-436F-8322-AAC4606DAA4C}" presName="iconRect" presStyleLbl="node1" presStyleIdx="3" presStyleCnt="4"/>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dgm:spPr>
      <dgm:extLst>
        <a:ext uri="{E40237B7-FDA0-4F09-8148-C483321AD2D9}">
          <dgm14:cNvPr xmlns:dgm14="http://schemas.microsoft.com/office/drawing/2010/diagram" id="0" name="" descr="Gösterge"/>
        </a:ext>
      </dgm:extLst>
    </dgm:pt>
    <dgm:pt modelId="{EEAB4570-9336-4DAE-A6EC-B63A669FE57A}" type="pres">
      <dgm:prSet presAssocID="{B8E65322-06C3-436F-8322-AAC4606DAA4C}" presName="spaceRect" presStyleCnt="0"/>
      <dgm:spPr/>
    </dgm:pt>
    <dgm:pt modelId="{39D9DBB1-50D1-4958-A561-531D097A550F}" type="pres">
      <dgm:prSet presAssocID="{B8E65322-06C3-436F-8322-AAC4606DAA4C}" presName="parTx" presStyleLbl="revTx" presStyleIdx="3" presStyleCnt="4">
        <dgm:presLayoutVars>
          <dgm:chMax val="0"/>
          <dgm:chPref val="0"/>
        </dgm:presLayoutVars>
      </dgm:prSet>
      <dgm:spPr/>
    </dgm:pt>
  </dgm:ptLst>
  <dgm:cxnLst>
    <dgm:cxn modelId="{2990FE0A-9EF5-4694-B467-6B14FAAFD424}" type="presOf" srcId="{966A3F9B-0BA3-4197-824D-FB4E1A8A73F4}" destId="{CB8B47B1-62B8-483C-AD18-CD2869E1660E}" srcOrd="0" destOrd="0" presId="urn:microsoft.com/office/officeart/2018/2/layout/IconVerticalSolidList"/>
    <dgm:cxn modelId="{F6131F18-704D-4D23-9E94-34F4C5CFBB73}" type="presOf" srcId="{7EEAA900-FDC5-4396-ABB9-3D97B5CFF50E}" destId="{3D283E77-D127-4592-B252-616EFEE1D4D7}" srcOrd="0" destOrd="0" presId="urn:microsoft.com/office/officeart/2018/2/layout/IconVerticalSolidList"/>
    <dgm:cxn modelId="{4C785522-2D0D-4467-808C-916592CBB3BC}" srcId="{F2BF0B6B-0EF0-46C2-BA7A-B3661D9F8ADB}" destId="{966A3F9B-0BA3-4197-824D-FB4E1A8A73F4}" srcOrd="0" destOrd="0" parTransId="{4E1BF80E-AD2C-4E97-95CB-2722C1E6EFDA}" sibTransId="{0C346A44-8504-40D1-84A7-68BA4CC7B9A1}"/>
    <dgm:cxn modelId="{6F6DFB62-3A45-48F3-B104-C2151563F218}" type="presOf" srcId="{3C2F08F0-8CB0-4B30-BCD9-EF449458FEEC}" destId="{BC0A7FE6-93C4-444C-9FE9-D03DC229A4CA}" srcOrd="0" destOrd="0" presId="urn:microsoft.com/office/officeart/2018/2/layout/IconVerticalSolidList"/>
    <dgm:cxn modelId="{849BF26A-9FCB-44A5-9F2F-1CE3DF75F105}" type="presOf" srcId="{B8E65322-06C3-436F-8322-AAC4606DAA4C}" destId="{39D9DBB1-50D1-4958-A561-531D097A550F}" srcOrd="0" destOrd="0" presId="urn:microsoft.com/office/officeart/2018/2/layout/IconVerticalSolidList"/>
    <dgm:cxn modelId="{224E186E-867B-4DBB-AC67-503EB0A2FF26}" srcId="{F2BF0B6B-0EF0-46C2-BA7A-B3661D9F8ADB}" destId="{3C2F08F0-8CB0-4B30-BCD9-EF449458FEEC}" srcOrd="2" destOrd="0" parTransId="{E0B9B273-DC25-4B92-AD42-960362E6C2B7}" sibTransId="{2E03EC58-536C-42EF-9BE4-FAE5FBC69EDC}"/>
    <dgm:cxn modelId="{E1F21A6F-9E60-4785-B468-A1A662CB6C4B}" srcId="{F2BF0B6B-0EF0-46C2-BA7A-B3661D9F8ADB}" destId="{7EEAA900-FDC5-4396-ABB9-3D97B5CFF50E}" srcOrd="1" destOrd="0" parTransId="{7E886273-227D-4933-B1A5-85E80ADFBE6B}" sibTransId="{8D0AAF0D-47B9-444B-814D-E5164621AECB}"/>
    <dgm:cxn modelId="{CAC5854F-E642-4865-BF51-1859B140C1EE}" type="presOf" srcId="{F2BF0B6B-0EF0-46C2-BA7A-B3661D9F8ADB}" destId="{C3EF03B4-4AE9-4842-9BA1-5F8CF7868E12}" srcOrd="0" destOrd="0" presId="urn:microsoft.com/office/officeart/2018/2/layout/IconVerticalSolidList"/>
    <dgm:cxn modelId="{1571138F-44AE-4077-99B9-AF0517978A64}" srcId="{F2BF0B6B-0EF0-46C2-BA7A-B3661D9F8ADB}" destId="{B8E65322-06C3-436F-8322-AAC4606DAA4C}" srcOrd="3" destOrd="0" parTransId="{A2A04E99-5F2D-4B5F-9053-F676D1763006}" sibTransId="{6E1973A7-5C99-4D87-91EA-0457F672D3E2}"/>
    <dgm:cxn modelId="{CB051283-B2AA-423F-B19C-35E765D0706A}" type="presParOf" srcId="{C3EF03B4-4AE9-4842-9BA1-5F8CF7868E12}" destId="{1E90E9F6-375D-4C5E-A950-B651E8737F21}" srcOrd="0" destOrd="0" presId="urn:microsoft.com/office/officeart/2018/2/layout/IconVerticalSolidList"/>
    <dgm:cxn modelId="{20D329C8-A1F2-438C-B29F-B32A5A4E2F47}" type="presParOf" srcId="{1E90E9F6-375D-4C5E-A950-B651E8737F21}" destId="{2F398252-E0DE-417A-ACAD-622DA69BC23F}" srcOrd="0" destOrd="0" presId="urn:microsoft.com/office/officeart/2018/2/layout/IconVerticalSolidList"/>
    <dgm:cxn modelId="{2EC610F7-BA9E-461B-ABD6-D83DF49B8CF0}" type="presParOf" srcId="{1E90E9F6-375D-4C5E-A950-B651E8737F21}" destId="{BC10AFB9-4661-4F14-AE70-C3F9A24E08C4}" srcOrd="1" destOrd="0" presId="urn:microsoft.com/office/officeart/2018/2/layout/IconVerticalSolidList"/>
    <dgm:cxn modelId="{22B9E400-2C38-44EA-853E-E91ED59461B0}" type="presParOf" srcId="{1E90E9F6-375D-4C5E-A950-B651E8737F21}" destId="{7FED5A41-ED29-419E-AF40-87813F582FAD}" srcOrd="2" destOrd="0" presId="urn:microsoft.com/office/officeart/2018/2/layout/IconVerticalSolidList"/>
    <dgm:cxn modelId="{B32FAE23-BC14-4AE6-B8EF-5FFAF94CCBAE}" type="presParOf" srcId="{1E90E9F6-375D-4C5E-A950-B651E8737F21}" destId="{CB8B47B1-62B8-483C-AD18-CD2869E1660E}" srcOrd="3" destOrd="0" presId="urn:microsoft.com/office/officeart/2018/2/layout/IconVerticalSolidList"/>
    <dgm:cxn modelId="{0F2716CF-2761-41A9-9FAE-A639349DCBF4}" type="presParOf" srcId="{C3EF03B4-4AE9-4842-9BA1-5F8CF7868E12}" destId="{BA93A2C8-F93A-4AA3-9C9A-86C4C36CEE22}" srcOrd="1" destOrd="0" presId="urn:microsoft.com/office/officeart/2018/2/layout/IconVerticalSolidList"/>
    <dgm:cxn modelId="{288C130D-CE93-41AB-8DDE-C02C3D97F7E9}" type="presParOf" srcId="{C3EF03B4-4AE9-4842-9BA1-5F8CF7868E12}" destId="{541F801D-D6B9-46B0-ADFF-FB230D0076AA}" srcOrd="2" destOrd="0" presId="urn:microsoft.com/office/officeart/2018/2/layout/IconVerticalSolidList"/>
    <dgm:cxn modelId="{2B0EBA6A-7046-4680-81F5-AE8348362945}" type="presParOf" srcId="{541F801D-D6B9-46B0-ADFF-FB230D0076AA}" destId="{DCC46F89-E21B-4BE8-BF88-C7D715FF8AC4}" srcOrd="0" destOrd="0" presId="urn:microsoft.com/office/officeart/2018/2/layout/IconVerticalSolidList"/>
    <dgm:cxn modelId="{99049B6A-E004-4540-9701-BD34FCC85951}" type="presParOf" srcId="{541F801D-D6B9-46B0-ADFF-FB230D0076AA}" destId="{C27D20CE-1445-4411-BA5A-4901AFC261EF}" srcOrd="1" destOrd="0" presId="urn:microsoft.com/office/officeart/2018/2/layout/IconVerticalSolidList"/>
    <dgm:cxn modelId="{95A211F5-E235-47FC-8417-3A5ED58B12B0}" type="presParOf" srcId="{541F801D-D6B9-46B0-ADFF-FB230D0076AA}" destId="{3F476D9A-28CC-4A3F-8A87-BA6920A83515}" srcOrd="2" destOrd="0" presId="urn:microsoft.com/office/officeart/2018/2/layout/IconVerticalSolidList"/>
    <dgm:cxn modelId="{0D971B0A-D070-4D44-92F8-14D6155FE460}" type="presParOf" srcId="{541F801D-D6B9-46B0-ADFF-FB230D0076AA}" destId="{3D283E77-D127-4592-B252-616EFEE1D4D7}" srcOrd="3" destOrd="0" presId="urn:microsoft.com/office/officeart/2018/2/layout/IconVerticalSolidList"/>
    <dgm:cxn modelId="{878B701F-DBEF-4764-BA21-50340F0F1D73}" type="presParOf" srcId="{C3EF03B4-4AE9-4842-9BA1-5F8CF7868E12}" destId="{4582C7E7-0405-4D7E-B759-5C5663A4CBD5}" srcOrd="3" destOrd="0" presId="urn:microsoft.com/office/officeart/2018/2/layout/IconVerticalSolidList"/>
    <dgm:cxn modelId="{E39D3B3A-75CA-4F71-9617-F1793E311B24}" type="presParOf" srcId="{C3EF03B4-4AE9-4842-9BA1-5F8CF7868E12}" destId="{EEBD640A-A9B3-4730-AF62-2B58B47F7419}" srcOrd="4" destOrd="0" presId="urn:microsoft.com/office/officeart/2018/2/layout/IconVerticalSolidList"/>
    <dgm:cxn modelId="{8DCCDBD9-CDE9-457F-B15F-C1D7891BBDE1}" type="presParOf" srcId="{EEBD640A-A9B3-4730-AF62-2B58B47F7419}" destId="{FBD291A7-3CA4-4B2C-82BD-F0C17B45DE32}" srcOrd="0" destOrd="0" presId="urn:microsoft.com/office/officeart/2018/2/layout/IconVerticalSolidList"/>
    <dgm:cxn modelId="{624E3EF7-1CA3-4767-8F0F-B69E25F51236}" type="presParOf" srcId="{EEBD640A-A9B3-4730-AF62-2B58B47F7419}" destId="{7357D21E-D5E4-4BA9-9196-0E52629E59BA}" srcOrd="1" destOrd="0" presId="urn:microsoft.com/office/officeart/2018/2/layout/IconVerticalSolidList"/>
    <dgm:cxn modelId="{F53E12F0-49EB-42E7-95A9-11AED01CEA28}" type="presParOf" srcId="{EEBD640A-A9B3-4730-AF62-2B58B47F7419}" destId="{61524A9D-911E-4F93-A5E8-7A422160CA72}" srcOrd="2" destOrd="0" presId="urn:microsoft.com/office/officeart/2018/2/layout/IconVerticalSolidList"/>
    <dgm:cxn modelId="{012E7519-61CB-4C33-BCD6-726FC2071C3E}" type="presParOf" srcId="{EEBD640A-A9B3-4730-AF62-2B58B47F7419}" destId="{BC0A7FE6-93C4-444C-9FE9-D03DC229A4CA}" srcOrd="3" destOrd="0" presId="urn:microsoft.com/office/officeart/2018/2/layout/IconVerticalSolidList"/>
    <dgm:cxn modelId="{BF4CB15B-AE14-4F62-B0F8-6DAE9DBDA2BB}" type="presParOf" srcId="{C3EF03B4-4AE9-4842-9BA1-5F8CF7868E12}" destId="{24BE76EA-5BE4-449E-8539-BFE1ED7D5975}" srcOrd="5" destOrd="0" presId="urn:microsoft.com/office/officeart/2018/2/layout/IconVerticalSolidList"/>
    <dgm:cxn modelId="{86317D89-A539-4CB1-9345-15B32DC708FE}" type="presParOf" srcId="{C3EF03B4-4AE9-4842-9BA1-5F8CF7868E12}" destId="{1EBEE0D3-7C00-4EB8-8948-0286B8E6268C}" srcOrd="6" destOrd="0" presId="urn:microsoft.com/office/officeart/2018/2/layout/IconVerticalSolidList"/>
    <dgm:cxn modelId="{45C1038B-7966-4059-A71F-A675AC80DF3A}" type="presParOf" srcId="{1EBEE0D3-7C00-4EB8-8948-0286B8E6268C}" destId="{D03ABB8D-6F47-4D96-86EA-1D113EB3C546}" srcOrd="0" destOrd="0" presId="urn:microsoft.com/office/officeart/2018/2/layout/IconVerticalSolidList"/>
    <dgm:cxn modelId="{40338061-3F5C-48BE-89FE-DE026EC3383E}" type="presParOf" srcId="{1EBEE0D3-7C00-4EB8-8948-0286B8E6268C}" destId="{BDF2B18E-602C-4771-B2B9-32FB460F63E4}" srcOrd="1" destOrd="0" presId="urn:microsoft.com/office/officeart/2018/2/layout/IconVerticalSolidList"/>
    <dgm:cxn modelId="{B1453D5E-428C-4AA4-848C-954BBD099B7E}" type="presParOf" srcId="{1EBEE0D3-7C00-4EB8-8948-0286B8E6268C}" destId="{EEAB4570-9336-4DAE-A6EC-B63A669FE57A}" srcOrd="2" destOrd="0" presId="urn:microsoft.com/office/officeart/2018/2/layout/IconVerticalSolidList"/>
    <dgm:cxn modelId="{6C7B08E0-A4F7-40AE-9956-B9AE8D9B7AD9}" type="presParOf" srcId="{1EBEE0D3-7C00-4EB8-8948-0286B8E6268C}" destId="{39D9DBB1-50D1-4958-A561-531D097A550F}"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F2BF0B6B-0EF0-46C2-BA7A-B3661D9F8ADB}" type="doc">
      <dgm:prSet loTypeId="urn:microsoft.com/office/officeart/2018/2/layout/IconVerticalSolidList" loCatId="icon" qsTypeId="urn:microsoft.com/office/officeart/2005/8/quickstyle/simple1" qsCatId="simple" csTypeId="urn:microsoft.com/office/officeart/2018/5/colors/Iconchunking_neutralicontext_colorful1" csCatId="colorful" phldr="1"/>
      <dgm:spPr/>
      <dgm:t>
        <a:bodyPr/>
        <a:lstStyle/>
        <a:p>
          <a:endParaRPr lang="en-US"/>
        </a:p>
      </dgm:t>
    </dgm:pt>
    <dgm:pt modelId="{966A3F9B-0BA3-4197-824D-FB4E1A8A73F4}">
      <dgm:prSet/>
      <dgm:spPr/>
      <dgm:t>
        <a:bodyPr/>
        <a:lstStyle/>
        <a:p>
          <a:pPr>
            <a:lnSpc>
              <a:spcPct val="100000"/>
            </a:lnSpc>
          </a:pPr>
          <a:r>
            <a:rPr lang="tr-TR"/>
            <a:t>Vücut fonksiyonları sırasında oluşan ses dalgalarıdır.</a:t>
          </a:r>
          <a:endParaRPr lang="en-US" dirty="0"/>
        </a:p>
      </dgm:t>
    </dgm:pt>
    <dgm:pt modelId="{4E1BF80E-AD2C-4E97-95CB-2722C1E6EFDA}" type="parTrans" cxnId="{4C785522-2D0D-4467-808C-916592CBB3BC}">
      <dgm:prSet/>
      <dgm:spPr/>
      <dgm:t>
        <a:bodyPr/>
        <a:lstStyle/>
        <a:p>
          <a:endParaRPr lang="en-US"/>
        </a:p>
      </dgm:t>
    </dgm:pt>
    <dgm:pt modelId="{0C346A44-8504-40D1-84A7-68BA4CC7B9A1}" type="sibTrans" cxnId="{4C785522-2D0D-4467-808C-916592CBB3BC}">
      <dgm:prSet/>
      <dgm:spPr/>
      <dgm:t>
        <a:bodyPr/>
        <a:lstStyle/>
        <a:p>
          <a:endParaRPr lang="en-US"/>
        </a:p>
      </dgm:t>
    </dgm:pt>
    <dgm:pt modelId="{20DA1716-3504-427A-AFB7-15767151D477}">
      <dgm:prSet/>
      <dgm:spPr/>
      <dgm:t>
        <a:bodyPr/>
        <a:lstStyle/>
        <a:p>
          <a:pPr>
            <a:lnSpc>
              <a:spcPct val="100000"/>
            </a:lnSpc>
          </a:pPr>
          <a:r>
            <a:rPr lang="tr-TR" b="1" dirty="0"/>
            <a:t>Kalp Sesleri:</a:t>
          </a:r>
          <a:r>
            <a:rPr lang="tr-TR" dirty="0"/>
            <a:t> Kapakçıkların açılıp kapanma sesleri (</a:t>
          </a:r>
          <a:r>
            <a:rPr lang="tr-TR" dirty="0" err="1"/>
            <a:t>Fonokardiyografi</a:t>
          </a:r>
          <a:r>
            <a:rPr lang="tr-TR" dirty="0"/>
            <a:t>).</a:t>
          </a:r>
          <a:endParaRPr lang="en-US" dirty="0"/>
        </a:p>
      </dgm:t>
    </dgm:pt>
    <dgm:pt modelId="{9857D12F-6D19-4A7F-A92A-2E98505F1CC0}" type="parTrans" cxnId="{B41F24A4-5D80-4EB2-BDE7-B9A45D7B36D3}">
      <dgm:prSet/>
      <dgm:spPr/>
      <dgm:t>
        <a:bodyPr/>
        <a:lstStyle/>
        <a:p>
          <a:endParaRPr lang="tr-TR"/>
        </a:p>
      </dgm:t>
    </dgm:pt>
    <dgm:pt modelId="{B9CD3935-5DEA-4B34-B90A-9AC69F8C894F}" type="sibTrans" cxnId="{B41F24A4-5D80-4EB2-BDE7-B9A45D7B36D3}">
      <dgm:prSet/>
      <dgm:spPr/>
      <dgm:t>
        <a:bodyPr/>
        <a:lstStyle/>
        <a:p>
          <a:endParaRPr lang="tr-TR"/>
        </a:p>
      </dgm:t>
    </dgm:pt>
    <dgm:pt modelId="{BDB24C6A-D5EE-4DBF-8EF8-C44486EE62D4}">
      <dgm:prSet/>
      <dgm:spPr/>
      <dgm:t>
        <a:bodyPr/>
        <a:lstStyle/>
        <a:p>
          <a:pPr>
            <a:lnSpc>
              <a:spcPct val="100000"/>
            </a:lnSpc>
          </a:pPr>
          <a:r>
            <a:rPr lang="tr-TR" b="1" dirty="0"/>
            <a:t>Solunum Sesleri:</a:t>
          </a:r>
          <a:r>
            <a:rPr lang="tr-TR" dirty="0"/>
            <a:t> Akciğerlerden geçen havanın yarattığı sesler.</a:t>
          </a:r>
          <a:endParaRPr lang="en-US" dirty="0"/>
        </a:p>
      </dgm:t>
    </dgm:pt>
    <dgm:pt modelId="{70009CB6-4977-421C-8C04-8622FC304668}" type="parTrans" cxnId="{D7B1F14F-487D-437B-9711-39FCDB61ACCE}">
      <dgm:prSet/>
      <dgm:spPr/>
      <dgm:t>
        <a:bodyPr/>
        <a:lstStyle/>
        <a:p>
          <a:endParaRPr lang="tr-TR"/>
        </a:p>
      </dgm:t>
    </dgm:pt>
    <dgm:pt modelId="{1DC6655A-EDA7-4609-8CCF-C91E36D39599}" type="sibTrans" cxnId="{D7B1F14F-487D-437B-9711-39FCDB61ACCE}">
      <dgm:prSet/>
      <dgm:spPr/>
      <dgm:t>
        <a:bodyPr/>
        <a:lstStyle/>
        <a:p>
          <a:endParaRPr lang="tr-TR"/>
        </a:p>
      </dgm:t>
    </dgm:pt>
    <dgm:pt modelId="{C3EF03B4-4AE9-4842-9BA1-5F8CF7868E12}" type="pres">
      <dgm:prSet presAssocID="{F2BF0B6B-0EF0-46C2-BA7A-B3661D9F8ADB}" presName="root" presStyleCnt="0">
        <dgm:presLayoutVars>
          <dgm:dir/>
          <dgm:resizeHandles val="exact"/>
        </dgm:presLayoutVars>
      </dgm:prSet>
      <dgm:spPr/>
    </dgm:pt>
    <dgm:pt modelId="{1E90E9F6-375D-4C5E-A950-B651E8737F21}" type="pres">
      <dgm:prSet presAssocID="{966A3F9B-0BA3-4197-824D-FB4E1A8A73F4}" presName="compNode" presStyleCnt="0"/>
      <dgm:spPr/>
    </dgm:pt>
    <dgm:pt modelId="{2F398252-E0DE-417A-ACAD-622DA69BC23F}" type="pres">
      <dgm:prSet presAssocID="{966A3F9B-0BA3-4197-824D-FB4E1A8A73F4}" presName="bgRect" presStyleLbl="bgShp" presStyleIdx="0" presStyleCnt="3"/>
      <dgm:spPr/>
    </dgm:pt>
    <dgm:pt modelId="{BC10AFB9-4661-4F14-AE70-C3F9A24E08C4}" type="pres">
      <dgm:prSet presAssocID="{966A3F9B-0BA3-4197-824D-FB4E1A8A73F4}" presName="iconRect" presStyleLbl="node1" presStyleIdx="0" presStyleCnt="3"/>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Kaynakçı"/>
        </a:ext>
      </dgm:extLst>
    </dgm:pt>
    <dgm:pt modelId="{7FED5A41-ED29-419E-AF40-87813F582FAD}" type="pres">
      <dgm:prSet presAssocID="{966A3F9B-0BA3-4197-824D-FB4E1A8A73F4}" presName="spaceRect" presStyleCnt="0"/>
      <dgm:spPr/>
    </dgm:pt>
    <dgm:pt modelId="{CB8B47B1-62B8-483C-AD18-CD2869E1660E}" type="pres">
      <dgm:prSet presAssocID="{966A3F9B-0BA3-4197-824D-FB4E1A8A73F4}" presName="parTx" presStyleLbl="revTx" presStyleIdx="0" presStyleCnt="3">
        <dgm:presLayoutVars>
          <dgm:chMax val="0"/>
          <dgm:chPref val="0"/>
        </dgm:presLayoutVars>
      </dgm:prSet>
      <dgm:spPr/>
    </dgm:pt>
    <dgm:pt modelId="{BA93A2C8-F93A-4AA3-9C9A-86C4C36CEE22}" type="pres">
      <dgm:prSet presAssocID="{0C346A44-8504-40D1-84A7-68BA4CC7B9A1}" presName="sibTrans" presStyleCnt="0"/>
      <dgm:spPr/>
    </dgm:pt>
    <dgm:pt modelId="{BB97AF2E-7032-43FE-8CDF-7484A4B67FD2}" type="pres">
      <dgm:prSet presAssocID="{20DA1716-3504-427A-AFB7-15767151D477}" presName="compNode" presStyleCnt="0"/>
      <dgm:spPr/>
    </dgm:pt>
    <dgm:pt modelId="{22F7CFFA-0E6D-4673-8F22-3768BE89A4CD}" type="pres">
      <dgm:prSet presAssocID="{20DA1716-3504-427A-AFB7-15767151D477}" presName="bgRect" presStyleLbl="bgShp" presStyleIdx="1" presStyleCnt="3"/>
      <dgm:spPr/>
    </dgm:pt>
    <dgm:pt modelId="{048F65AF-D0BF-4CF5-A14C-9EA31DCE1358}" type="pres">
      <dgm:prSet presAssocID="{20DA1716-3504-427A-AFB7-15767151D477}" presName="iconRect" presStyleLbl="node1" presStyleIdx="1" presStyleCnt="3"/>
      <dgm:spPr>
        <a:blipFill>
          <a:blip xmlns:r="http://schemas.openxmlformats.org/officeDocument/2006/relationships" r:embed="rId3">
            <a:extLst>
              <a:ext uri="{96DAC541-7B7A-43D3-8B79-37D633B846F1}">
                <asvg:svgBlip xmlns:asvg="http://schemas.microsoft.com/office/drawing/2016/SVG/main" r:embed="rId4"/>
              </a:ext>
            </a:extLst>
          </a:blip>
          <a:srcRect/>
          <a:stretch>
            <a:fillRect/>
          </a:stretch>
        </a:blipFill>
      </dgm:spPr>
      <dgm:extLst>
        <a:ext uri="{E40237B7-FDA0-4F09-8148-C483321AD2D9}">
          <dgm14:cNvPr xmlns:dgm14="http://schemas.microsoft.com/office/drawing/2010/diagram" id="0" name="" descr="Atan kalp düz dolguyla"/>
        </a:ext>
      </dgm:extLst>
    </dgm:pt>
    <dgm:pt modelId="{5CD7EDE3-1961-4A89-BABA-9A01D2006F10}" type="pres">
      <dgm:prSet presAssocID="{20DA1716-3504-427A-AFB7-15767151D477}" presName="spaceRect" presStyleCnt="0"/>
      <dgm:spPr/>
    </dgm:pt>
    <dgm:pt modelId="{51E7D42F-99B4-4EF0-9354-7CECD09A247E}" type="pres">
      <dgm:prSet presAssocID="{20DA1716-3504-427A-AFB7-15767151D477}" presName="parTx" presStyleLbl="revTx" presStyleIdx="1" presStyleCnt="3">
        <dgm:presLayoutVars>
          <dgm:chMax val="0"/>
          <dgm:chPref val="0"/>
        </dgm:presLayoutVars>
      </dgm:prSet>
      <dgm:spPr/>
    </dgm:pt>
    <dgm:pt modelId="{FC730E71-FC1B-4B56-90B8-8B66424B0C52}" type="pres">
      <dgm:prSet presAssocID="{B9CD3935-5DEA-4B34-B90A-9AC69F8C894F}" presName="sibTrans" presStyleCnt="0"/>
      <dgm:spPr/>
    </dgm:pt>
    <dgm:pt modelId="{99A93C16-1C6C-4C0A-BCE4-98600E361B39}" type="pres">
      <dgm:prSet presAssocID="{BDB24C6A-D5EE-4DBF-8EF8-C44486EE62D4}" presName="compNode" presStyleCnt="0"/>
      <dgm:spPr/>
    </dgm:pt>
    <dgm:pt modelId="{7D2C715E-6E2F-416C-AADB-02C27D30192B}" type="pres">
      <dgm:prSet presAssocID="{BDB24C6A-D5EE-4DBF-8EF8-C44486EE62D4}" presName="bgRect" presStyleLbl="bgShp" presStyleIdx="2" presStyleCnt="3"/>
      <dgm:spPr/>
    </dgm:pt>
    <dgm:pt modelId="{0F33179C-7C02-44B1-879A-4E1D456BB141}" type="pres">
      <dgm:prSet presAssocID="{BDB24C6A-D5EE-4DBF-8EF8-C44486EE62D4}" presName="iconRect" presStyleLbl="node1" presStyleIdx="2" presStyleCnt="3"/>
      <dgm:spPr>
        <a:blipFill>
          <a:blip xmlns:r="http://schemas.openxmlformats.org/officeDocument/2006/relationships" r:embed="rId5">
            <a:extLst>
              <a:ext uri="{96DAC541-7B7A-43D3-8B79-37D633B846F1}">
                <asvg:svgBlip xmlns:asvg="http://schemas.microsoft.com/office/drawing/2016/SVG/main" r:embed="rId6"/>
              </a:ext>
            </a:extLst>
          </a:blip>
          <a:srcRect/>
          <a:stretch>
            <a:fillRect/>
          </a:stretch>
        </a:blipFill>
      </dgm:spPr>
      <dgm:extLst>
        <a:ext uri="{E40237B7-FDA0-4F09-8148-C483321AD2D9}">
          <dgm14:cNvPr xmlns:dgm14="http://schemas.microsoft.com/office/drawing/2010/diagram" id="0" name="" descr="Akciğer düz dolguyla"/>
        </a:ext>
      </dgm:extLst>
    </dgm:pt>
    <dgm:pt modelId="{CD0E0F0F-F1E9-420B-9F1F-B0CD96B41DA7}" type="pres">
      <dgm:prSet presAssocID="{BDB24C6A-D5EE-4DBF-8EF8-C44486EE62D4}" presName="spaceRect" presStyleCnt="0"/>
      <dgm:spPr/>
    </dgm:pt>
    <dgm:pt modelId="{3774F339-8E6C-4B5F-AAAD-AD66E5C08506}" type="pres">
      <dgm:prSet presAssocID="{BDB24C6A-D5EE-4DBF-8EF8-C44486EE62D4}" presName="parTx" presStyleLbl="revTx" presStyleIdx="2" presStyleCnt="3">
        <dgm:presLayoutVars>
          <dgm:chMax val="0"/>
          <dgm:chPref val="0"/>
        </dgm:presLayoutVars>
      </dgm:prSet>
      <dgm:spPr/>
    </dgm:pt>
  </dgm:ptLst>
  <dgm:cxnLst>
    <dgm:cxn modelId="{2990FE0A-9EF5-4694-B467-6B14FAAFD424}" type="presOf" srcId="{966A3F9B-0BA3-4197-824D-FB4E1A8A73F4}" destId="{CB8B47B1-62B8-483C-AD18-CD2869E1660E}" srcOrd="0" destOrd="0" presId="urn:microsoft.com/office/officeart/2018/2/layout/IconVerticalSolidList"/>
    <dgm:cxn modelId="{4C785522-2D0D-4467-808C-916592CBB3BC}" srcId="{F2BF0B6B-0EF0-46C2-BA7A-B3661D9F8ADB}" destId="{966A3F9B-0BA3-4197-824D-FB4E1A8A73F4}" srcOrd="0" destOrd="0" parTransId="{4E1BF80E-AD2C-4E97-95CB-2722C1E6EFDA}" sibTransId="{0C346A44-8504-40D1-84A7-68BA4CC7B9A1}"/>
    <dgm:cxn modelId="{A554C532-9ABA-4A91-BCD5-47574713AA53}" type="presOf" srcId="{BDB24C6A-D5EE-4DBF-8EF8-C44486EE62D4}" destId="{3774F339-8E6C-4B5F-AAAD-AD66E5C08506}" srcOrd="0" destOrd="0" presId="urn:microsoft.com/office/officeart/2018/2/layout/IconVerticalSolidList"/>
    <dgm:cxn modelId="{CAC5854F-E642-4865-BF51-1859B140C1EE}" type="presOf" srcId="{F2BF0B6B-0EF0-46C2-BA7A-B3661D9F8ADB}" destId="{C3EF03B4-4AE9-4842-9BA1-5F8CF7868E12}" srcOrd="0" destOrd="0" presId="urn:microsoft.com/office/officeart/2018/2/layout/IconVerticalSolidList"/>
    <dgm:cxn modelId="{D7B1F14F-487D-437B-9711-39FCDB61ACCE}" srcId="{F2BF0B6B-0EF0-46C2-BA7A-B3661D9F8ADB}" destId="{BDB24C6A-D5EE-4DBF-8EF8-C44486EE62D4}" srcOrd="2" destOrd="0" parTransId="{70009CB6-4977-421C-8C04-8622FC304668}" sibTransId="{1DC6655A-EDA7-4609-8CCF-C91E36D39599}"/>
    <dgm:cxn modelId="{B41F24A4-5D80-4EB2-BDE7-B9A45D7B36D3}" srcId="{F2BF0B6B-0EF0-46C2-BA7A-B3661D9F8ADB}" destId="{20DA1716-3504-427A-AFB7-15767151D477}" srcOrd="1" destOrd="0" parTransId="{9857D12F-6D19-4A7F-A92A-2E98505F1CC0}" sibTransId="{B9CD3935-5DEA-4B34-B90A-9AC69F8C894F}"/>
    <dgm:cxn modelId="{6248A3B1-AFF2-4257-9226-16E8AC509AC2}" type="presOf" srcId="{20DA1716-3504-427A-AFB7-15767151D477}" destId="{51E7D42F-99B4-4EF0-9354-7CECD09A247E}" srcOrd="0" destOrd="0" presId="urn:microsoft.com/office/officeart/2018/2/layout/IconVerticalSolidList"/>
    <dgm:cxn modelId="{CB051283-B2AA-423F-B19C-35E765D0706A}" type="presParOf" srcId="{C3EF03B4-4AE9-4842-9BA1-5F8CF7868E12}" destId="{1E90E9F6-375D-4C5E-A950-B651E8737F21}" srcOrd="0" destOrd="0" presId="urn:microsoft.com/office/officeart/2018/2/layout/IconVerticalSolidList"/>
    <dgm:cxn modelId="{20D329C8-A1F2-438C-B29F-B32A5A4E2F47}" type="presParOf" srcId="{1E90E9F6-375D-4C5E-A950-B651E8737F21}" destId="{2F398252-E0DE-417A-ACAD-622DA69BC23F}" srcOrd="0" destOrd="0" presId="urn:microsoft.com/office/officeart/2018/2/layout/IconVerticalSolidList"/>
    <dgm:cxn modelId="{2EC610F7-BA9E-461B-ABD6-D83DF49B8CF0}" type="presParOf" srcId="{1E90E9F6-375D-4C5E-A950-B651E8737F21}" destId="{BC10AFB9-4661-4F14-AE70-C3F9A24E08C4}" srcOrd="1" destOrd="0" presId="urn:microsoft.com/office/officeart/2018/2/layout/IconVerticalSolidList"/>
    <dgm:cxn modelId="{22B9E400-2C38-44EA-853E-E91ED59461B0}" type="presParOf" srcId="{1E90E9F6-375D-4C5E-A950-B651E8737F21}" destId="{7FED5A41-ED29-419E-AF40-87813F582FAD}" srcOrd="2" destOrd="0" presId="urn:microsoft.com/office/officeart/2018/2/layout/IconVerticalSolidList"/>
    <dgm:cxn modelId="{B32FAE23-BC14-4AE6-B8EF-5FFAF94CCBAE}" type="presParOf" srcId="{1E90E9F6-375D-4C5E-A950-B651E8737F21}" destId="{CB8B47B1-62B8-483C-AD18-CD2869E1660E}" srcOrd="3" destOrd="0" presId="urn:microsoft.com/office/officeart/2018/2/layout/IconVerticalSolidList"/>
    <dgm:cxn modelId="{0F2716CF-2761-41A9-9FAE-A639349DCBF4}" type="presParOf" srcId="{C3EF03B4-4AE9-4842-9BA1-5F8CF7868E12}" destId="{BA93A2C8-F93A-4AA3-9C9A-86C4C36CEE22}" srcOrd="1" destOrd="0" presId="urn:microsoft.com/office/officeart/2018/2/layout/IconVerticalSolidList"/>
    <dgm:cxn modelId="{21178992-90EA-456E-8ADE-91B4F46D267E}" type="presParOf" srcId="{C3EF03B4-4AE9-4842-9BA1-5F8CF7868E12}" destId="{BB97AF2E-7032-43FE-8CDF-7484A4B67FD2}" srcOrd="2" destOrd="0" presId="urn:microsoft.com/office/officeart/2018/2/layout/IconVerticalSolidList"/>
    <dgm:cxn modelId="{9640354B-3223-4C03-A598-681F25F9B8A3}" type="presParOf" srcId="{BB97AF2E-7032-43FE-8CDF-7484A4B67FD2}" destId="{22F7CFFA-0E6D-4673-8F22-3768BE89A4CD}" srcOrd="0" destOrd="0" presId="urn:microsoft.com/office/officeart/2018/2/layout/IconVerticalSolidList"/>
    <dgm:cxn modelId="{15D5CF2C-67FE-41DA-8E4A-DC03F465B07A}" type="presParOf" srcId="{BB97AF2E-7032-43FE-8CDF-7484A4B67FD2}" destId="{048F65AF-D0BF-4CF5-A14C-9EA31DCE1358}" srcOrd="1" destOrd="0" presId="urn:microsoft.com/office/officeart/2018/2/layout/IconVerticalSolidList"/>
    <dgm:cxn modelId="{F250F1B8-84D9-4EBB-9568-856307E013FF}" type="presParOf" srcId="{BB97AF2E-7032-43FE-8CDF-7484A4B67FD2}" destId="{5CD7EDE3-1961-4A89-BABA-9A01D2006F10}" srcOrd="2" destOrd="0" presId="urn:microsoft.com/office/officeart/2018/2/layout/IconVerticalSolidList"/>
    <dgm:cxn modelId="{57264BCF-5DF2-424A-A306-03BF5AA346B7}" type="presParOf" srcId="{BB97AF2E-7032-43FE-8CDF-7484A4B67FD2}" destId="{51E7D42F-99B4-4EF0-9354-7CECD09A247E}" srcOrd="3" destOrd="0" presId="urn:microsoft.com/office/officeart/2018/2/layout/IconVerticalSolidList"/>
    <dgm:cxn modelId="{62025678-4E84-4F2D-9B2C-BBDA57CD2F1A}" type="presParOf" srcId="{C3EF03B4-4AE9-4842-9BA1-5F8CF7868E12}" destId="{FC730E71-FC1B-4B56-90B8-8B66424B0C52}" srcOrd="3" destOrd="0" presId="urn:microsoft.com/office/officeart/2018/2/layout/IconVerticalSolidList"/>
    <dgm:cxn modelId="{0FAC5F40-2BF2-4A96-8847-7ABB72984FEF}" type="presParOf" srcId="{C3EF03B4-4AE9-4842-9BA1-5F8CF7868E12}" destId="{99A93C16-1C6C-4C0A-BCE4-98600E361B39}" srcOrd="4" destOrd="0" presId="urn:microsoft.com/office/officeart/2018/2/layout/IconVerticalSolidList"/>
    <dgm:cxn modelId="{44E383BF-202B-48FA-AE71-33987349548E}" type="presParOf" srcId="{99A93C16-1C6C-4C0A-BCE4-98600E361B39}" destId="{7D2C715E-6E2F-416C-AADB-02C27D30192B}" srcOrd="0" destOrd="0" presId="urn:microsoft.com/office/officeart/2018/2/layout/IconVerticalSolidList"/>
    <dgm:cxn modelId="{CCF6052E-795A-4252-B41B-2AA40BAF1FDA}" type="presParOf" srcId="{99A93C16-1C6C-4C0A-BCE4-98600E361B39}" destId="{0F33179C-7C02-44B1-879A-4E1D456BB141}" srcOrd="1" destOrd="0" presId="urn:microsoft.com/office/officeart/2018/2/layout/IconVerticalSolidList"/>
    <dgm:cxn modelId="{DD3D57ED-3DAE-4330-BA64-9F9FC19558AE}" type="presParOf" srcId="{99A93C16-1C6C-4C0A-BCE4-98600E361B39}" destId="{CD0E0F0F-F1E9-420B-9F1F-B0CD96B41DA7}" srcOrd="2" destOrd="0" presId="urn:microsoft.com/office/officeart/2018/2/layout/IconVerticalSolidList"/>
    <dgm:cxn modelId="{091BEB93-4F75-4394-B04C-8C037DED0346}" type="presParOf" srcId="{99A93C16-1C6C-4C0A-BCE4-98600E361B39}" destId="{3774F339-8E6C-4B5F-AAAD-AD66E5C08506}"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F2BF0B6B-0EF0-46C2-BA7A-B3661D9F8ADB}" type="doc">
      <dgm:prSet loTypeId="urn:microsoft.com/office/officeart/2018/2/layout/IconVerticalSolidList" loCatId="icon" qsTypeId="urn:microsoft.com/office/officeart/2005/8/quickstyle/simple1" qsCatId="simple" csTypeId="urn:microsoft.com/office/officeart/2018/5/colors/Iconchunking_neutralicontext_colorful1" csCatId="colorful" phldr="1"/>
      <dgm:spPr/>
      <dgm:t>
        <a:bodyPr/>
        <a:lstStyle/>
        <a:p>
          <a:endParaRPr lang="en-US"/>
        </a:p>
      </dgm:t>
    </dgm:pt>
    <dgm:pt modelId="{966A3F9B-0BA3-4197-824D-FB4E1A8A73F4}">
      <dgm:prSet/>
      <dgm:spPr/>
      <dgm:t>
        <a:bodyPr/>
        <a:lstStyle/>
        <a:p>
          <a:pPr>
            <a:lnSpc>
              <a:spcPct val="100000"/>
            </a:lnSpc>
          </a:pPr>
          <a:r>
            <a:rPr lang="tr-TR" dirty="0"/>
            <a:t>Vücudun metabolik faaliyetleri sonucu ortaya çıkan sıcaklık değişimleridir.</a:t>
          </a:r>
          <a:endParaRPr lang="en-US" dirty="0"/>
        </a:p>
      </dgm:t>
    </dgm:pt>
    <dgm:pt modelId="{4E1BF80E-AD2C-4E97-95CB-2722C1E6EFDA}" type="parTrans" cxnId="{4C785522-2D0D-4467-808C-916592CBB3BC}">
      <dgm:prSet/>
      <dgm:spPr/>
      <dgm:t>
        <a:bodyPr/>
        <a:lstStyle/>
        <a:p>
          <a:endParaRPr lang="en-US"/>
        </a:p>
      </dgm:t>
    </dgm:pt>
    <dgm:pt modelId="{0C346A44-8504-40D1-84A7-68BA4CC7B9A1}" type="sibTrans" cxnId="{4C785522-2D0D-4467-808C-916592CBB3BC}">
      <dgm:prSet/>
      <dgm:spPr/>
      <dgm:t>
        <a:bodyPr/>
        <a:lstStyle/>
        <a:p>
          <a:endParaRPr lang="en-US"/>
        </a:p>
      </dgm:t>
    </dgm:pt>
    <dgm:pt modelId="{7201B1DD-7E5A-4E55-BFC5-8BC23F10D116}">
      <dgm:prSet/>
      <dgm:spPr/>
      <dgm:t>
        <a:bodyPr/>
        <a:lstStyle/>
        <a:p>
          <a:pPr>
            <a:lnSpc>
              <a:spcPct val="100000"/>
            </a:lnSpc>
          </a:pPr>
          <a:r>
            <a:rPr lang="tr-TR" b="1" dirty="0"/>
            <a:t>Vücut Isısı:</a:t>
          </a:r>
          <a:r>
            <a:rPr lang="tr-TR" dirty="0"/>
            <a:t> Genel veya bölgesel sıcaklık haritaları (Termografi).</a:t>
          </a:r>
          <a:endParaRPr lang="en-US" dirty="0"/>
        </a:p>
      </dgm:t>
    </dgm:pt>
    <dgm:pt modelId="{937B87C5-0E57-4719-B982-1646F537AF6E}" type="parTrans" cxnId="{8E1C568B-3B5C-41F9-916C-1B547CCE1B2B}">
      <dgm:prSet/>
      <dgm:spPr/>
      <dgm:t>
        <a:bodyPr/>
        <a:lstStyle/>
        <a:p>
          <a:endParaRPr lang="tr-TR"/>
        </a:p>
      </dgm:t>
    </dgm:pt>
    <dgm:pt modelId="{43904985-F699-4A90-8D29-FFCAD2CC4960}" type="sibTrans" cxnId="{8E1C568B-3B5C-41F9-916C-1B547CCE1B2B}">
      <dgm:prSet/>
      <dgm:spPr/>
      <dgm:t>
        <a:bodyPr/>
        <a:lstStyle/>
        <a:p>
          <a:endParaRPr lang="tr-TR"/>
        </a:p>
      </dgm:t>
    </dgm:pt>
    <dgm:pt modelId="{C3EF03B4-4AE9-4842-9BA1-5F8CF7868E12}" type="pres">
      <dgm:prSet presAssocID="{F2BF0B6B-0EF0-46C2-BA7A-B3661D9F8ADB}" presName="root" presStyleCnt="0">
        <dgm:presLayoutVars>
          <dgm:dir/>
          <dgm:resizeHandles val="exact"/>
        </dgm:presLayoutVars>
      </dgm:prSet>
      <dgm:spPr/>
    </dgm:pt>
    <dgm:pt modelId="{1E90E9F6-375D-4C5E-A950-B651E8737F21}" type="pres">
      <dgm:prSet presAssocID="{966A3F9B-0BA3-4197-824D-FB4E1A8A73F4}" presName="compNode" presStyleCnt="0"/>
      <dgm:spPr/>
    </dgm:pt>
    <dgm:pt modelId="{2F398252-E0DE-417A-ACAD-622DA69BC23F}" type="pres">
      <dgm:prSet presAssocID="{966A3F9B-0BA3-4197-824D-FB4E1A8A73F4}" presName="bgRect" presStyleLbl="bgShp" presStyleIdx="0" presStyleCnt="2"/>
      <dgm:spPr/>
    </dgm:pt>
    <dgm:pt modelId="{BC10AFB9-4661-4F14-AE70-C3F9A24E08C4}" type="pres">
      <dgm:prSet presAssocID="{966A3F9B-0BA3-4197-824D-FB4E1A8A73F4}" presName="iconRect" presStyleLbl="node1" presStyleIdx="0" presStyleCnt="2"/>
      <dgm:spPr>
        <a:blipFill>
          <a:blip xmlns:r="http://schemas.openxmlformats.org/officeDocument/2006/relationships" r:embed="rId1">
            <a:extLst>
              <a:ext uri="{96DAC541-7B7A-43D3-8B79-37D633B846F1}">
                <asvg:svgBlip xmlns:asvg="http://schemas.microsoft.com/office/drawing/2016/SVG/main" r:embed="rId2"/>
              </a:ext>
            </a:extLst>
          </a:blip>
          <a:srcRect/>
          <a:stretch>
            <a:fillRect/>
          </a:stretch>
        </a:blipFill>
        <a:ln>
          <a:noFill/>
        </a:ln>
      </dgm:spPr>
      <dgm:extLst>
        <a:ext uri="{E40237B7-FDA0-4F09-8148-C483321AD2D9}">
          <dgm14:cNvPr xmlns:dgm14="http://schemas.microsoft.com/office/drawing/2010/diagram" id="0" name="" descr="Yüksek sıcaklık düz dolguyla"/>
        </a:ext>
      </dgm:extLst>
    </dgm:pt>
    <dgm:pt modelId="{7FED5A41-ED29-419E-AF40-87813F582FAD}" type="pres">
      <dgm:prSet presAssocID="{966A3F9B-0BA3-4197-824D-FB4E1A8A73F4}" presName="spaceRect" presStyleCnt="0"/>
      <dgm:spPr/>
    </dgm:pt>
    <dgm:pt modelId="{CB8B47B1-62B8-483C-AD18-CD2869E1660E}" type="pres">
      <dgm:prSet presAssocID="{966A3F9B-0BA3-4197-824D-FB4E1A8A73F4}" presName="parTx" presStyleLbl="revTx" presStyleIdx="0" presStyleCnt="2">
        <dgm:presLayoutVars>
          <dgm:chMax val="0"/>
          <dgm:chPref val="0"/>
        </dgm:presLayoutVars>
      </dgm:prSet>
      <dgm:spPr/>
    </dgm:pt>
    <dgm:pt modelId="{BA93A2C8-F93A-4AA3-9C9A-86C4C36CEE22}" type="pres">
      <dgm:prSet presAssocID="{0C346A44-8504-40D1-84A7-68BA4CC7B9A1}" presName="sibTrans" presStyleCnt="0"/>
      <dgm:spPr/>
    </dgm:pt>
    <dgm:pt modelId="{E3519833-7E12-4F39-B5D7-6BBBC697533C}" type="pres">
      <dgm:prSet presAssocID="{7201B1DD-7E5A-4E55-BFC5-8BC23F10D116}" presName="compNode" presStyleCnt="0"/>
      <dgm:spPr/>
    </dgm:pt>
    <dgm:pt modelId="{46AF63B6-EAFB-41AD-8B6C-E78B527D6CED}" type="pres">
      <dgm:prSet presAssocID="{7201B1DD-7E5A-4E55-BFC5-8BC23F10D116}" presName="bgRect" presStyleLbl="bgShp" presStyleIdx="1" presStyleCnt="2"/>
      <dgm:spPr/>
    </dgm:pt>
    <dgm:pt modelId="{19F90A54-63B6-4783-B540-D49276C81B73}" type="pres">
      <dgm:prSet presAssocID="{7201B1DD-7E5A-4E55-BFC5-8BC23F10D116}" presName="iconRect" presStyleLbl="node1" presStyleIdx="1" presStyleCnt="2"/>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dgm:spPr>
      <dgm:extLst>
        <a:ext uri="{E40237B7-FDA0-4F09-8148-C483321AD2D9}">
          <dgm14:cNvPr xmlns:dgm14="http://schemas.microsoft.com/office/drawing/2010/diagram" id="0" name="" descr="Low Temperature"/>
        </a:ext>
      </dgm:extLst>
    </dgm:pt>
    <dgm:pt modelId="{96565A52-BF67-4F5F-9585-29B9B2ECF06B}" type="pres">
      <dgm:prSet presAssocID="{7201B1DD-7E5A-4E55-BFC5-8BC23F10D116}" presName="spaceRect" presStyleCnt="0"/>
      <dgm:spPr/>
    </dgm:pt>
    <dgm:pt modelId="{FCC3775C-DD55-4585-86B8-73720B9D4B2E}" type="pres">
      <dgm:prSet presAssocID="{7201B1DD-7E5A-4E55-BFC5-8BC23F10D116}" presName="parTx" presStyleLbl="revTx" presStyleIdx="1" presStyleCnt="2">
        <dgm:presLayoutVars>
          <dgm:chMax val="0"/>
          <dgm:chPref val="0"/>
        </dgm:presLayoutVars>
      </dgm:prSet>
      <dgm:spPr/>
    </dgm:pt>
  </dgm:ptLst>
  <dgm:cxnLst>
    <dgm:cxn modelId="{2990FE0A-9EF5-4694-B467-6B14FAAFD424}" type="presOf" srcId="{966A3F9B-0BA3-4197-824D-FB4E1A8A73F4}" destId="{CB8B47B1-62B8-483C-AD18-CD2869E1660E}" srcOrd="0" destOrd="0" presId="urn:microsoft.com/office/officeart/2018/2/layout/IconVerticalSolidList"/>
    <dgm:cxn modelId="{4C785522-2D0D-4467-808C-916592CBB3BC}" srcId="{F2BF0B6B-0EF0-46C2-BA7A-B3661D9F8ADB}" destId="{966A3F9B-0BA3-4197-824D-FB4E1A8A73F4}" srcOrd="0" destOrd="0" parTransId="{4E1BF80E-AD2C-4E97-95CB-2722C1E6EFDA}" sibTransId="{0C346A44-8504-40D1-84A7-68BA4CC7B9A1}"/>
    <dgm:cxn modelId="{152DDA46-827D-4C11-9ED7-F49E4E7430E3}" type="presOf" srcId="{7201B1DD-7E5A-4E55-BFC5-8BC23F10D116}" destId="{FCC3775C-DD55-4585-86B8-73720B9D4B2E}" srcOrd="0" destOrd="0" presId="urn:microsoft.com/office/officeart/2018/2/layout/IconVerticalSolidList"/>
    <dgm:cxn modelId="{CAC5854F-E642-4865-BF51-1859B140C1EE}" type="presOf" srcId="{F2BF0B6B-0EF0-46C2-BA7A-B3661D9F8ADB}" destId="{C3EF03B4-4AE9-4842-9BA1-5F8CF7868E12}" srcOrd="0" destOrd="0" presId="urn:microsoft.com/office/officeart/2018/2/layout/IconVerticalSolidList"/>
    <dgm:cxn modelId="{8E1C568B-3B5C-41F9-916C-1B547CCE1B2B}" srcId="{F2BF0B6B-0EF0-46C2-BA7A-B3661D9F8ADB}" destId="{7201B1DD-7E5A-4E55-BFC5-8BC23F10D116}" srcOrd="1" destOrd="0" parTransId="{937B87C5-0E57-4719-B982-1646F537AF6E}" sibTransId="{43904985-F699-4A90-8D29-FFCAD2CC4960}"/>
    <dgm:cxn modelId="{CB051283-B2AA-423F-B19C-35E765D0706A}" type="presParOf" srcId="{C3EF03B4-4AE9-4842-9BA1-5F8CF7868E12}" destId="{1E90E9F6-375D-4C5E-A950-B651E8737F21}" srcOrd="0" destOrd="0" presId="urn:microsoft.com/office/officeart/2018/2/layout/IconVerticalSolidList"/>
    <dgm:cxn modelId="{20D329C8-A1F2-438C-B29F-B32A5A4E2F47}" type="presParOf" srcId="{1E90E9F6-375D-4C5E-A950-B651E8737F21}" destId="{2F398252-E0DE-417A-ACAD-622DA69BC23F}" srcOrd="0" destOrd="0" presId="urn:microsoft.com/office/officeart/2018/2/layout/IconVerticalSolidList"/>
    <dgm:cxn modelId="{2EC610F7-BA9E-461B-ABD6-D83DF49B8CF0}" type="presParOf" srcId="{1E90E9F6-375D-4C5E-A950-B651E8737F21}" destId="{BC10AFB9-4661-4F14-AE70-C3F9A24E08C4}" srcOrd="1" destOrd="0" presId="urn:microsoft.com/office/officeart/2018/2/layout/IconVerticalSolidList"/>
    <dgm:cxn modelId="{22B9E400-2C38-44EA-853E-E91ED59461B0}" type="presParOf" srcId="{1E90E9F6-375D-4C5E-A950-B651E8737F21}" destId="{7FED5A41-ED29-419E-AF40-87813F582FAD}" srcOrd="2" destOrd="0" presId="urn:microsoft.com/office/officeart/2018/2/layout/IconVerticalSolidList"/>
    <dgm:cxn modelId="{B32FAE23-BC14-4AE6-B8EF-5FFAF94CCBAE}" type="presParOf" srcId="{1E90E9F6-375D-4C5E-A950-B651E8737F21}" destId="{CB8B47B1-62B8-483C-AD18-CD2869E1660E}" srcOrd="3" destOrd="0" presId="urn:microsoft.com/office/officeart/2018/2/layout/IconVerticalSolidList"/>
    <dgm:cxn modelId="{0F2716CF-2761-41A9-9FAE-A639349DCBF4}" type="presParOf" srcId="{C3EF03B4-4AE9-4842-9BA1-5F8CF7868E12}" destId="{BA93A2C8-F93A-4AA3-9C9A-86C4C36CEE22}" srcOrd="1" destOrd="0" presId="urn:microsoft.com/office/officeart/2018/2/layout/IconVerticalSolidList"/>
    <dgm:cxn modelId="{21846A17-4C76-4D8F-BBAB-DB7A62F99EDE}" type="presParOf" srcId="{C3EF03B4-4AE9-4842-9BA1-5F8CF7868E12}" destId="{E3519833-7E12-4F39-B5D7-6BBBC697533C}" srcOrd="2" destOrd="0" presId="urn:microsoft.com/office/officeart/2018/2/layout/IconVerticalSolidList"/>
    <dgm:cxn modelId="{BA13A71E-91B6-4294-956F-E12141428245}" type="presParOf" srcId="{E3519833-7E12-4F39-B5D7-6BBBC697533C}" destId="{46AF63B6-EAFB-41AD-8B6C-E78B527D6CED}" srcOrd="0" destOrd="0" presId="urn:microsoft.com/office/officeart/2018/2/layout/IconVerticalSolidList"/>
    <dgm:cxn modelId="{21858F68-33CC-43DB-8A1C-AA4F0D52BA23}" type="presParOf" srcId="{E3519833-7E12-4F39-B5D7-6BBBC697533C}" destId="{19F90A54-63B6-4783-B540-D49276C81B73}" srcOrd="1" destOrd="0" presId="urn:microsoft.com/office/officeart/2018/2/layout/IconVerticalSolidList"/>
    <dgm:cxn modelId="{4FF60A4C-A210-4DA2-B198-BDC08F3008C2}" type="presParOf" srcId="{E3519833-7E12-4F39-B5D7-6BBBC697533C}" destId="{96565A52-BF67-4F5F-9585-29B9B2ECF06B}" srcOrd="2" destOrd="0" presId="urn:microsoft.com/office/officeart/2018/2/layout/IconVerticalSolidList"/>
    <dgm:cxn modelId="{39EDF83D-1079-4A5F-83E7-5D9CE674FDE5}" type="presParOf" srcId="{E3519833-7E12-4F39-B5D7-6BBBC697533C}" destId="{FCC3775C-DD55-4585-86B8-73720B9D4B2E}"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E332BEC5-326B-4FC6-83E2-95E584740A75}" type="doc">
      <dgm:prSet loTypeId="urn:microsoft.com/office/officeart/2005/8/layout/process4" loCatId="process" qsTypeId="urn:microsoft.com/office/officeart/2005/8/quickstyle/simple4" qsCatId="simple" csTypeId="urn:microsoft.com/office/officeart/2005/8/colors/colorful2" csCatId="colorful"/>
      <dgm:spPr/>
      <dgm:t>
        <a:bodyPr/>
        <a:lstStyle/>
        <a:p>
          <a:endParaRPr lang="en-US"/>
        </a:p>
      </dgm:t>
    </dgm:pt>
    <dgm:pt modelId="{5CA9AA53-DC07-44DE-8649-C57949CEA482}">
      <dgm:prSet/>
      <dgm:spPr/>
      <dgm:t>
        <a:bodyPr/>
        <a:lstStyle/>
        <a:p>
          <a:r>
            <a:rPr lang="tr-TR"/>
            <a:t>Vücudumuzdaki hücrelerin tümüne yakınının zarında membran potansiyeli oluşur. Sinir ve kas hücreleri gibi hücreler ise uyarılabilme özelliğine sahiptir.</a:t>
          </a:r>
          <a:endParaRPr lang="en-US"/>
        </a:p>
      </dgm:t>
    </dgm:pt>
    <dgm:pt modelId="{B7936049-ECB3-4958-9974-D490FBD6BEB0}" type="parTrans" cxnId="{C55F265E-66FE-4E14-A383-588885A595A6}">
      <dgm:prSet/>
      <dgm:spPr/>
      <dgm:t>
        <a:bodyPr/>
        <a:lstStyle/>
        <a:p>
          <a:endParaRPr lang="en-US"/>
        </a:p>
      </dgm:t>
    </dgm:pt>
    <dgm:pt modelId="{B221BF3B-BE58-4410-9030-FFEF5155EC35}" type="sibTrans" cxnId="{C55F265E-66FE-4E14-A383-588885A595A6}">
      <dgm:prSet/>
      <dgm:spPr/>
      <dgm:t>
        <a:bodyPr/>
        <a:lstStyle/>
        <a:p>
          <a:endParaRPr lang="en-US"/>
        </a:p>
      </dgm:t>
    </dgm:pt>
    <dgm:pt modelId="{48221DDA-6AED-42F6-A1D0-C1C6192C5120}">
      <dgm:prSet/>
      <dgm:spPr/>
      <dgm:t>
        <a:bodyPr/>
        <a:lstStyle/>
        <a:p>
          <a:r>
            <a:rPr lang="tr-TR"/>
            <a:t>Bu hücreler membranları boyunca darbe şeklinde değişen elektrokimyasal değişimleri iletebilmektedir. Bez hücreleri gibi diğer bir takım hücrelerde ise membran potansiyelinin değişimi, uyarılabilir hücrelerde görülen şekilde olmamakla beraber bu hücrelerin bir çok fonksiyonlarını kontrol bakımından çok önemlidir</a:t>
          </a:r>
          <a:endParaRPr lang="en-US"/>
        </a:p>
      </dgm:t>
    </dgm:pt>
    <dgm:pt modelId="{C549F74E-89A9-4CC2-AD10-93DA3BBFBB3D}" type="parTrans" cxnId="{0A476573-A9DE-49B6-8448-FBAB9DCCB97E}">
      <dgm:prSet/>
      <dgm:spPr/>
      <dgm:t>
        <a:bodyPr/>
        <a:lstStyle/>
        <a:p>
          <a:endParaRPr lang="en-US"/>
        </a:p>
      </dgm:t>
    </dgm:pt>
    <dgm:pt modelId="{3819EA20-A19B-4648-A7BF-595D8E34099A}" type="sibTrans" cxnId="{0A476573-A9DE-49B6-8448-FBAB9DCCB97E}">
      <dgm:prSet/>
      <dgm:spPr/>
      <dgm:t>
        <a:bodyPr/>
        <a:lstStyle/>
        <a:p>
          <a:endParaRPr lang="en-US"/>
        </a:p>
      </dgm:t>
    </dgm:pt>
    <dgm:pt modelId="{802ADD92-1A9D-44E2-A9D6-22A3C8C79DB7}" type="pres">
      <dgm:prSet presAssocID="{E332BEC5-326B-4FC6-83E2-95E584740A75}" presName="Name0" presStyleCnt="0">
        <dgm:presLayoutVars>
          <dgm:dir/>
          <dgm:animLvl val="lvl"/>
          <dgm:resizeHandles val="exact"/>
        </dgm:presLayoutVars>
      </dgm:prSet>
      <dgm:spPr/>
    </dgm:pt>
    <dgm:pt modelId="{5C0A4CF5-DE13-4767-B387-4FB2906917F3}" type="pres">
      <dgm:prSet presAssocID="{48221DDA-6AED-42F6-A1D0-C1C6192C5120}" presName="boxAndChildren" presStyleCnt="0"/>
      <dgm:spPr/>
    </dgm:pt>
    <dgm:pt modelId="{CA85A248-5219-4029-BB28-6CD4AED335A6}" type="pres">
      <dgm:prSet presAssocID="{48221DDA-6AED-42F6-A1D0-C1C6192C5120}" presName="parentTextBox" presStyleLbl="node1" presStyleIdx="0" presStyleCnt="2"/>
      <dgm:spPr/>
    </dgm:pt>
    <dgm:pt modelId="{A0D64A2A-BC97-4170-87BD-BBBC3785274D}" type="pres">
      <dgm:prSet presAssocID="{B221BF3B-BE58-4410-9030-FFEF5155EC35}" presName="sp" presStyleCnt="0"/>
      <dgm:spPr/>
    </dgm:pt>
    <dgm:pt modelId="{0120A690-2AD6-4766-9C32-3B08136831E0}" type="pres">
      <dgm:prSet presAssocID="{5CA9AA53-DC07-44DE-8649-C57949CEA482}" presName="arrowAndChildren" presStyleCnt="0"/>
      <dgm:spPr/>
    </dgm:pt>
    <dgm:pt modelId="{36279BF4-FA91-46A7-A247-B0249EEBF4B6}" type="pres">
      <dgm:prSet presAssocID="{5CA9AA53-DC07-44DE-8649-C57949CEA482}" presName="parentTextArrow" presStyleLbl="node1" presStyleIdx="1" presStyleCnt="2"/>
      <dgm:spPr/>
    </dgm:pt>
  </dgm:ptLst>
  <dgm:cxnLst>
    <dgm:cxn modelId="{F2D9EC38-7E8A-4E46-BE42-E117B38E5D5F}" type="presOf" srcId="{5CA9AA53-DC07-44DE-8649-C57949CEA482}" destId="{36279BF4-FA91-46A7-A247-B0249EEBF4B6}" srcOrd="0" destOrd="0" presId="urn:microsoft.com/office/officeart/2005/8/layout/process4"/>
    <dgm:cxn modelId="{0EBEF55C-3D3F-4CC2-BE6C-AC2B01EC7871}" type="presOf" srcId="{48221DDA-6AED-42F6-A1D0-C1C6192C5120}" destId="{CA85A248-5219-4029-BB28-6CD4AED335A6}" srcOrd="0" destOrd="0" presId="urn:microsoft.com/office/officeart/2005/8/layout/process4"/>
    <dgm:cxn modelId="{C55F265E-66FE-4E14-A383-588885A595A6}" srcId="{E332BEC5-326B-4FC6-83E2-95E584740A75}" destId="{5CA9AA53-DC07-44DE-8649-C57949CEA482}" srcOrd="0" destOrd="0" parTransId="{B7936049-ECB3-4958-9974-D490FBD6BEB0}" sibTransId="{B221BF3B-BE58-4410-9030-FFEF5155EC35}"/>
    <dgm:cxn modelId="{0A476573-A9DE-49B6-8448-FBAB9DCCB97E}" srcId="{E332BEC5-326B-4FC6-83E2-95E584740A75}" destId="{48221DDA-6AED-42F6-A1D0-C1C6192C5120}" srcOrd="1" destOrd="0" parTransId="{C549F74E-89A9-4CC2-AD10-93DA3BBFBB3D}" sibTransId="{3819EA20-A19B-4648-A7BF-595D8E34099A}"/>
    <dgm:cxn modelId="{2C8D1CFC-CBF1-44F9-B658-29F2A1C8E390}" type="presOf" srcId="{E332BEC5-326B-4FC6-83E2-95E584740A75}" destId="{802ADD92-1A9D-44E2-A9D6-22A3C8C79DB7}" srcOrd="0" destOrd="0" presId="urn:microsoft.com/office/officeart/2005/8/layout/process4"/>
    <dgm:cxn modelId="{9F21A262-B856-4075-9ED9-FD20444A96B6}" type="presParOf" srcId="{802ADD92-1A9D-44E2-A9D6-22A3C8C79DB7}" destId="{5C0A4CF5-DE13-4767-B387-4FB2906917F3}" srcOrd="0" destOrd="0" presId="urn:microsoft.com/office/officeart/2005/8/layout/process4"/>
    <dgm:cxn modelId="{F2986A2C-75ED-4BE2-A0A0-B4CADDF88182}" type="presParOf" srcId="{5C0A4CF5-DE13-4767-B387-4FB2906917F3}" destId="{CA85A248-5219-4029-BB28-6CD4AED335A6}" srcOrd="0" destOrd="0" presId="urn:microsoft.com/office/officeart/2005/8/layout/process4"/>
    <dgm:cxn modelId="{3337DBD5-3AFE-4EF5-8DA6-1AC49DCEDF21}" type="presParOf" srcId="{802ADD92-1A9D-44E2-A9D6-22A3C8C79DB7}" destId="{A0D64A2A-BC97-4170-87BD-BBBC3785274D}" srcOrd="1" destOrd="0" presId="urn:microsoft.com/office/officeart/2005/8/layout/process4"/>
    <dgm:cxn modelId="{53A64825-26EE-401A-9807-E65AFC598C26}" type="presParOf" srcId="{802ADD92-1A9D-44E2-A9D6-22A3C8C79DB7}" destId="{0120A690-2AD6-4766-9C32-3B08136831E0}" srcOrd="2" destOrd="0" presId="urn:microsoft.com/office/officeart/2005/8/layout/process4"/>
    <dgm:cxn modelId="{1AAA3E42-6D8B-4BE5-B00F-C2EC125F7261}" type="presParOf" srcId="{0120A690-2AD6-4766-9C32-3B08136831E0}" destId="{36279BF4-FA91-46A7-A247-B0249EEBF4B6}" srcOrd="0" destOrd="0" presId="urn:microsoft.com/office/officeart/2005/8/layout/process4"/>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7FE4E75C-5D95-4CB8-874B-1B68C01DDC3E}" type="doc">
      <dgm:prSet loTypeId="urn:microsoft.com/office/officeart/2018/2/layout/IconVerticalSolidList" loCatId="icon" qsTypeId="urn:microsoft.com/office/officeart/2005/8/quickstyle/simple1" qsCatId="simple" csTypeId="urn:microsoft.com/office/officeart/2018/5/colors/Iconchunking_neutralicontext_colorful5" csCatId="colorful" phldr="1"/>
      <dgm:spPr/>
      <dgm:t>
        <a:bodyPr/>
        <a:lstStyle/>
        <a:p>
          <a:endParaRPr lang="en-US"/>
        </a:p>
      </dgm:t>
    </dgm:pt>
    <dgm:pt modelId="{85E092F3-6A0D-46AC-835D-9BFCBBA81493}">
      <dgm:prSet/>
      <dgm:spPr/>
      <dgm:t>
        <a:bodyPr/>
        <a:lstStyle/>
        <a:p>
          <a:pPr>
            <a:lnSpc>
              <a:spcPct val="100000"/>
            </a:lnSpc>
          </a:pPr>
          <a:r>
            <a:rPr lang="en-US"/>
            <a:t>Biyopotansiyelleri en genel ölçme yöntemi, vücut yüzeyinden yapılan ölçümlerdir. Bu</a:t>
          </a:r>
          <a:r>
            <a:rPr lang="tr-TR"/>
            <a:t> </a:t>
          </a:r>
          <a:r>
            <a:rPr lang="en-US"/>
            <a:t>durumda alttaki birçok hücrenin aksiyon potansiyellerinin yüzeye gelen toplamı</a:t>
          </a:r>
          <a:r>
            <a:rPr lang="tr-TR"/>
            <a:t> </a:t>
          </a:r>
          <a:r>
            <a:rPr lang="en-US"/>
            <a:t>alınmaktadır. </a:t>
          </a:r>
          <a:endParaRPr lang="en-US" dirty="0"/>
        </a:p>
      </dgm:t>
    </dgm:pt>
    <dgm:pt modelId="{7BF88B41-2155-4EB6-B2E9-773FB9C31668}" type="parTrans" cxnId="{6B31958F-B233-4492-B1A9-2B8C671ED5A3}">
      <dgm:prSet/>
      <dgm:spPr/>
      <dgm:t>
        <a:bodyPr/>
        <a:lstStyle/>
        <a:p>
          <a:endParaRPr lang="en-US"/>
        </a:p>
      </dgm:t>
    </dgm:pt>
    <dgm:pt modelId="{06D57D1E-1ADB-4D96-9E66-DF468AEF791D}" type="sibTrans" cxnId="{6B31958F-B233-4492-B1A9-2B8C671ED5A3}">
      <dgm:prSet/>
      <dgm:spPr/>
      <dgm:t>
        <a:bodyPr/>
        <a:lstStyle/>
        <a:p>
          <a:endParaRPr lang="en-US"/>
        </a:p>
      </dgm:t>
    </dgm:pt>
    <dgm:pt modelId="{5B12D640-11CE-493A-A8DF-206BB8465283}">
      <dgm:prSet/>
      <dgm:spPr/>
      <dgm:t>
        <a:bodyPr/>
        <a:lstStyle/>
        <a:p>
          <a:pPr>
            <a:lnSpc>
              <a:spcPct val="100000"/>
            </a:lnSpc>
          </a:pPr>
          <a:r>
            <a:rPr lang="en-US"/>
            <a:t>Bazı ölçümlerde ise bir sinire, kasa veya beynin belirli bölgelerine batırılan</a:t>
          </a:r>
          <a:r>
            <a:rPr lang="tr-TR"/>
            <a:t> </a:t>
          </a:r>
          <a:r>
            <a:rPr lang="en-US"/>
            <a:t>iğne elektrotlar yardımıyla ölçüm yapılır. </a:t>
          </a:r>
        </a:p>
      </dgm:t>
    </dgm:pt>
    <dgm:pt modelId="{9A0C6472-939B-414E-B229-F721D5793ADB}" type="parTrans" cxnId="{457B69B6-143B-42DA-AA74-E131CDA87FEF}">
      <dgm:prSet/>
      <dgm:spPr/>
      <dgm:t>
        <a:bodyPr/>
        <a:lstStyle/>
        <a:p>
          <a:endParaRPr lang="en-US"/>
        </a:p>
      </dgm:t>
    </dgm:pt>
    <dgm:pt modelId="{22FA4D13-C050-4190-BD93-4EC62C54B451}" type="sibTrans" cxnId="{457B69B6-143B-42DA-AA74-E131CDA87FEF}">
      <dgm:prSet/>
      <dgm:spPr/>
      <dgm:t>
        <a:bodyPr/>
        <a:lstStyle/>
        <a:p>
          <a:endParaRPr lang="en-US"/>
        </a:p>
      </dgm:t>
    </dgm:pt>
    <dgm:pt modelId="{50904FF3-15CA-402D-AFC2-E01DD1203EB4}">
      <dgm:prSet/>
      <dgm:spPr/>
      <dgm:t>
        <a:bodyPr/>
        <a:lstStyle/>
        <a:p>
          <a:pPr>
            <a:lnSpc>
              <a:spcPct val="100000"/>
            </a:lnSpc>
          </a:pPr>
          <a:r>
            <a:rPr lang="en-US"/>
            <a:t>Genel olarak algılama amaçlı kullanılan elektrotları şu şekilde sıralamak mümkündür</a:t>
          </a:r>
        </a:p>
      </dgm:t>
    </dgm:pt>
    <dgm:pt modelId="{4AFB18F5-A7A4-4B40-8626-B706ADF8D70A}" type="parTrans" cxnId="{0910811A-8203-4F99-AEBC-22D2FAFDF017}">
      <dgm:prSet/>
      <dgm:spPr/>
      <dgm:t>
        <a:bodyPr/>
        <a:lstStyle/>
        <a:p>
          <a:endParaRPr lang="en-US"/>
        </a:p>
      </dgm:t>
    </dgm:pt>
    <dgm:pt modelId="{13D9936D-63FA-4994-AFAA-ADA8DA3A4898}" type="sibTrans" cxnId="{0910811A-8203-4F99-AEBC-22D2FAFDF017}">
      <dgm:prSet/>
      <dgm:spPr/>
      <dgm:t>
        <a:bodyPr/>
        <a:lstStyle/>
        <a:p>
          <a:endParaRPr lang="en-US"/>
        </a:p>
      </dgm:t>
    </dgm:pt>
    <dgm:pt modelId="{D001FD44-1814-4464-A0C7-F2BA97F781EE}">
      <dgm:prSet/>
      <dgm:spPr/>
      <dgm:t>
        <a:bodyPr/>
        <a:lstStyle/>
        <a:p>
          <a:pPr>
            <a:lnSpc>
              <a:spcPct val="100000"/>
            </a:lnSpc>
          </a:pPr>
          <a:r>
            <a:rPr lang="tr-TR"/>
            <a:t>- </a:t>
          </a:r>
          <a:r>
            <a:rPr lang="en-US"/>
            <a:t>Yüzey elektrotları</a:t>
          </a:r>
        </a:p>
      </dgm:t>
    </dgm:pt>
    <dgm:pt modelId="{C49706B8-E29B-45B3-B111-E45F9F0F84FF}" type="parTrans" cxnId="{23A3D8B1-429B-4929-990D-52B002C18111}">
      <dgm:prSet/>
      <dgm:spPr/>
      <dgm:t>
        <a:bodyPr/>
        <a:lstStyle/>
        <a:p>
          <a:endParaRPr lang="en-US"/>
        </a:p>
      </dgm:t>
    </dgm:pt>
    <dgm:pt modelId="{819FE1EC-8A6F-4D60-9FBE-2A6A97D35EE6}" type="sibTrans" cxnId="{23A3D8B1-429B-4929-990D-52B002C18111}">
      <dgm:prSet/>
      <dgm:spPr/>
      <dgm:t>
        <a:bodyPr/>
        <a:lstStyle/>
        <a:p>
          <a:endParaRPr lang="en-US"/>
        </a:p>
      </dgm:t>
    </dgm:pt>
    <dgm:pt modelId="{21D6FB50-6BE5-4F65-8C26-6E2C79AF21AC}">
      <dgm:prSet/>
      <dgm:spPr/>
      <dgm:t>
        <a:bodyPr/>
        <a:lstStyle/>
        <a:p>
          <a:pPr>
            <a:lnSpc>
              <a:spcPct val="100000"/>
            </a:lnSpc>
          </a:pPr>
          <a:r>
            <a:rPr lang="tr-TR"/>
            <a:t>- </a:t>
          </a:r>
          <a:r>
            <a:rPr lang="en-US"/>
            <a:t>Dahili elektrotlar</a:t>
          </a:r>
        </a:p>
      </dgm:t>
    </dgm:pt>
    <dgm:pt modelId="{5A057284-3AC5-4324-A48B-73034D853DBB}" type="parTrans" cxnId="{9533D90E-45EE-45B1-9752-D7A7F5E1D6CB}">
      <dgm:prSet/>
      <dgm:spPr/>
      <dgm:t>
        <a:bodyPr/>
        <a:lstStyle/>
        <a:p>
          <a:endParaRPr lang="en-US"/>
        </a:p>
      </dgm:t>
    </dgm:pt>
    <dgm:pt modelId="{45C13221-20ED-4F2F-B126-9391DFAFAB26}" type="sibTrans" cxnId="{9533D90E-45EE-45B1-9752-D7A7F5E1D6CB}">
      <dgm:prSet/>
      <dgm:spPr/>
      <dgm:t>
        <a:bodyPr/>
        <a:lstStyle/>
        <a:p>
          <a:endParaRPr lang="en-US"/>
        </a:p>
      </dgm:t>
    </dgm:pt>
    <dgm:pt modelId="{F4A705BF-2426-4A16-8A1D-938625A8BD08}">
      <dgm:prSet/>
      <dgm:spPr/>
      <dgm:t>
        <a:bodyPr/>
        <a:lstStyle/>
        <a:p>
          <a:pPr>
            <a:lnSpc>
              <a:spcPct val="100000"/>
            </a:lnSpc>
          </a:pPr>
          <a:r>
            <a:rPr lang="tr-TR"/>
            <a:t>- </a:t>
          </a:r>
          <a:r>
            <a:rPr lang="en-US"/>
            <a:t>Mikroelektrotlar</a:t>
          </a:r>
        </a:p>
      </dgm:t>
    </dgm:pt>
    <dgm:pt modelId="{F1A5DD8E-FC86-4C99-A841-4F44445D3BC9}" type="parTrans" cxnId="{17437DE8-50BB-4BE6-8379-9D09A998F3E7}">
      <dgm:prSet/>
      <dgm:spPr/>
      <dgm:t>
        <a:bodyPr/>
        <a:lstStyle/>
        <a:p>
          <a:endParaRPr lang="en-US"/>
        </a:p>
      </dgm:t>
    </dgm:pt>
    <dgm:pt modelId="{0048369A-7921-4927-B1C0-D456913B316E}" type="sibTrans" cxnId="{17437DE8-50BB-4BE6-8379-9D09A998F3E7}">
      <dgm:prSet/>
      <dgm:spPr/>
      <dgm:t>
        <a:bodyPr/>
        <a:lstStyle/>
        <a:p>
          <a:endParaRPr lang="en-US"/>
        </a:p>
      </dgm:t>
    </dgm:pt>
    <dgm:pt modelId="{75884D13-D4C0-41FD-B6E8-FAE97E14920A}">
      <dgm:prSet/>
      <dgm:spPr/>
      <dgm:t>
        <a:bodyPr/>
        <a:lstStyle/>
        <a:p>
          <a:pPr>
            <a:lnSpc>
              <a:spcPct val="100000"/>
            </a:lnSpc>
          </a:pPr>
          <a:r>
            <a:rPr lang="tr-TR"/>
            <a:t>- </a:t>
          </a:r>
          <a:r>
            <a:rPr lang="en-US"/>
            <a:t>Değişik tipteki elektrotlar</a:t>
          </a:r>
        </a:p>
      </dgm:t>
    </dgm:pt>
    <dgm:pt modelId="{3C739365-6B1E-4890-8647-7CED6186C488}" type="parTrans" cxnId="{E67B1345-7463-4D13-B319-1597EE1F035D}">
      <dgm:prSet/>
      <dgm:spPr/>
      <dgm:t>
        <a:bodyPr/>
        <a:lstStyle/>
        <a:p>
          <a:endParaRPr lang="en-US"/>
        </a:p>
      </dgm:t>
    </dgm:pt>
    <dgm:pt modelId="{D1B05470-CC47-4FA6-BA0D-15970FEBEFAC}" type="sibTrans" cxnId="{E67B1345-7463-4D13-B319-1597EE1F035D}">
      <dgm:prSet/>
      <dgm:spPr/>
      <dgm:t>
        <a:bodyPr/>
        <a:lstStyle/>
        <a:p>
          <a:endParaRPr lang="en-US"/>
        </a:p>
      </dgm:t>
    </dgm:pt>
    <dgm:pt modelId="{E3003016-FA34-408A-869E-DBF78E4D9680}" type="pres">
      <dgm:prSet presAssocID="{7FE4E75C-5D95-4CB8-874B-1B68C01DDC3E}" presName="root" presStyleCnt="0">
        <dgm:presLayoutVars>
          <dgm:dir/>
          <dgm:resizeHandles val="exact"/>
        </dgm:presLayoutVars>
      </dgm:prSet>
      <dgm:spPr/>
    </dgm:pt>
    <dgm:pt modelId="{7D981BC3-E065-4890-A741-5677B7AE0909}" type="pres">
      <dgm:prSet presAssocID="{85E092F3-6A0D-46AC-835D-9BFCBBA81493}" presName="compNode" presStyleCnt="0"/>
      <dgm:spPr/>
    </dgm:pt>
    <dgm:pt modelId="{03DDCA56-9004-4536-96F4-AE60FD329ED1}" type="pres">
      <dgm:prSet presAssocID="{85E092F3-6A0D-46AC-835D-9BFCBBA81493}" presName="bgRect" presStyleLbl="bgShp" presStyleIdx="0" presStyleCnt="3"/>
      <dgm:spPr/>
    </dgm:pt>
    <dgm:pt modelId="{C0016558-B510-4A33-A26E-F1081699639A}" type="pres">
      <dgm:prSet presAssocID="{85E092F3-6A0D-46AC-835D-9BFCBBA81493}" presName="iconRect" presStyleLbl="node1" presStyleIdx="0" presStyleCnt="3"/>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Neutral Face with No Fill"/>
        </a:ext>
      </dgm:extLst>
    </dgm:pt>
    <dgm:pt modelId="{50DA4EB6-F852-4491-B8E8-5B934435A079}" type="pres">
      <dgm:prSet presAssocID="{85E092F3-6A0D-46AC-835D-9BFCBBA81493}" presName="spaceRect" presStyleCnt="0"/>
      <dgm:spPr/>
    </dgm:pt>
    <dgm:pt modelId="{148C521E-F728-4E04-9F86-2024DF446CCD}" type="pres">
      <dgm:prSet presAssocID="{85E092F3-6A0D-46AC-835D-9BFCBBA81493}" presName="parTx" presStyleLbl="revTx" presStyleIdx="0" presStyleCnt="4">
        <dgm:presLayoutVars>
          <dgm:chMax val="0"/>
          <dgm:chPref val="0"/>
        </dgm:presLayoutVars>
      </dgm:prSet>
      <dgm:spPr/>
    </dgm:pt>
    <dgm:pt modelId="{19AEB033-6A59-41B3-8DB5-F55BC3690560}" type="pres">
      <dgm:prSet presAssocID="{06D57D1E-1ADB-4D96-9E66-DF468AEF791D}" presName="sibTrans" presStyleCnt="0"/>
      <dgm:spPr/>
    </dgm:pt>
    <dgm:pt modelId="{52D6BB43-EBAB-4262-BE23-7AF31764B705}" type="pres">
      <dgm:prSet presAssocID="{5B12D640-11CE-493A-A8DF-206BB8465283}" presName="compNode" presStyleCnt="0"/>
      <dgm:spPr/>
    </dgm:pt>
    <dgm:pt modelId="{EBE705D9-863E-43FA-B817-7B047C6665E5}" type="pres">
      <dgm:prSet presAssocID="{5B12D640-11CE-493A-A8DF-206BB8465283}" presName="bgRect" presStyleLbl="bgShp" presStyleIdx="1" presStyleCnt="3"/>
      <dgm:spPr/>
    </dgm:pt>
    <dgm:pt modelId="{940DD94A-51D8-491A-BBFB-4033C426040A}" type="pres">
      <dgm:prSet presAssocID="{5B12D640-11CE-493A-A8DF-206BB8465283}"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İğne"/>
        </a:ext>
      </dgm:extLst>
    </dgm:pt>
    <dgm:pt modelId="{75941B6B-03EF-4F52-8DA8-CEF152FD5069}" type="pres">
      <dgm:prSet presAssocID="{5B12D640-11CE-493A-A8DF-206BB8465283}" presName="spaceRect" presStyleCnt="0"/>
      <dgm:spPr/>
    </dgm:pt>
    <dgm:pt modelId="{C7E94CAA-C736-4E66-93DF-F914DC048DB7}" type="pres">
      <dgm:prSet presAssocID="{5B12D640-11CE-493A-A8DF-206BB8465283}" presName="parTx" presStyleLbl="revTx" presStyleIdx="1" presStyleCnt="4">
        <dgm:presLayoutVars>
          <dgm:chMax val="0"/>
          <dgm:chPref val="0"/>
        </dgm:presLayoutVars>
      </dgm:prSet>
      <dgm:spPr/>
    </dgm:pt>
    <dgm:pt modelId="{97395B2F-41F8-49F0-B7A5-C8CA5D463C77}" type="pres">
      <dgm:prSet presAssocID="{22FA4D13-C050-4190-BD93-4EC62C54B451}" presName="sibTrans" presStyleCnt="0"/>
      <dgm:spPr/>
    </dgm:pt>
    <dgm:pt modelId="{0838A285-F941-4778-9357-CC105864D145}" type="pres">
      <dgm:prSet presAssocID="{50904FF3-15CA-402D-AFC2-E01DD1203EB4}" presName="compNode" presStyleCnt="0"/>
      <dgm:spPr/>
    </dgm:pt>
    <dgm:pt modelId="{5C8B2A43-387B-4C82-B1B3-515367F2D6B7}" type="pres">
      <dgm:prSet presAssocID="{50904FF3-15CA-402D-AFC2-E01DD1203EB4}" presName="bgRect" presStyleLbl="bgShp" presStyleIdx="2" presStyleCnt="3"/>
      <dgm:spPr/>
    </dgm:pt>
    <dgm:pt modelId="{7537F91D-B74B-4CC2-AD1E-DEE2B6C27132}" type="pres">
      <dgm:prSet presAssocID="{50904FF3-15CA-402D-AFC2-E01DD1203EB4}" presName="iconRect" presStyleLbl="node1" presStyleIdx="2"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Onay işareti"/>
        </a:ext>
      </dgm:extLst>
    </dgm:pt>
    <dgm:pt modelId="{142F7134-78E5-4878-BCD5-3FF64C6B0169}" type="pres">
      <dgm:prSet presAssocID="{50904FF3-15CA-402D-AFC2-E01DD1203EB4}" presName="spaceRect" presStyleCnt="0"/>
      <dgm:spPr/>
    </dgm:pt>
    <dgm:pt modelId="{CAD456E0-62D0-4302-B059-383CC5447179}" type="pres">
      <dgm:prSet presAssocID="{50904FF3-15CA-402D-AFC2-E01DD1203EB4}" presName="parTx" presStyleLbl="revTx" presStyleIdx="2" presStyleCnt="4">
        <dgm:presLayoutVars>
          <dgm:chMax val="0"/>
          <dgm:chPref val="0"/>
        </dgm:presLayoutVars>
      </dgm:prSet>
      <dgm:spPr/>
    </dgm:pt>
    <dgm:pt modelId="{A453C680-CDAD-46B4-9143-97F78990F38C}" type="pres">
      <dgm:prSet presAssocID="{50904FF3-15CA-402D-AFC2-E01DD1203EB4}" presName="desTx" presStyleLbl="revTx" presStyleIdx="3" presStyleCnt="4">
        <dgm:presLayoutVars/>
      </dgm:prSet>
      <dgm:spPr/>
    </dgm:pt>
  </dgm:ptLst>
  <dgm:cxnLst>
    <dgm:cxn modelId="{9533D90E-45EE-45B1-9752-D7A7F5E1D6CB}" srcId="{50904FF3-15CA-402D-AFC2-E01DD1203EB4}" destId="{21D6FB50-6BE5-4F65-8C26-6E2C79AF21AC}" srcOrd="1" destOrd="0" parTransId="{5A057284-3AC5-4324-A48B-73034D853DBB}" sibTransId="{45C13221-20ED-4F2F-B126-9391DFAFAB26}"/>
    <dgm:cxn modelId="{0910811A-8203-4F99-AEBC-22D2FAFDF017}" srcId="{7FE4E75C-5D95-4CB8-874B-1B68C01DDC3E}" destId="{50904FF3-15CA-402D-AFC2-E01DD1203EB4}" srcOrd="2" destOrd="0" parTransId="{4AFB18F5-A7A4-4B40-8626-B706ADF8D70A}" sibTransId="{13D9936D-63FA-4994-AFAA-ADA8DA3A4898}"/>
    <dgm:cxn modelId="{37122A2E-D59B-42EC-A760-9DFAED9E4FDD}" type="presOf" srcId="{D001FD44-1814-4464-A0C7-F2BA97F781EE}" destId="{A453C680-CDAD-46B4-9143-97F78990F38C}" srcOrd="0" destOrd="0" presId="urn:microsoft.com/office/officeart/2018/2/layout/IconVerticalSolidList"/>
    <dgm:cxn modelId="{FD772B2F-100F-4F51-A33C-255CA681E41A}" type="presOf" srcId="{50904FF3-15CA-402D-AFC2-E01DD1203EB4}" destId="{CAD456E0-62D0-4302-B059-383CC5447179}" srcOrd="0" destOrd="0" presId="urn:microsoft.com/office/officeart/2018/2/layout/IconVerticalSolidList"/>
    <dgm:cxn modelId="{7E330C5B-BBC1-40E9-AE43-87BC06B97E0C}" type="presOf" srcId="{85E092F3-6A0D-46AC-835D-9BFCBBA81493}" destId="{148C521E-F728-4E04-9F86-2024DF446CCD}" srcOrd="0" destOrd="0" presId="urn:microsoft.com/office/officeart/2018/2/layout/IconVerticalSolidList"/>
    <dgm:cxn modelId="{E67B1345-7463-4D13-B319-1597EE1F035D}" srcId="{50904FF3-15CA-402D-AFC2-E01DD1203EB4}" destId="{75884D13-D4C0-41FD-B6E8-FAE97E14920A}" srcOrd="3" destOrd="0" parTransId="{3C739365-6B1E-4890-8647-7CED6186C488}" sibTransId="{D1B05470-CC47-4FA6-BA0D-15970FEBEFAC}"/>
    <dgm:cxn modelId="{65029A51-052F-4153-BD13-D98FBF32BFF8}" type="presOf" srcId="{21D6FB50-6BE5-4F65-8C26-6E2C79AF21AC}" destId="{A453C680-CDAD-46B4-9143-97F78990F38C}" srcOrd="0" destOrd="1" presId="urn:microsoft.com/office/officeart/2018/2/layout/IconVerticalSolidList"/>
    <dgm:cxn modelId="{6B31958F-B233-4492-B1A9-2B8C671ED5A3}" srcId="{7FE4E75C-5D95-4CB8-874B-1B68C01DDC3E}" destId="{85E092F3-6A0D-46AC-835D-9BFCBBA81493}" srcOrd="0" destOrd="0" parTransId="{7BF88B41-2155-4EB6-B2E9-773FB9C31668}" sibTransId="{06D57D1E-1ADB-4D96-9E66-DF468AEF791D}"/>
    <dgm:cxn modelId="{23A3D8B1-429B-4929-990D-52B002C18111}" srcId="{50904FF3-15CA-402D-AFC2-E01DD1203EB4}" destId="{D001FD44-1814-4464-A0C7-F2BA97F781EE}" srcOrd="0" destOrd="0" parTransId="{C49706B8-E29B-45B3-B111-E45F9F0F84FF}" sibTransId="{819FE1EC-8A6F-4D60-9FBE-2A6A97D35EE6}"/>
    <dgm:cxn modelId="{457B69B6-143B-42DA-AA74-E131CDA87FEF}" srcId="{7FE4E75C-5D95-4CB8-874B-1B68C01DDC3E}" destId="{5B12D640-11CE-493A-A8DF-206BB8465283}" srcOrd="1" destOrd="0" parTransId="{9A0C6472-939B-414E-B229-F721D5793ADB}" sibTransId="{22FA4D13-C050-4190-BD93-4EC62C54B451}"/>
    <dgm:cxn modelId="{B3A7C5C1-A1B5-4730-9F5A-073085573AB6}" type="presOf" srcId="{75884D13-D4C0-41FD-B6E8-FAE97E14920A}" destId="{A453C680-CDAD-46B4-9143-97F78990F38C}" srcOrd="0" destOrd="3" presId="urn:microsoft.com/office/officeart/2018/2/layout/IconVerticalSolidList"/>
    <dgm:cxn modelId="{4A6170D9-B5FD-436A-BADB-D334BC64A8A6}" type="presOf" srcId="{7FE4E75C-5D95-4CB8-874B-1B68C01DDC3E}" destId="{E3003016-FA34-408A-869E-DBF78E4D9680}" srcOrd="0" destOrd="0" presId="urn:microsoft.com/office/officeart/2018/2/layout/IconVerticalSolidList"/>
    <dgm:cxn modelId="{CA23F7D9-1094-47F5-A740-2E86D82D6010}" type="presOf" srcId="{F4A705BF-2426-4A16-8A1D-938625A8BD08}" destId="{A453C680-CDAD-46B4-9143-97F78990F38C}" srcOrd="0" destOrd="2" presId="urn:microsoft.com/office/officeart/2018/2/layout/IconVerticalSolidList"/>
    <dgm:cxn modelId="{309A53DD-E5B4-49DB-ACBF-71F6C8B78971}" type="presOf" srcId="{5B12D640-11CE-493A-A8DF-206BB8465283}" destId="{C7E94CAA-C736-4E66-93DF-F914DC048DB7}" srcOrd="0" destOrd="0" presId="urn:microsoft.com/office/officeart/2018/2/layout/IconVerticalSolidList"/>
    <dgm:cxn modelId="{17437DE8-50BB-4BE6-8379-9D09A998F3E7}" srcId="{50904FF3-15CA-402D-AFC2-E01DD1203EB4}" destId="{F4A705BF-2426-4A16-8A1D-938625A8BD08}" srcOrd="2" destOrd="0" parTransId="{F1A5DD8E-FC86-4C99-A841-4F44445D3BC9}" sibTransId="{0048369A-7921-4927-B1C0-D456913B316E}"/>
    <dgm:cxn modelId="{E55B8E7B-941F-459F-A93F-5BB1BD22CFCC}" type="presParOf" srcId="{E3003016-FA34-408A-869E-DBF78E4D9680}" destId="{7D981BC3-E065-4890-A741-5677B7AE0909}" srcOrd="0" destOrd="0" presId="urn:microsoft.com/office/officeart/2018/2/layout/IconVerticalSolidList"/>
    <dgm:cxn modelId="{32C433E5-AD11-4AD1-9F35-1CB59C74B006}" type="presParOf" srcId="{7D981BC3-E065-4890-A741-5677B7AE0909}" destId="{03DDCA56-9004-4536-96F4-AE60FD329ED1}" srcOrd="0" destOrd="0" presId="urn:microsoft.com/office/officeart/2018/2/layout/IconVerticalSolidList"/>
    <dgm:cxn modelId="{AA6C4E61-D3C0-4DC5-BC25-A4EBD94C6BB8}" type="presParOf" srcId="{7D981BC3-E065-4890-A741-5677B7AE0909}" destId="{C0016558-B510-4A33-A26E-F1081699639A}" srcOrd="1" destOrd="0" presId="urn:microsoft.com/office/officeart/2018/2/layout/IconVerticalSolidList"/>
    <dgm:cxn modelId="{0A0C58A8-E230-427C-A188-70C330DCA397}" type="presParOf" srcId="{7D981BC3-E065-4890-A741-5677B7AE0909}" destId="{50DA4EB6-F852-4491-B8E8-5B934435A079}" srcOrd="2" destOrd="0" presId="urn:microsoft.com/office/officeart/2018/2/layout/IconVerticalSolidList"/>
    <dgm:cxn modelId="{200BABD6-2F77-44CF-B6C6-5B3A23ABC04C}" type="presParOf" srcId="{7D981BC3-E065-4890-A741-5677B7AE0909}" destId="{148C521E-F728-4E04-9F86-2024DF446CCD}" srcOrd="3" destOrd="0" presId="urn:microsoft.com/office/officeart/2018/2/layout/IconVerticalSolidList"/>
    <dgm:cxn modelId="{B0707CB9-2D4A-446A-AAEA-E39E1A50CC1F}" type="presParOf" srcId="{E3003016-FA34-408A-869E-DBF78E4D9680}" destId="{19AEB033-6A59-41B3-8DB5-F55BC3690560}" srcOrd="1" destOrd="0" presId="urn:microsoft.com/office/officeart/2018/2/layout/IconVerticalSolidList"/>
    <dgm:cxn modelId="{DE95A03E-9E0F-461D-B3F8-819CABF33DA6}" type="presParOf" srcId="{E3003016-FA34-408A-869E-DBF78E4D9680}" destId="{52D6BB43-EBAB-4262-BE23-7AF31764B705}" srcOrd="2" destOrd="0" presId="urn:microsoft.com/office/officeart/2018/2/layout/IconVerticalSolidList"/>
    <dgm:cxn modelId="{A7CD4522-B9E4-4523-8214-D8F272C96B67}" type="presParOf" srcId="{52D6BB43-EBAB-4262-BE23-7AF31764B705}" destId="{EBE705D9-863E-43FA-B817-7B047C6665E5}" srcOrd="0" destOrd="0" presId="urn:microsoft.com/office/officeart/2018/2/layout/IconVerticalSolidList"/>
    <dgm:cxn modelId="{9D4149D8-6FA6-49CD-9DEA-C77BBD268CC7}" type="presParOf" srcId="{52D6BB43-EBAB-4262-BE23-7AF31764B705}" destId="{940DD94A-51D8-491A-BBFB-4033C426040A}" srcOrd="1" destOrd="0" presId="urn:microsoft.com/office/officeart/2018/2/layout/IconVerticalSolidList"/>
    <dgm:cxn modelId="{CF0BBDC1-3C71-43A1-B2C8-8BB3247B79DF}" type="presParOf" srcId="{52D6BB43-EBAB-4262-BE23-7AF31764B705}" destId="{75941B6B-03EF-4F52-8DA8-CEF152FD5069}" srcOrd="2" destOrd="0" presId="urn:microsoft.com/office/officeart/2018/2/layout/IconVerticalSolidList"/>
    <dgm:cxn modelId="{B34191B4-25B0-4082-8B24-28DD4F56DE77}" type="presParOf" srcId="{52D6BB43-EBAB-4262-BE23-7AF31764B705}" destId="{C7E94CAA-C736-4E66-93DF-F914DC048DB7}" srcOrd="3" destOrd="0" presId="urn:microsoft.com/office/officeart/2018/2/layout/IconVerticalSolidList"/>
    <dgm:cxn modelId="{9326FBE6-43AE-442E-AADE-E466B68BA702}" type="presParOf" srcId="{E3003016-FA34-408A-869E-DBF78E4D9680}" destId="{97395B2F-41F8-49F0-B7A5-C8CA5D463C77}" srcOrd="3" destOrd="0" presId="urn:microsoft.com/office/officeart/2018/2/layout/IconVerticalSolidList"/>
    <dgm:cxn modelId="{B0317A05-C1BC-4108-B382-A5FA75E15AA0}" type="presParOf" srcId="{E3003016-FA34-408A-869E-DBF78E4D9680}" destId="{0838A285-F941-4778-9357-CC105864D145}" srcOrd="4" destOrd="0" presId="urn:microsoft.com/office/officeart/2018/2/layout/IconVerticalSolidList"/>
    <dgm:cxn modelId="{F007ACE6-A6BD-41A8-9B69-356896493DC5}" type="presParOf" srcId="{0838A285-F941-4778-9357-CC105864D145}" destId="{5C8B2A43-387B-4C82-B1B3-515367F2D6B7}" srcOrd="0" destOrd="0" presId="urn:microsoft.com/office/officeart/2018/2/layout/IconVerticalSolidList"/>
    <dgm:cxn modelId="{9EF3FC4A-D3DE-4AC6-BD37-B75DF6A10059}" type="presParOf" srcId="{0838A285-F941-4778-9357-CC105864D145}" destId="{7537F91D-B74B-4CC2-AD1E-DEE2B6C27132}" srcOrd="1" destOrd="0" presId="urn:microsoft.com/office/officeart/2018/2/layout/IconVerticalSolidList"/>
    <dgm:cxn modelId="{6A09A88D-8460-405F-8DBF-B7CC28A35B8A}" type="presParOf" srcId="{0838A285-F941-4778-9357-CC105864D145}" destId="{142F7134-78E5-4878-BCD5-3FF64C6B0169}" srcOrd="2" destOrd="0" presId="urn:microsoft.com/office/officeart/2018/2/layout/IconVerticalSolidList"/>
    <dgm:cxn modelId="{EAA0BF9B-E275-46C7-AE73-2F815CA950CC}" type="presParOf" srcId="{0838A285-F941-4778-9357-CC105864D145}" destId="{CAD456E0-62D0-4302-B059-383CC5447179}" srcOrd="3" destOrd="0" presId="urn:microsoft.com/office/officeart/2018/2/layout/IconVerticalSolidList"/>
    <dgm:cxn modelId="{671A40DD-5842-4E70-9072-3274E07D0B8E}" type="presParOf" srcId="{0838A285-F941-4778-9357-CC105864D145}" destId="{A453C680-CDAD-46B4-9143-97F78990F38C}" srcOrd="4"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a:ext uri="{C62137D5-CB1D-491B-B009-E17868A290BF}">
      <dgm14:recolorImg xmlns:dgm14="http://schemas.microsoft.com/office/drawing/2010/diagram" val="1"/>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0373CA6-9928-4324-8B7F-DA5EC499DB8D}">
      <dsp:nvSpPr>
        <dsp:cNvPr id="0" name=""/>
        <dsp:cNvSpPr/>
      </dsp:nvSpPr>
      <dsp:spPr>
        <a:xfrm>
          <a:off x="0" y="1659"/>
          <a:ext cx="5638998" cy="706974"/>
        </a:xfrm>
        <a:prstGeom prst="roundRect">
          <a:avLst>
            <a:gd name="adj" fmla="val 10000"/>
          </a:avLst>
        </a:prstGeom>
        <a:solidFill>
          <a:schemeClr val="accent3"/>
        </a:solidFill>
        <a:ln>
          <a:noFill/>
        </a:ln>
        <a:effectLst/>
      </dsp:spPr>
      <dsp:style>
        <a:lnRef idx="0">
          <a:scrgbClr r="0" g="0" b="0"/>
        </a:lnRef>
        <a:fillRef idx="1">
          <a:scrgbClr r="0" g="0" b="0"/>
        </a:fillRef>
        <a:effectRef idx="2">
          <a:scrgbClr r="0" g="0" b="0"/>
        </a:effectRef>
        <a:fontRef idx="minor"/>
      </dsp:style>
    </dsp:sp>
    <dsp:sp modelId="{EF7D4CBC-7F82-4A39-B778-0F74CBCC97E6}">
      <dsp:nvSpPr>
        <dsp:cNvPr id="0" name=""/>
        <dsp:cNvSpPr/>
      </dsp:nvSpPr>
      <dsp:spPr>
        <a:xfrm>
          <a:off x="213859" y="160728"/>
          <a:ext cx="388835" cy="388835"/>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a:effectLst/>
      </dsp:spPr>
      <dsp:style>
        <a:lnRef idx="0">
          <a:scrgbClr r="0" g="0" b="0"/>
        </a:lnRef>
        <a:fillRef idx="3">
          <a:scrgbClr r="0" g="0" b="0"/>
        </a:fillRef>
        <a:effectRef idx="2">
          <a:scrgbClr r="0" g="0" b="0"/>
        </a:effectRef>
        <a:fontRef idx="minor">
          <a:schemeClr val="lt1"/>
        </a:fontRef>
      </dsp:style>
    </dsp:sp>
    <dsp:sp modelId="{9A81B0CD-52D9-4DF3-96A3-00E25D95CCA7}">
      <dsp:nvSpPr>
        <dsp:cNvPr id="0" name=""/>
        <dsp:cNvSpPr/>
      </dsp:nvSpPr>
      <dsp:spPr>
        <a:xfrm>
          <a:off x="816555" y="1659"/>
          <a:ext cx="4822442" cy="70697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4821" tIns="74821" rIns="74821" bIns="74821" numCol="1" spcCol="1270" anchor="ctr" anchorCtr="0">
          <a:noAutofit/>
        </a:bodyPr>
        <a:lstStyle/>
        <a:p>
          <a:pPr marL="0" lvl="0" indent="0" algn="l" defTabSz="533400">
            <a:lnSpc>
              <a:spcPct val="100000"/>
            </a:lnSpc>
            <a:spcBef>
              <a:spcPct val="0"/>
            </a:spcBef>
            <a:spcAft>
              <a:spcPct val="35000"/>
            </a:spcAft>
            <a:buNone/>
          </a:pPr>
          <a:r>
            <a:rPr lang="tr-TR" sz="1200" b="1" kern="1200"/>
            <a:t>Subje (Özne):</a:t>
          </a:r>
          <a:r>
            <a:rPr lang="tr-TR" sz="1200" kern="1200"/>
            <a:t> Üzerinde ölçüm yapılan canlı organizmadır (genellikle insan).</a:t>
          </a:r>
          <a:endParaRPr lang="en-US" sz="1200" kern="1200" dirty="0"/>
        </a:p>
      </dsp:txBody>
      <dsp:txXfrm>
        <a:off x="816555" y="1659"/>
        <a:ext cx="4822442" cy="706974"/>
      </dsp:txXfrm>
    </dsp:sp>
    <dsp:sp modelId="{D7EB5EF6-7E3C-4719-9CA7-5E553F13DF5A}">
      <dsp:nvSpPr>
        <dsp:cNvPr id="0" name=""/>
        <dsp:cNvSpPr/>
      </dsp:nvSpPr>
      <dsp:spPr>
        <a:xfrm>
          <a:off x="0" y="885377"/>
          <a:ext cx="5638998" cy="706974"/>
        </a:xfrm>
        <a:prstGeom prst="roundRect">
          <a:avLst>
            <a:gd name="adj" fmla="val 10000"/>
          </a:avLst>
        </a:prstGeom>
        <a:solidFill>
          <a:schemeClr val="accent3"/>
        </a:solidFill>
        <a:ln>
          <a:noFill/>
        </a:ln>
        <a:effectLst/>
      </dsp:spPr>
      <dsp:style>
        <a:lnRef idx="0">
          <a:scrgbClr r="0" g="0" b="0"/>
        </a:lnRef>
        <a:fillRef idx="1">
          <a:scrgbClr r="0" g="0" b="0"/>
        </a:fillRef>
        <a:effectRef idx="2">
          <a:scrgbClr r="0" g="0" b="0"/>
        </a:effectRef>
        <a:fontRef idx="minor"/>
      </dsp:style>
    </dsp:sp>
    <dsp:sp modelId="{B4B7E3F9-4C79-4A62-8C3A-24720D527D0E}">
      <dsp:nvSpPr>
        <dsp:cNvPr id="0" name=""/>
        <dsp:cNvSpPr/>
      </dsp:nvSpPr>
      <dsp:spPr>
        <a:xfrm>
          <a:off x="213859" y="1044446"/>
          <a:ext cx="388835" cy="388835"/>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a:effectLst/>
      </dsp:spPr>
      <dsp:style>
        <a:lnRef idx="0">
          <a:scrgbClr r="0" g="0" b="0"/>
        </a:lnRef>
        <a:fillRef idx="3">
          <a:scrgbClr r="0" g="0" b="0"/>
        </a:fillRef>
        <a:effectRef idx="2">
          <a:scrgbClr r="0" g="0" b="0"/>
        </a:effectRef>
        <a:fontRef idx="minor">
          <a:schemeClr val="lt1"/>
        </a:fontRef>
      </dsp:style>
    </dsp:sp>
    <dsp:sp modelId="{0B369B6A-9391-4234-BFF1-876CAB8333DD}">
      <dsp:nvSpPr>
        <dsp:cNvPr id="0" name=""/>
        <dsp:cNvSpPr/>
      </dsp:nvSpPr>
      <dsp:spPr>
        <a:xfrm>
          <a:off x="816555" y="885377"/>
          <a:ext cx="4822442" cy="70697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4821" tIns="74821" rIns="74821" bIns="74821" numCol="1" spcCol="1270" anchor="ctr" anchorCtr="0">
          <a:noAutofit/>
        </a:bodyPr>
        <a:lstStyle/>
        <a:p>
          <a:pPr marL="0" lvl="0" indent="0" algn="l" defTabSz="533400">
            <a:lnSpc>
              <a:spcPct val="100000"/>
            </a:lnSpc>
            <a:spcBef>
              <a:spcPct val="0"/>
            </a:spcBef>
            <a:spcAft>
              <a:spcPct val="35000"/>
            </a:spcAft>
            <a:buNone/>
          </a:pPr>
          <a:r>
            <a:rPr lang="tr-TR" sz="1200" b="1" kern="1200"/>
            <a:t>Uyarıcı (Stimulus):</a:t>
          </a:r>
          <a:r>
            <a:rPr lang="tr-TR" sz="1200" kern="1200"/>
            <a:t> Bazı ölçümlerde (örneğin görsel veya işitsel tepkilerin ölçülmesinde) organizmaya dışarıdan bir uyarı verilmesi gerekir. Bu ünite, gerekli uyarıyı (ışık, ses veya elektriksel uyarı) üretir ve subjeye uygular.</a:t>
          </a:r>
          <a:endParaRPr lang="en-US" sz="1200" kern="1200"/>
        </a:p>
      </dsp:txBody>
      <dsp:txXfrm>
        <a:off x="816555" y="885377"/>
        <a:ext cx="4822442" cy="706974"/>
      </dsp:txXfrm>
    </dsp:sp>
    <dsp:sp modelId="{68239FB4-1046-4F13-9F9A-06B94339A7C1}">
      <dsp:nvSpPr>
        <dsp:cNvPr id="0" name=""/>
        <dsp:cNvSpPr/>
      </dsp:nvSpPr>
      <dsp:spPr>
        <a:xfrm>
          <a:off x="0" y="1769095"/>
          <a:ext cx="5638998" cy="706974"/>
        </a:xfrm>
        <a:prstGeom prst="roundRect">
          <a:avLst>
            <a:gd name="adj" fmla="val 10000"/>
          </a:avLst>
        </a:prstGeom>
        <a:solidFill>
          <a:schemeClr val="accent3"/>
        </a:solidFill>
        <a:ln>
          <a:noFill/>
        </a:ln>
        <a:effectLst/>
      </dsp:spPr>
      <dsp:style>
        <a:lnRef idx="0">
          <a:scrgbClr r="0" g="0" b="0"/>
        </a:lnRef>
        <a:fillRef idx="1">
          <a:scrgbClr r="0" g="0" b="0"/>
        </a:fillRef>
        <a:effectRef idx="2">
          <a:scrgbClr r="0" g="0" b="0"/>
        </a:effectRef>
        <a:fontRef idx="minor"/>
      </dsp:style>
    </dsp:sp>
    <dsp:sp modelId="{04307427-6BC3-47AC-9E89-E5AEE0797199}">
      <dsp:nvSpPr>
        <dsp:cNvPr id="0" name=""/>
        <dsp:cNvSpPr/>
      </dsp:nvSpPr>
      <dsp:spPr>
        <a:xfrm>
          <a:off x="213859" y="1928164"/>
          <a:ext cx="388835" cy="388835"/>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a:effectLst/>
      </dsp:spPr>
      <dsp:style>
        <a:lnRef idx="0">
          <a:scrgbClr r="0" g="0" b="0"/>
        </a:lnRef>
        <a:fillRef idx="3">
          <a:scrgbClr r="0" g="0" b="0"/>
        </a:fillRef>
        <a:effectRef idx="2">
          <a:scrgbClr r="0" g="0" b="0"/>
        </a:effectRef>
        <a:fontRef idx="minor">
          <a:schemeClr val="lt1"/>
        </a:fontRef>
      </dsp:style>
    </dsp:sp>
    <dsp:sp modelId="{4BF65111-6028-4B1D-B697-B1EF93C8E7CB}">
      <dsp:nvSpPr>
        <dsp:cNvPr id="0" name=""/>
        <dsp:cNvSpPr/>
      </dsp:nvSpPr>
      <dsp:spPr>
        <a:xfrm>
          <a:off x="816555" y="1769095"/>
          <a:ext cx="4822442" cy="706974"/>
        </a:xfrm>
        <a:prstGeom prst="rect">
          <a:avLst/>
        </a:prstGeom>
        <a:solidFill>
          <a:schemeClr val="accent3"/>
        </a:solidFill>
        <a:ln>
          <a:noFill/>
        </a:ln>
        <a:effectLst/>
      </dsp:spPr>
      <dsp:style>
        <a:lnRef idx="0">
          <a:scrgbClr r="0" g="0" b="0"/>
        </a:lnRef>
        <a:fillRef idx="0">
          <a:scrgbClr r="0" g="0" b="0"/>
        </a:fillRef>
        <a:effectRef idx="0">
          <a:scrgbClr r="0" g="0" b="0"/>
        </a:effectRef>
        <a:fontRef idx="minor"/>
      </dsp:style>
      <dsp:txBody>
        <a:bodyPr spcFirstLastPara="0" vert="horz" wrap="square" lIns="74821" tIns="74821" rIns="74821" bIns="74821" numCol="1" spcCol="1270" anchor="ctr" anchorCtr="0">
          <a:noAutofit/>
        </a:bodyPr>
        <a:lstStyle/>
        <a:p>
          <a:pPr marL="0" lvl="0" indent="0" algn="l" defTabSz="533400">
            <a:lnSpc>
              <a:spcPct val="100000"/>
            </a:lnSpc>
            <a:spcBef>
              <a:spcPct val="0"/>
            </a:spcBef>
            <a:spcAft>
              <a:spcPct val="35000"/>
            </a:spcAft>
            <a:buNone/>
          </a:pPr>
          <a:r>
            <a:rPr lang="tr-TR" sz="1200" b="1" kern="1200" dirty="0"/>
            <a:t>Dönüştürücü (</a:t>
          </a:r>
          <a:r>
            <a:rPr lang="tr-TR" sz="1200" b="1" kern="1200" dirty="0" err="1"/>
            <a:t>Transducer</a:t>
          </a:r>
          <a:r>
            <a:rPr lang="tr-TR" sz="1200" b="1" kern="1200" dirty="0"/>
            <a:t>):</a:t>
          </a:r>
          <a:r>
            <a:rPr lang="tr-TR" sz="1200" kern="1200" dirty="0"/>
            <a:t> Fizyolojik büyüklükleri (sıcaklık, basınç, akış vb.) elektriksel işaretlere çevirir. Dönüştürücü çıkışı daima elektriksel bir işarettir.</a:t>
          </a:r>
          <a:endParaRPr lang="en-US" sz="1200" kern="1200" dirty="0"/>
        </a:p>
      </dsp:txBody>
      <dsp:txXfrm>
        <a:off x="816555" y="1769095"/>
        <a:ext cx="4822442" cy="706974"/>
      </dsp:txXfrm>
    </dsp:sp>
    <dsp:sp modelId="{D4B144B1-740F-4504-99AA-A73BF6A06125}">
      <dsp:nvSpPr>
        <dsp:cNvPr id="0" name=""/>
        <dsp:cNvSpPr/>
      </dsp:nvSpPr>
      <dsp:spPr>
        <a:xfrm>
          <a:off x="0" y="2652813"/>
          <a:ext cx="5638998" cy="706974"/>
        </a:xfrm>
        <a:prstGeom prst="roundRect">
          <a:avLst>
            <a:gd name="adj" fmla="val 10000"/>
          </a:avLst>
        </a:prstGeom>
        <a:solidFill>
          <a:schemeClr val="accent3"/>
        </a:solidFill>
        <a:ln>
          <a:noFill/>
        </a:ln>
        <a:effectLst/>
      </dsp:spPr>
      <dsp:style>
        <a:lnRef idx="0">
          <a:scrgbClr r="0" g="0" b="0"/>
        </a:lnRef>
        <a:fillRef idx="1">
          <a:scrgbClr r="0" g="0" b="0"/>
        </a:fillRef>
        <a:effectRef idx="2">
          <a:scrgbClr r="0" g="0" b="0"/>
        </a:effectRef>
        <a:fontRef idx="minor"/>
      </dsp:style>
    </dsp:sp>
    <dsp:sp modelId="{D728A44C-9176-4D16-9732-4AD1A3D6DB18}">
      <dsp:nvSpPr>
        <dsp:cNvPr id="0" name=""/>
        <dsp:cNvSpPr/>
      </dsp:nvSpPr>
      <dsp:spPr>
        <a:xfrm>
          <a:off x="213859" y="2811882"/>
          <a:ext cx="388835" cy="388835"/>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a:noFill/>
        </a:ln>
        <a:effectLst/>
      </dsp:spPr>
      <dsp:style>
        <a:lnRef idx="0">
          <a:scrgbClr r="0" g="0" b="0"/>
        </a:lnRef>
        <a:fillRef idx="3">
          <a:scrgbClr r="0" g="0" b="0"/>
        </a:fillRef>
        <a:effectRef idx="2">
          <a:scrgbClr r="0" g="0" b="0"/>
        </a:effectRef>
        <a:fontRef idx="minor">
          <a:schemeClr val="lt1"/>
        </a:fontRef>
      </dsp:style>
    </dsp:sp>
    <dsp:sp modelId="{3A55286C-4FBD-4CF0-871B-F2316103147A}">
      <dsp:nvSpPr>
        <dsp:cNvPr id="0" name=""/>
        <dsp:cNvSpPr/>
      </dsp:nvSpPr>
      <dsp:spPr>
        <a:xfrm>
          <a:off x="816555" y="2652813"/>
          <a:ext cx="4822442" cy="70697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4821" tIns="74821" rIns="74821" bIns="74821" numCol="1" spcCol="1270" anchor="ctr" anchorCtr="0">
          <a:noAutofit/>
        </a:bodyPr>
        <a:lstStyle/>
        <a:p>
          <a:pPr marL="0" lvl="0" indent="0" algn="l" defTabSz="533400">
            <a:lnSpc>
              <a:spcPct val="100000"/>
            </a:lnSpc>
            <a:spcBef>
              <a:spcPct val="0"/>
            </a:spcBef>
            <a:spcAft>
              <a:spcPct val="35000"/>
            </a:spcAft>
            <a:buNone/>
          </a:pPr>
          <a:r>
            <a:rPr lang="tr-TR" sz="1200" b="1" kern="1200"/>
            <a:t>İşaret İşleme:</a:t>
          </a:r>
          <a:r>
            <a:rPr lang="tr-TR" sz="1200" kern="1200"/>
            <a:t> Dönüştürücüden gelen elektriksel işareti, görüntüleme veya kaydetme ünitelerine uygun hale getirmek için işler (örneğin kuvvetlendirir).</a:t>
          </a:r>
          <a:endParaRPr lang="en-US" sz="1200" kern="1200"/>
        </a:p>
      </dsp:txBody>
      <dsp:txXfrm>
        <a:off x="816555" y="2652813"/>
        <a:ext cx="4822442" cy="706974"/>
      </dsp:txXfrm>
    </dsp:sp>
    <dsp:sp modelId="{9927899B-40C2-4024-8F48-66ECB4440318}">
      <dsp:nvSpPr>
        <dsp:cNvPr id="0" name=""/>
        <dsp:cNvSpPr/>
      </dsp:nvSpPr>
      <dsp:spPr>
        <a:xfrm>
          <a:off x="0" y="3536531"/>
          <a:ext cx="5638998" cy="706974"/>
        </a:xfrm>
        <a:prstGeom prst="roundRect">
          <a:avLst>
            <a:gd name="adj" fmla="val 10000"/>
          </a:avLst>
        </a:prstGeom>
        <a:solidFill>
          <a:schemeClr val="accent3"/>
        </a:solidFill>
        <a:ln>
          <a:noFill/>
        </a:ln>
        <a:effectLst/>
      </dsp:spPr>
      <dsp:style>
        <a:lnRef idx="0">
          <a:scrgbClr r="0" g="0" b="0"/>
        </a:lnRef>
        <a:fillRef idx="1">
          <a:scrgbClr r="0" g="0" b="0"/>
        </a:fillRef>
        <a:effectRef idx="2">
          <a:scrgbClr r="0" g="0" b="0"/>
        </a:effectRef>
        <a:fontRef idx="minor"/>
      </dsp:style>
    </dsp:sp>
    <dsp:sp modelId="{49AC6053-3F24-414C-B668-4894DE26E010}">
      <dsp:nvSpPr>
        <dsp:cNvPr id="0" name=""/>
        <dsp:cNvSpPr/>
      </dsp:nvSpPr>
      <dsp:spPr>
        <a:xfrm>
          <a:off x="213859" y="3695600"/>
          <a:ext cx="388835" cy="388835"/>
        </a:xfrm>
        <a:prstGeom prst="rect">
          <a:avLst/>
        </a:prstGeom>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a:ln>
          <a:noFill/>
        </a:ln>
        <a:effectLst/>
      </dsp:spPr>
      <dsp:style>
        <a:lnRef idx="0">
          <a:scrgbClr r="0" g="0" b="0"/>
        </a:lnRef>
        <a:fillRef idx="3">
          <a:scrgbClr r="0" g="0" b="0"/>
        </a:fillRef>
        <a:effectRef idx="2">
          <a:scrgbClr r="0" g="0" b="0"/>
        </a:effectRef>
        <a:fontRef idx="minor">
          <a:schemeClr val="lt1"/>
        </a:fontRef>
      </dsp:style>
    </dsp:sp>
    <dsp:sp modelId="{7D30BFA4-B46C-4012-A601-7767415EC3B6}">
      <dsp:nvSpPr>
        <dsp:cNvPr id="0" name=""/>
        <dsp:cNvSpPr/>
      </dsp:nvSpPr>
      <dsp:spPr>
        <a:xfrm>
          <a:off x="816555" y="3536531"/>
          <a:ext cx="4822442" cy="70697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4821" tIns="74821" rIns="74821" bIns="74821" numCol="1" spcCol="1270" anchor="ctr" anchorCtr="0">
          <a:noAutofit/>
        </a:bodyPr>
        <a:lstStyle/>
        <a:p>
          <a:pPr marL="0" lvl="0" indent="0" algn="l" defTabSz="533400">
            <a:lnSpc>
              <a:spcPct val="100000"/>
            </a:lnSpc>
            <a:spcBef>
              <a:spcPct val="0"/>
            </a:spcBef>
            <a:spcAft>
              <a:spcPct val="35000"/>
            </a:spcAft>
            <a:buNone/>
          </a:pPr>
          <a:r>
            <a:rPr lang="tr-TR" sz="1200" b="1" kern="1200"/>
            <a:t>Görüntüleme Ünitesi:</a:t>
          </a:r>
          <a:r>
            <a:rPr lang="tr-TR" sz="1200" kern="1200"/>
            <a:t> İşlenmiş işaretin anlamlı olabilmesi için ses veya görüntü şeklinde (örneğin grafik ekran) sunulduğu kısımdır.</a:t>
          </a:r>
          <a:endParaRPr lang="en-US" sz="1200" kern="1200"/>
        </a:p>
      </dsp:txBody>
      <dsp:txXfrm>
        <a:off x="816555" y="3536531"/>
        <a:ext cx="4822442" cy="706974"/>
      </dsp:txXfrm>
    </dsp:sp>
    <dsp:sp modelId="{D55FCEBC-A264-430E-AD35-D5712D5BB7C7}">
      <dsp:nvSpPr>
        <dsp:cNvPr id="0" name=""/>
        <dsp:cNvSpPr/>
      </dsp:nvSpPr>
      <dsp:spPr>
        <a:xfrm>
          <a:off x="0" y="4420249"/>
          <a:ext cx="5638998" cy="706974"/>
        </a:xfrm>
        <a:prstGeom prst="roundRect">
          <a:avLst>
            <a:gd name="adj" fmla="val 10000"/>
          </a:avLst>
        </a:prstGeom>
        <a:solidFill>
          <a:schemeClr val="accent3"/>
        </a:solidFill>
        <a:ln>
          <a:noFill/>
        </a:ln>
        <a:effectLst/>
      </dsp:spPr>
      <dsp:style>
        <a:lnRef idx="0">
          <a:scrgbClr r="0" g="0" b="0"/>
        </a:lnRef>
        <a:fillRef idx="1">
          <a:scrgbClr r="0" g="0" b="0"/>
        </a:fillRef>
        <a:effectRef idx="2">
          <a:scrgbClr r="0" g="0" b="0"/>
        </a:effectRef>
        <a:fontRef idx="minor"/>
      </dsp:style>
    </dsp:sp>
    <dsp:sp modelId="{936F3EEF-3538-4B22-A5F2-6EE09A6674B1}">
      <dsp:nvSpPr>
        <dsp:cNvPr id="0" name=""/>
        <dsp:cNvSpPr/>
      </dsp:nvSpPr>
      <dsp:spPr>
        <a:xfrm>
          <a:off x="213859" y="4579318"/>
          <a:ext cx="388835" cy="388835"/>
        </a:xfrm>
        <a:prstGeom prst="rect">
          <a:avLst/>
        </a:prstGeom>
        <a:blipFill>
          <a:blip xmlns:r="http://schemas.openxmlformats.org/officeDocument/2006/relationships"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a:blipFill>
        <a:ln>
          <a:noFill/>
        </a:ln>
        <a:effectLst/>
      </dsp:spPr>
      <dsp:style>
        <a:lnRef idx="0">
          <a:scrgbClr r="0" g="0" b="0"/>
        </a:lnRef>
        <a:fillRef idx="3">
          <a:scrgbClr r="0" g="0" b="0"/>
        </a:fillRef>
        <a:effectRef idx="2">
          <a:scrgbClr r="0" g="0" b="0"/>
        </a:effectRef>
        <a:fontRef idx="minor">
          <a:schemeClr val="lt1"/>
        </a:fontRef>
      </dsp:style>
    </dsp:sp>
    <dsp:sp modelId="{FFFE43AE-6A67-4761-B95F-E4182CDCFF4A}">
      <dsp:nvSpPr>
        <dsp:cNvPr id="0" name=""/>
        <dsp:cNvSpPr/>
      </dsp:nvSpPr>
      <dsp:spPr>
        <a:xfrm>
          <a:off x="816555" y="4420249"/>
          <a:ext cx="4822442" cy="70697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4821" tIns="74821" rIns="74821" bIns="74821" numCol="1" spcCol="1270" anchor="ctr" anchorCtr="0">
          <a:noAutofit/>
        </a:bodyPr>
        <a:lstStyle/>
        <a:p>
          <a:pPr marL="0" lvl="0" indent="0" algn="l" defTabSz="533400">
            <a:lnSpc>
              <a:spcPct val="100000"/>
            </a:lnSpc>
            <a:spcBef>
              <a:spcPct val="0"/>
            </a:spcBef>
            <a:spcAft>
              <a:spcPct val="35000"/>
            </a:spcAft>
            <a:buNone/>
          </a:pPr>
          <a:r>
            <a:rPr lang="tr-TR" sz="1200" b="1" kern="1200"/>
            <a:t>Kaydetme, Veri İşleme ve Gönderme:</a:t>
          </a:r>
          <a:r>
            <a:rPr lang="tr-TR" sz="1200" kern="1200"/>
            <a:t> Verilerin saklanmasını, analiz edilmesini veya başka bir merkeze iletilmesini sağlayan ünitedir. Bilgisayar destekli sistemlerde bu ünite hayati önem taşır.</a:t>
          </a:r>
          <a:endParaRPr lang="en-US" sz="1200" kern="1200"/>
        </a:p>
      </dsp:txBody>
      <dsp:txXfrm>
        <a:off x="816555" y="4420249"/>
        <a:ext cx="4822442" cy="706974"/>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E7A0832-32F3-42EE-BB8A-B84BFD53539E}">
      <dsp:nvSpPr>
        <dsp:cNvPr id="0" name=""/>
        <dsp:cNvSpPr/>
      </dsp:nvSpPr>
      <dsp:spPr>
        <a:xfrm>
          <a:off x="0" y="2800"/>
          <a:ext cx="9905999" cy="596541"/>
        </a:xfrm>
        <a:prstGeom prst="roundRect">
          <a:avLst>
            <a:gd name="adj" fmla="val 1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8F57F99C-40F7-4716-8D06-6D78AD40963F}">
      <dsp:nvSpPr>
        <dsp:cNvPr id="0" name=""/>
        <dsp:cNvSpPr/>
      </dsp:nvSpPr>
      <dsp:spPr>
        <a:xfrm>
          <a:off x="180453" y="137022"/>
          <a:ext cx="328097" cy="328097"/>
        </a:xfrm>
        <a:prstGeom prst="rect">
          <a:avLst/>
        </a:prstGeom>
        <a:blipFill>
          <a:blip xmlns:r="http://schemas.openxmlformats.org/officeDocument/2006/relationships" r:embed="rId1">
            <a:extLst>
              <a:ext uri="{96DAC541-7B7A-43D3-8B79-37D633B846F1}">
                <asvg:svgBlip xmlns:asvg="http://schemas.microsoft.com/office/drawing/2016/SVG/main" r:embed="rId2"/>
              </a:ext>
            </a:extLst>
          </a:blip>
          <a:srcRect/>
          <a:stretch>
            <a:fillRect/>
          </a:stretch>
        </a:blipFill>
        <a:ln w="1587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2D42B1B1-3501-43B2-AFC6-DAD28A956533}">
      <dsp:nvSpPr>
        <dsp:cNvPr id="0" name=""/>
        <dsp:cNvSpPr/>
      </dsp:nvSpPr>
      <dsp:spPr>
        <a:xfrm>
          <a:off x="689005" y="2800"/>
          <a:ext cx="9216993" cy="59654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3134" tIns="63134" rIns="63134" bIns="63134" numCol="1" spcCol="1270" anchor="ctr" anchorCtr="0">
          <a:noAutofit/>
        </a:bodyPr>
        <a:lstStyle/>
        <a:p>
          <a:pPr marL="0" lvl="0" indent="0" algn="l" defTabSz="755650">
            <a:lnSpc>
              <a:spcPct val="100000"/>
            </a:lnSpc>
            <a:spcBef>
              <a:spcPct val="0"/>
            </a:spcBef>
            <a:spcAft>
              <a:spcPct val="35000"/>
            </a:spcAft>
            <a:buNone/>
          </a:pPr>
          <a:r>
            <a:rPr lang="tr-TR" sz="1700" kern="1200" dirty="0"/>
            <a:t>Hücre düzeyinde iyonların (Sodyum, Potasyum, Klor) hücre zarından geçişiyle oluşan aksiyon potansiyellerinden kaynaklanır.</a:t>
          </a:r>
          <a:endParaRPr lang="en-US" sz="1700" kern="1200" dirty="0"/>
        </a:p>
      </dsp:txBody>
      <dsp:txXfrm>
        <a:off x="689005" y="2800"/>
        <a:ext cx="9216993" cy="596541"/>
      </dsp:txXfrm>
    </dsp:sp>
    <dsp:sp modelId="{60F4EEAC-F685-4A2B-BB31-B5D795145ED7}">
      <dsp:nvSpPr>
        <dsp:cNvPr id="0" name=""/>
        <dsp:cNvSpPr/>
      </dsp:nvSpPr>
      <dsp:spPr>
        <a:xfrm>
          <a:off x="0" y="748477"/>
          <a:ext cx="9905999" cy="596541"/>
        </a:xfrm>
        <a:prstGeom prst="roundRect">
          <a:avLst>
            <a:gd name="adj" fmla="val 1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87F1BC58-7677-4FD5-8D4C-B74AFBDC0B2E}">
      <dsp:nvSpPr>
        <dsp:cNvPr id="0" name=""/>
        <dsp:cNvSpPr/>
      </dsp:nvSpPr>
      <dsp:spPr>
        <a:xfrm>
          <a:off x="180453" y="882699"/>
          <a:ext cx="328097" cy="328097"/>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587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02D93EC5-BF8F-4BD7-863E-CCCD14C5DD2B}">
      <dsp:nvSpPr>
        <dsp:cNvPr id="0" name=""/>
        <dsp:cNvSpPr/>
      </dsp:nvSpPr>
      <dsp:spPr>
        <a:xfrm>
          <a:off x="689005" y="748477"/>
          <a:ext cx="9216993" cy="59654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3134" tIns="63134" rIns="63134" bIns="63134" numCol="1" spcCol="1270" anchor="ctr" anchorCtr="0">
          <a:noAutofit/>
        </a:bodyPr>
        <a:lstStyle/>
        <a:p>
          <a:pPr marL="0" lvl="0" indent="0" algn="l" defTabSz="755650">
            <a:lnSpc>
              <a:spcPct val="100000"/>
            </a:lnSpc>
            <a:spcBef>
              <a:spcPct val="0"/>
            </a:spcBef>
            <a:spcAft>
              <a:spcPct val="35000"/>
            </a:spcAft>
            <a:buNone/>
          </a:pPr>
          <a:r>
            <a:rPr lang="tr-TR" sz="1700" b="1" kern="1200"/>
            <a:t>EKG (Elektrokardiyogram):</a:t>
          </a:r>
          <a:r>
            <a:rPr lang="tr-TR" sz="1700" kern="1200"/>
            <a:t> Kalbin elektriksel aktivitesi.</a:t>
          </a:r>
          <a:endParaRPr lang="en-US" sz="1700" kern="1200"/>
        </a:p>
      </dsp:txBody>
      <dsp:txXfrm>
        <a:off x="689005" y="748477"/>
        <a:ext cx="9216993" cy="596541"/>
      </dsp:txXfrm>
    </dsp:sp>
    <dsp:sp modelId="{5C8A6974-49A4-436C-96F9-B491B9B45CBE}">
      <dsp:nvSpPr>
        <dsp:cNvPr id="0" name=""/>
        <dsp:cNvSpPr/>
      </dsp:nvSpPr>
      <dsp:spPr>
        <a:xfrm>
          <a:off x="0" y="1494154"/>
          <a:ext cx="9905999" cy="596541"/>
        </a:xfrm>
        <a:prstGeom prst="roundRect">
          <a:avLst>
            <a:gd name="adj" fmla="val 1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25EFF61-DAE8-46A7-B408-27C08A198C1B}">
      <dsp:nvSpPr>
        <dsp:cNvPr id="0" name=""/>
        <dsp:cNvSpPr/>
      </dsp:nvSpPr>
      <dsp:spPr>
        <a:xfrm>
          <a:off x="180453" y="1628376"/>
          <a:ext cx="328097" cy="328097"/>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587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DFE221DC-6CD8-4546-9C5D-AA7E307905BE}">
      <dsp:nvSpPr>
        <dsp:cNvPr id="0" name=""/>
        <dsp:cNvSpPr/>
      </dsp:nvSpPr>
      <dsp:spPr>
        <a:xfrm>
          <a:off x="689005" y="1494154"/>
          <a:ext cx="9216993" cy="59654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3134" tIns="63134" rIns="63134" bIns="63134" numCol="1" spcCol="1270" anchor="ctr" anchorCtr="0">
          <a:noAutofit/>
        </a:bodyPr>
        <a:lstStyle/>
        <a:p>
          <a:pPr marL="0" lvl="0" indent="0" algn="l" defTabSz="755650">
            <a:lnSpc>
              <a:spcPct val="100000"/>
            </a:lnSpc>
            <a:spcBef>
              <a:spcPct val="0"/>
            </a:spcBef>
            <a:spcAft>
              <a:spcPct val="35000"/>
            </a:spcAft>
            <a:buNone/>
          </a:pPr>
          <a:r>
            <a:rPr lang="tr-TR" sz="1700" b="1" kern="1200"/>
            <a:t>EEG (Elektroensefalogram):</a:t>
          </a:r>
          <a:r>
            <a:rPr lang="tr-TR" sz="1700" kern="1200"/>
            <a:t> Beynin elektriksel aktivitesi.</a:t>
          </a:r>
          <a:endParaRPr lang="en-US" sz="1700" kern="1200"/>
        </a:p>
      </dsp:txBody>
      <dsp:txXfrm>
        <a:off x="689005" y="1494154"/>
        <a:ext cx="9216993" cy="596541"/>
      </dsp:txXfrm>
    </dsp:sp>
    <dsp:sp modelId="{71607330-69FF-4C25-A629-D6BFAD02DB33}">
      <dsp:nvSpPr>
        <dsp:cNvPr id="0" name=""/>
        <dsp:cNvSpPr/>
      </dsp:nvSpPr>
      <dsp:spPr>
        <a:xfrm>
          <a:off x="0" y="2239831"/>
          <a:ext cx="9905999" cy="596541"/>
        </a:xfrm>
        <a:prstGeom prst="roundRect">
          <a:avLst>
            <a:gd name="adj" fmla="val 1000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E27AFAC4-A261-4208-ABA0-9DE1D37D459C}">
      <dsp:nvSpPr>
        <dsp:cNvPr id="0" name=""/>
        <dsp:cNvSpPr/>
      </dsp:nvSpPr>
      <dsp:spPr>
        <a:xfrm>
          <a:off x="180453" y="2374052"/>
          <a:ext cx="328097" cy="328097"/>
        </a:xfrm>
        <a:prstGeom prst="rect">
          <a:avLst/>
        </a:prstGeom>
        <a:blipFill>
          <a:blip xmlns:r="http://schemas.openxmlformats.org/officeDocument/2006/relationships" r:embed="rId7">
            <a:extLst>
              <a:ext uri="{96DAC541-7B7A-43D3-8B79-37D633B846F1}">
                <asvg:svgBlip xmlns:asvg="http://schemas.microsoft.com/office/drawing/2016/SVG/main" r:embed="rId8"/>
              </a:ext>
            </a:extLst>
          </a:blip>
          <a:srcRect/>
          <a:stretch>
            <a:fillRect/>
          </a:stretch>
        </a:blipFill>
        <a:ln w="1587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EAA52EA7-062C-4DAE-9B37-B76DF271596D}">
      <dsp:nvSpPr>
        <dsp:cNvPr id="0" name=""/>
        <dsp:cNvSpPr/>
      </dsp:nvSpPr>
      <dsp:spPr>
        <a:xfrm>
          <a:off x="689005" y="2239831"/>
          <a:ext cx="9216993" cy="59654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3134" tIns="63134" rIns="63134" bIns="63134" numCol="1" spcCol="1270" anchor="ctr" anchorCtr="0">
          <a:noAutofit/>
        </a:bodyPr>
        <a:lstStyle/>
        <a:p>
          <a:pPr marL="0" lvl="0" indent="0" algn="l" defTabSz="755650">
            <a:lnSpc>
              <a:spcPct val="100000"/>
            </a:lnSpc>
            <a:spcBef>
              <a:spcPct val="0"/>
            </a:spcBef>
            <a:spcAft>
              <a:spcPct val="35000"/>
            </a:spcAft>
            <a:buNone/>
          </a:pPr>
          <a:r>
            <a:rPr lang="tr-TR" sz="1700" b="1" kern="1200"/>
            <a:t>EMG (Elektromiyogram):</a:t>
          </a:r>
          <a:r>
            <a:rPr lang="tr-TR" sz="1700" kern="1200"/>
            <a:t> Kasların elektriksel aktivitesi.</a:t>
          </a:r>
          <a:endParaRPr lang="en-US" sz="1700" kern="1200"/>
        </a:p>
      </dsp:txBody>
      <dsp:txXfrm>
        <a:off x="689005" y="2239831"/>
        <a:ext cx="9216993" cy="596541"/>
      </dsp:txXfrm>
    </dsp:sp>
    <dsp:sp modelId="{34FFFE4D-1BB0-4E99-BFA2-E57C9B2D0F6C}">
      <dsp:nvSpPr>
        <dsp:cNvPr id="0" name=""/>
        <dsp:cNvSpPr/>
      </dsp:nvSpPr>
      <dsp:spPr>
        <a:xfrm>
          <a:off x="0" y="2985507"/>
          <a:ext cx="9905999" cy="596541"/>
        </a:xfrm>
        <a:prstGeom prst="roundRect">
          <a:avLst>
            <a:gd name="adj" fmla="val 10000"/>
          </a:avLst>
        </a:prstGeom>
        <a:solidFill>
          <a:schemeClr val="accent6">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554F1D7D-C3B4-4B54-89F8-8E2E6E4C424D}">
      <dsp:nvSpPr>
        <dsp:cNvPr id="0" name=""/>
        <dsp:cNvSpPr/>
      </dsp:nvSpPr>
      <dsp:spPr>
        <a:xfrm>
          <a:off x="180453" y="3119729"/>
          <a:ext cx="328097" cy="328097"/>
        </a:xfrm>
        <a:prstGeom prst="rect">
          <a:avLst/>
        </a:prstGeom>
        <a:blipFill>
          <a:blip xmlns:r="http://schemas.openxmlformats.org/officeDocument/2006/relationships" r:embed="rId9">
            <a:extLst>
              <a:ext uri="{96DAC541-7B7A-43D3-8B79-37D633B846F1}">
                <asvg:svgBlip xmlns:asvg="http://schemas.microsoft.com/office/drawing/2016/SVG/main" r:embed="rId10"/>
              </a:ext>
            </a:extLst>
          </a:blip>
          <a:srcRect/>
          <a:stretch>
            <a:fillRect/>
          </a:stretch>
        </a:blipFill>
        <a:ln w="1587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D3993823-6A48-45CA-A544-61FEDAE3E0D3}">
      <dsp:nvSpPr>
        <dsp:cNvPr id="0" name=""/>
        <dsp:cNvSpPr/>
      </dsp:nvSpPr>
      <dsp:spPr>
        <a:xfrm>
          <a:off x="689005" y="2985507"/>
          <a:ext cx="9216993" cy="59654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3134" tIns="63134" rIns="63134" bIns="63134" numCol="1" spcCol="1270" anchor="ctr" anchorCtr="0">
          <a:noAutofit/>
        </a:bodyPr>
        <a:lstStyle/>
        <a:p>
          <a:pPr marL="0" lvl="0" indent="0" algn="l" defTabSz="755650">
            <a:lnSpc>
              <a:spcPct val="100000"/>
            </a:lnSpc>
            <a:spcBef>
              <a:spcPct val="0"/>
            </a:spcBef>
            <a:spcAft>
              <a:spcPct val="35000"/>
            </a:spcAft>
            <a:buNone/>
          </a:pPr>
          <a:r>
            <a:rPr lang="tr-TR" sz="1700" b="1" kern="1200" dirty="0"/>
            <a:t>ENG (</a:t>
          </a:r>
          <a:r>
            <a:rPr lang="tr-TR" sz="1700" b="1" kern="1200" dirty="0" err="1"/>
            <a:t>Elektronörogram</a:t>
          </a:r>
          <a:r>
            <a:rPr lang="tr-TR" sz="1700" b="1" kern="1200" dirty="0"/>
            <a:t>):</a:t>
          </a:r>
          <a:r>
            <a:rPr lang="tr-TR" sz="1700" kern="1200" dirty="0"/>
            <a:t> Sinir iletiminin elektriksel aktivitesi.</a:t>
          </a:r>
          <a:endParaRPr lang="en-US" sz="1700" kern="1200" dirty="0"/>
        </a:p>
      </dsp:txBody>
      <dsp:txXfrm>
        <a:off x="689005" y="2985507"/>
        <a:ext cx="9216993" cy="596541"/>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F398252-E0DE-417A-ACAD-622DA69BC23F}">
      <dsp:nvSpPr>
        <dsp:cNvPr id="0" name=""/>
        <dsp:cNvSpPr/>
      </dsp:nvSpPr>
      <dsp:spPr>
        <a:xfrm>
          <a:off x="0" y="1487"/>
          <a:ext cx="9905999" cy="754078"/>
        </a:xfrm>
        <a:prstGeom prst="roundRect">
          <a:avLst>
            <a:gd name="adj" fmla="val 1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C10AFB9-4661-4F14-AE70-C3F9A24E08C4}">
      <dsp:nvSpPr>
        <dsp:cNvPr id="0" name=""/>
        <dsp:cNvSpPr/>
      </dsp:nvSpPr>
      <dsp:spPr>
        <a:xfrm>
          <a:off x="228108" y="171155"/>
          <a:ext cx="414743" cy="414743"/>
        </a:xfrm>
        <a:prstGeom prst="rect">
          <a:avLst/>
        </a:prstGeom>
        <a:blipFill>
          <a:blip xmlns:r="http://schemas.openxmlformats.org/officeDocument/2006/relationships" r:embed="rId1">
            <a:extLst>
              <a:ext uri="{96DAC541-7B7A-43D3-8B79-37D633B846F1}">
                <asvg:svgBlip xmlns:asvg="http://schemas.microsoft.com/office/drawing/2016/SVG/main" r:embed="rId2"/>
              </a:ext>
            </a:extLst>
          </a:blip>
          <a:srcRect/>
          <a:stretch>
            <a:fillRect/>
          </a:stretch>
        </a:blipFill>
        <a:ln w="1587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CB8B47B1-62B8-483C-AD18-CD2869E1660E}">
      <dsp:nvSpPr>
        <dsp:cNvPr id="0" name=""/>
        <dsp:cNvSpPr/>
      </dsp:nvSpPr>
      <dsp:spPr>
        <a:xfrm>
          <a:off x="870961" y="1487"/>
          <a:ext cx="9035037" cy="75407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9807" tIns="79807" rIns="79807" bIns="79807" numCol="1" spcCol="1270" anchor="ctr" anchorCtr="0">
          <a:noAutofit/>
        </a:bodyPr>
        <a:lstStyle/>
        <a:p>
          <a:pPr marL="0" lvl="0" indent="0" algn="l" defTabSz="977900">
            <a:lnSpc>
              <a:spcPct val="90000"/>
            </a:lnSpc>
            <a:spcBef>
              <a:spcPct val="0"/>
            </a:spcBef>
            <a:spcAft>
              <a:spcPct val="35000"/>
            </a:spcAft>
            <a:buNone/>
          </a:pPr>
          <a:r>
            <a:rPr lang="tr-TR" sz="2200" kern="1200"/>
            <a:t>Vücuttaki mekanik hareketlerden kaynaklanan işaretlerdir. Genellikle bir dönüştürücü (transducer) aracılığıyla elektriksel sinyale çevrilirler.</a:t>
          </a:r>
          <a:endParaRPr lang="en-US" sz="2200" kern="1200"/>
        </a:p>
      </dsp:txBody>
      <dsp:txXfrm>
        <a:off x="870961" y="1487"/>
        <a:ext cx="9035037" cy="754078"/>
      </dsp:txXfrm>
    </dsp:sp>
    <dsp:sp modelId="{914E20FA-349B-43AF-853C-4C03016C0D6D}">
      <dsp:nvSpPr>
        <dsp:cNvPr id="0" name=""/>
        <dsp:cNvSpPr/>
      </dsp:nvSpPr>
      <dsp:spPr>
        <a:xfrm>
          <a:off x="0" y="944086"/>
          <a:ext cx="9905999" cy="754078"/>
        </a:xfrm>
        <a:prstGeom prst="roundRect">
          <a:avLst>
            <a:gd name="adj" fmla="val 1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7F78B1E-5094-4AB5-AEF0-09034DF81ED7}">
      <dsp:nvSpPr>
        <dsp:cNvPr id="0" name=""/>
        <dsp:cNvSpPr/>
      </dsp:nvSpPr>
      <dsp:spPr>
        <a:xfrm>
          <a:off x="228108" y="1113754"/>
          <a:ext cx="414743" cy="414743"/>
        </a:xfrm>
        <a:prstGeom prst="rect">
          <a:avLst/>
        </a:prstGeom>
        <a:blipFill>
          <a:blip xmlns:r="http://schemas.openxmlformats.org/officeDocument/2006/relationships" r:embed="rId3">
            <a:extLst>
              <a:ext uri="{96DAC541-7B7A-43D3-8B79-37D633B846F1}">
                <asvg:svgBlip xmlns:asvg="http://schemas.microsoft.com/office/drawing/2016/SVG/main" r:embed="rId4"/>
              </a:ext>
            </a:extLst>
          </a:blip>
          <a:srcRect/>
          <a:stretch>
            <a:fillRect/>
          </a:stretch>
        </a:blipFill>
        <a:ln w="1587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7ACDAD2D-E107-40CF-B3FA-B167C1D7B90D}">
      <dsp:nvSpPr>
        <dsp:cNvPr id="0" name=""/>
        <dsp:cNvSpPr/>
      </dsp:nvSpPr>
      <dsp:spPr>
        <a:xfrm>
          <a:off x="870961" y="944086"/>
          <a:ext cx="9035037" cy="75407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9807" tIns="79807" rIns="79807" bIns="79807" numCol="1" spcCol="1270" anchor="ctr" anchorCtr="0">
          <a:noAutofit/>
        </a:bodyPr>
        <a:lstStyle/>
        <a:p>
          <a:pPr marL="0" lvl="0" indent="0" algn="l" defTabSz="977900">
            <a:lnSpc>
              <a:spcPct val="90000"/>
            </a:lnSpc>
            <a:spcBef>
              <a:spcPct val="0"/>
            </a:spcBef>
            <a:spcAft>
              <a:spcPct val="35000"/>
            </a:spcAft>
            <a:buNone/>
          </a:pPr>
          <a:r>
            <a:rPr lang="tr-TR" sz="2200" b="1" kern="1200" dirty="0"/>
            <a:t>Kan Basıncı:</a:t>
          </a:r>
          <a:r>
            <a:rPr lang="tr-TR" sz="2200" kern="1200" dirty="0"/>
            <a:t> Arteriyel duvarlardaki basınç değişimleri.</a:t>
          </a:r>
          <a:endParaRPr lang="en-US" sz="2200" kern="1200" dirty="0"/>
        </a:p>
      </dsp:txBody>
      <dsp:txXfrm>
        <a:off x="870961" y="944086"/>
        <a:ext cx="9035037" cy="754078"/>
      </dsp:txXfrm>
    </dsp:sp>
    <dsp:sp modelId="{4DB74620-A394-4C9D-9882-504F15C83FE4}">
      <dsp:nvSpPr>
        <dsp:cNvPr id="0" name=""/>
        <dsp:cNvSpPr/>
      </dsp:nvSpPr>
      <dsp:spPr>
        <a:xfrm>
          <a:off x="0" y="1886684"/>
          <a:ext cx="9905999" cy="754078"/>
        </a:xfrm>
        <a:prstGeom prst="roundRect">
          <a:avLst>
            <a:gd name="adj" fmla="val 1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46F6C90-879D-4375-8C32-D7D9F89F40F7}">
      <dsp:nvSpPr>
        <dsp:cNvPr id="0" name=""/>
        <dsp:cNvSpPr/>
      </dsp:nvSpPr>
      <dsp:spPr>
        <a:xfrm>
          <a:off x="228108" y="2056352"/>
          <a:ext cx="414743" cy="414743"/>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587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68919A19-7291-4B33-B7F3-6074AF5888C6}">
      <dsp:nvSpPr>
        <dsp:cNvPr id="0" name=""/>
        <dsp:cNvSpPr/>
      </dsp:nvSpPr>
      <dsp:spPr>
        <a:xfrm>
          <a:off x="870961" y="1886684"/>
          <a:ext cx="9035037" cy="75407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9807" tIns="79807" rIns="79807" bIns="79807" numCol="1" spcCol="1270" anchor="ctr" anchorCtr="0">
          <a:noAutofit/>
        </a:bodyPr>
        <a:lstStyle/>
        <a:p>
          <a:pPr marL="0" lvl="0" indent="0" algn="l" defTabSz="977900">
            <a:lnSpc>
              <a:spcPct val="90000"/>
            </a:lnSpc>
            <a:spcBef>
              <a:spcPct val="0"/>
            </a:spcBef>
            <a:spcAft>
              <a:spcPct val="35000"/>
            </a:spcAft>
            <a:buNone/>
          </a:pPr>
          <a:r>
            <a:rPr lang="tr-TR" sz="2200" b="1" kern="1200"/>
            <a:t>Solunum Hacmi:</a:t>
          </a:r>
          <a:r>
            <a:rPr lang="tr-TR" sz="2200" kern="1200"/>
            <a:t> Akciğerlerin mekanik genişlemesi ve daralması.</a:t>
          </a:r>
          <a:endParaRPr lang="en-US" sz="2200" kern="1200"/>
        </a:p>
      </dsp:txBody>
      <dsp:txXfrm>
        <a:off x="870961" y="1886684"/>
        <a:ext cx="9035037" cy="754078"/>
      </dsp:txXfrm>
    </dsp:sp>
    <dsp:sp modelId="{61E78873-9F64-4EA0-95AD-C6F253D19F96}">
      <dsp:nvSpPr>
        <dsp:cNvPr id="0" name=""/>
        <dsp:cNvSpPr/>
      </dsp:nvSpPr>
      <dsp:spPr>
        <a:xfrm>
          <a:off x="0" y="2829283"/>
          <a:ext cx="9905999" cy="754078"/>
        </a:xfrm>
        <a:prstGeom prst="roundRect">
          <a:avLst>
            <a:gd name="adj" fmla="val 1000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AA5FA3E-A8AA-40C3-8058-5DC4F905C647}">
      <dsp:nvSpPr>
        <dsp:cNvPr id="0" name=""/>
        <dsp:cNvSpPr/>
      </dsp:nvSpPr>
      <dsp:spPr>
        <a:xfrm>
          <a:off x="228108" y="2998951"/>
          <a:ext cx="414743" cy="414743"/>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587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6B93C4D9-D8C8-4FA6-A1D2-8B0534D9B4CF}">
      <dsp:nvSpPr>
        <dsp:cNvPr id="0" name=""/>
        <dsp:cNvSpPr/>
      </dsp:nvSpPr>
      <dsp:spPr>
        <a:xfrm>
          <a:off x="870961" y="2829283"/>
          <a:ext cx="9035037" cy="75407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9807" tIns="79807" rIns="79807" bIns="79807" numCol="1" spcCol="1270" anchor="ctr" anchorCtr="0">
          <a:noAutofit/>
        </a:bodyPr>
        <a:lstStyle/>
        <a:p>
          <a:pPr marL="0" lvl="0" indent="0" algn="l" defTabSz="977900">
            <a:lnSpc>
              <a:spcPct val="90000"/>
            </a:lnSpc>
            <a:spcBef>
              <a:spcPct val="0"/>
            </a:spcBef>
            <a:spcAft>
              <a:spcPct val="35000"/>
            </a:spcAft>
            <a:buNone/>
          </a:pPr>
          <a:r>
            <a:rPr lang="tr-TR" sz="2200" b="1" kern="1200"/>
            <a:t>Kas Kuvveti:</a:t>
          </a:r>
          <a:r>
            <a:rPr lang="tr-TR" sz="2200" kern="1200"/>
            <a:t> Kasın kasılma sırasında uyguladığı fiziksel güç.</a:t>
          </a:r>
          <a:endParaRPr lang="en-US" sz="2200" kern="1200"/>
        </a:p>
      </dsp:txBody>
      <dsp:txXfrm>
        <a:off x="870961" y="2829283"/>
        <a:ext cx="9035037" cy="754078"/>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F398252-E0DE-417A-ACAD-622DA69BC23F}">
      <dsp:nvSpPr>
        <dsp:cNvPr id="0" name=""/>
        <dsp:cNvSpPr/>
      </dsp:nvSpPr>
      <dsp:spPr>
        <a:xfrm>
          <a:off x="0" y="1487"/>
          <a:ext cx="9905999" cy="754078"/>
        </a:xfrm>
        <a:prstGeom prst="roundRect">
          <a:avLst>
            <a:gd name="adj" fmla="val 1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C10AFB9-4661-4F14-AE70-C3F9A24E08C4}">
      <dsp:nvSpPr>
        <dsp:cNvPr id="0" name=""/>
        <dsp:cNvSpPr/>
      </dsp:nvSpPr>
      <dsp:spPr>
        <a:xfrm>
          <a:off x="228108" y="171155"/>
          <a:ext cx="414743" cy="414743"/>
        </a:xfrm>
        <a:prstGeom prst="rect">
          <a:avLst/>
        </a:prstGeom>
        <a:blipFill>
          <a:blip xmlns:r="http://schemas.openxmlformats.org/officeDocument/2006/relationships" r:embed="rId1">
            <a:extLst>
              <a:ext uri="{96DAC541-7B7A-43D3-8B79-37D633B846F1}">
                <asvg:svgBlip xmlns:asvg="http://schemas.microsoft.com/office/drawing/2016/SVG/main" r:embed="rId2"/>
              </a:ext>
            </a:extLst>
          </a:blip>
          <a:srcRect/>
          <a:stretch>
            <a:fillRect/>
          </a:stretch>
        </a:blipFill>
        <a:ln w="1587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CB8B47B1-62B8-483C-AD18-CD2869E1660E}">
      <dsp:nvSpPr>
        <dsp:cNvPr id="0" name=""/>
        <dsp:cNvSpPr/>
      </dsp:nvSpPr>
      <dsp:spPr>
        <a:xfrm>
          <a:off x="870961" y="1487"/>
          <a:ext cx="9035037" cy="75407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9807" tIns="79807" rIns="79807" bIns="79807" numCol="1" spcCol="1270" anchor="ctr" anchorCtr="0">
          <a:noAutofit/>
        </a:bodyPr>
        <a:lstStyle/>
        <a:p>
          <a:pPr marL="0" lvl="0" indent="0" algn="l" defTabSz="933450">
            <a:lnSpc>
              <a:spcPct val="100000"/>
            </a:lnSpc>
            <a:spcBef>
              <a:spcPct val="0"/>
            </a:spcBef>
            <a:spcAft>
              <a:spcPct val="35000"/>
            </a:spcAft>
            <a:buNone/>
          </a:pPr>
          <a:r>
            <a:rPr lang="tr-TR" sz="2100" kern="1200"/>
            <a:t>Vücut sıvılarındaki (kan, idrar, hücre içi sıvı) kimyasal maddelerin konsantrasyonu ile ilgilidir.</a:t>
          </a:r>
          <a:endParaRPr lang="en-US" sz="2100" kern="1200" dirty="0"/>
        </a:p>
      </dsp:txBody>
      <dsp:txXfrm>
        <a:off x="870961" y="1487"/>
        <a:ext cx="9035037" cy="754078"/>
      </dsp:txXfrm>
    </dsp:sp>
    <dsp:sp modelId="{DCC46F89-E21B-4BE8-BF88-C7D715FF8AC4}">
      <dsp:nvSpPr>
        <dsp:cNvPr id="0" name=""/>
        <dsp:cNvSpPr/>
      </dsp:nvSpPr>
      <dsp:spPr>
        <a:xfrm>
          <a:off x="0" y="944086"/>
          <a:ext cx="9905999" cy="754078"/>
        </a:xfrm>
        <a:prstGeom prst="roundRect">
          <a:avLst>
            <a:gd name="adj" fmla="val 1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C27D20CE-1445-4411-BA5A-4901AFC261EF}">
      <dsp:nvSpPr>
        <dsp:cNvPr id="0" name=""/>
        <dsp:cNvSpPr/>
      </dsp:nvSpPr>
      <dsp:spPr>
        <a:xfrm>
          <a:off x="228108" y="1113754"/>
          <a:ext cx="414743" cy="414743"/>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5875" cap="flat" cmpd="sng" algn="ctr">
          <a:solidFill>
            <a:schemeClr val="lt1">
              <a:alpha val="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3D283E77-D127-4592-B252-616EFEE1D4D7}">
      <dsp:nvSpPr>
        <dsp:cNvPr id="0" name=""/>
        <dsp:cNvSpPr/>
      </dsp:nvSpPr>
      <dsp:spPr>
        <a:xfrm>
          <a:off x="870961" y="944086"/>
          <a:ext cx="9035037" cy="75407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9807" tIns="79807" rIns="79807" bIns="79807" numCol="1" spcCol="1270" anchor="ctr" anchorCtr="0">
          <a:noAutofit/>
        </a:bodyPr>
        <a:lstStyle/>
        <a:p>
          <a:pPr marL="0" lvl="0" indent="0" algn="l" defTabSz="933450">
            <a:lnSpc>
              <a:spcPct val="100000"/>
            </a:lnSpc>
            <a:spcBef>
              <a:spcPct val="0"/>
            </a:spcBef>
            <a:spcAft>
              <a:spcPct val="35000"/>
            </a:spcAft>
            <a:buNone/>
          </a:pPr>
          <a:r>
            <a:rPr lang="tr-TR" sz="2100" b="1" kern="1200" dirty="0"/>
            <a:t>Glikoz Seviyesi: </a:t>
          </a:r>
          <a:r>
            <a:rPr lang="tr-TR" sz="2100" b="0" kern="1200" dirty="0"/>
            <a:t>Kandaki şeker seviyesi</a:t>
          </a:r>
          <a:endParaRPr lang="en-US" sz="2100" b="1" kern="1200" dirty="0"/>
        </a:p>
      </dsp:txBody>
      <dsp:txXfrm>
        <a:off x="870961" y="944086"/>
        <a:ext cx="9035037" cy="754078"/>
      </dsp:txXfrm>
    </dsp:sp>
    <dsp:sp modelId="{FBD291A7-3CA4-4B2C-82BD-F0C17B45DE32}">
      <dsp:nvSpPr>
        <dsp:cNvPr id="0" name=""/>
        <dsp:cNvSpPr/>
      </dsp:nvSpPr>
      <dsp:spPr>
        <a:xfrm>
          <a:off x="0" y="1886684"/>
          <a:ext cx="9905999" cy="754078"/>
        </a:xfrm>
        <a:prstGeom prst="roundRect">
          <a:avLst>
            <a:gd name="adj" fmla="val 1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7357D21E-D5E4-4BA9-9196-0E52629E59BA}">
      <dsp:nvSpPr>
        <dsp:cNvPr id="0" name=""/>
        <dsp:cNvSpPr/>
      </dsp:nvSpPr>
      <dsp:spPr>
        <a:xfrm>
          <a:off x="228108" y="2056352"/>
          <a:ext cx="414743" cy="414743"/>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5875" cap="flat" cmpd="sng" algn="ctr">
          <a:solidFill>
            <a:schemeClr val="lt1">
              <a:alpha val="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BC0A7FE6-93C4-444C-9FE9-D03DC229A4CA}">
      <dsp:nvSpPr>
        <dsp:cNvPr id="0" name=""/>
        <dsp:cNvSpPr/>
      </dsp:nvSpPr>
      <dsp:spPr>
        <a:xfrm>
          <a:off x="870961" y="1886684"/>
          <a:ext cx="9035037" cy="75407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9807" tIns="79807" rIns="79807" bIns="79807" numCol="1" spcCol="1270" anchor="ctr" anchorCtr="0">
          <a:noAutofit/>
        </a:bodyPr>
        <a:lstStyle/>
        <a:p>
          <a:pPr marL="0" lvl="0" indent="0" algn="l" defTabSz="933450">
            <a:lnSpc>
              <a:spcPct val="100000"/>
            </a:lnSpc>
            <a:spcBef>
              <a:spcPct val="0"/>
            </a:spcBef>
            <a:spcAft>
              <a:spcPct val="35000"/>
            </a:spcAft>
            <a:buNone/>
          </a:pPr>
          <a:r>
            <a:rPr lang="tr-TR" sz="2100" b="1" kern="1200" dirty="0"/>
            <a:t>pH Değeri: </a:t>
          </a:r>
          <a:r>
            <a:rPr lang="tr-TR" sz="2100" b="0" kern="1200" dirty="0"/>
            <a:t>Kan asiditesi</a:t>
          </a:r>
          <a:r>
            <a:rPr lang="tr-TR" sz="2100" b="1" kern="1200" dirty="0"/>
            <a:t> </a:t>
          </a:r>
          <a:endParaRPr lang="en-US" sz="2100" b="1" kern="1200" dirty="0"/>
        </a:p>
      </dsp:txBody>
      <dsp:txXfrm>
        <a:off x="870961" y="1886684"/>
        <a:ext cx="9035037" cy="754078"/>
      </dsp:txXfrm>
    </dsp:sp>
    <dsp:sp modelId="{D03ABB8D-6F47-4D96-86EA-1D113EB3C546}">
      <dsp:nvSpPr>
        <dsp:cNvPr id="0" name=""/>
        <dsp:cNvSpPr/>
      </dsp:nvSpPr>
      <dsp:spPr>
        <a:xfrm>
          <a:off x="0" y="2829283"/>
          <a:ext cx="9905999" cy="754078"/>
        </a:xfrm>
        <a:prstGeom prst="roundRect">
          <a:avLst>
            <a:gd name="adj" fmla="val 1000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DF2B18E-602C-4771-B2B9-32FB460F63E4}">
      <dsp:nvSpPr>
        <dsp:cNvPr id="0" name=""/>
        <dsp:cNvSpPr/>
      </dsp:nvSpPr>
      <dsp:spPr>
        <a:xfrm>
          <a:off x="228108" y="2998951"/>
          <a:ext cx="414743" cy="414743"/>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5875" cap="flat" cmpd="sng" algn="ctr">
          <a:solidFill>
            <a:schemeClr val="lt1">
              <a:alpha val="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39D9DBB1-50D1-4958-A561-531D097A550F}">
      <dsp:nvSpPr>
        <dsp:cNvPr id="0" name=""/>
        <dsp:cNvSpPr/>
      </dsp:nvSpPr>
      <dsp:spPr>
        <a:xfrm>
          <a:off x="870961" y="2829283"/>
          <a:ext cx="9035037" cy="75407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9807" tIns="79807" rIns="79807" bIns="79807" numCol="1" spcCol="1270" anchor="ctr" anchorCtr="0">
          <a:noAutofit/>
        </a:bodyPr>
        <a:lstStyle/>
        <a:p>
          <a:pPr marL="0" lvl="0" indent="0" algn="l" defTabSz="933450">
            <a:lnSpc>
              <a:spcPct val="100000"/>
            </a:lnSpc>
            <a:spcBef>
              <a:spcPct val="0"/>
            </a:spcBef>
            <a:spcAft>
              <a:spcPct val="35000"/>
            </a:spcAft>
            <a:buNone/>
          </a:pPr>
          <a:r>
            <a:rPr lang="tr-TR" sz="2100" kern="1200" dirty="0"/>
            <a:t>Kandaki gaz oranları</a:t>
          </a:r>
          <a:endParaRPr lang="en-US" sz="2100" kern="1200" dirty="0"/>
        </a:p>
      </dsp:txBody>
      <dsp:txXfrm>
        <a:off x="870961" y="2829283"/>
        <a:ext cx="9035037" cy="754078"/>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F398252-E0DE-417A-ACAD-622DA69BC23F}">
      <dsp:nvSpPr>
        <dsp:cNvPr id="0" name=""/>
        <dsp:cNvSpPr/>
      </dsp:nvSpPr>
      <dsp:spPr>
        <a:xfrm>
          <a:off x="0" y="437"/>
          <a:ext cx="9905999" cy="1023992"/>
        </a:xfrm>
        <a:prstGeom prst="roundRect">
          <a:avLst>
            <a:gd name="adj" fmla="val 1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C10AFB9-4661-4F14-AE70-C3F9A24E08C4}">
      <dsp:nvSpPr>
        <dsp:cNvPr id="0" name=""/>
        <dsp:cNvSpPr/>
      </dsp:nvSpPr>
      <dsp:spPr>
        <a:xfrm>
          <a:off x="309757" y="230835"/>
          <a:ext cx="563196" cy="563196"/>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587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CB8B47B1-62B8-483C-AD18-CD2869E1660E}">
      <dsp:nvSpPr>
        <dsp:cNvPr id="0" name=""/>
        <dsp:cNvSpPr/>
      </dsp:nvSpPr>
      <dsp:spPr>
        <a:xfrm>
          <a:off x="1182711" y="437"/>
          <a:ext cx="8723287" cy="102399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8373" tIns="108373" rIns="108373" bIns="108373" numCol="1" spcCol="1270" anchor="ctr" anchorCtr="0">
          <a:noAutofit/>
        </a:bodyPr>
        <a:lstStyle/>
        <a:p>
          <a:pPr marL="0" lvl="0" indent="0" algn="l" defTabSz="1111250">
            <a:lnSpc>
              <a:spcPct val="100000"/>
            </a:lnSpc>
            <a:spcBef>
              <a:spcPct val="0"/>
            </a:spcBef>
            <a:spcAft>
              <a:spcPct val="35000"/>
            </a:spcAft>
            <a:buNone/>
          </a:pPr>
          <a:r>
            <a:rPr lang="tr-TR" sz="2500" kern="1200"/>
            <a:t>Vücut fonksiyonları sırasında oluşan ses dalgalarıdır.</a:t>
          </a:r>
          <a:endParaRPr lang="en-US" sz="2500" kern="1200" dirty="0"/>
        </a:p>
      </dsp:txBody>
      <dsp:txXfrm>
        <a:off x="1182711" y="437"/>
        <a:ext cx="8723287" cy="1023992"/>
      </dsp:txXfrm>
    </dsp:sp>
    <dsp:sp modelId="{22F7CFFA-0E6D-4673-8F22-3768BE89A4CD}">
      <dsp:nvSpPr>
        <dsp:cNvPr id="0" name=""/>
        <dsp:cNvSpPr/>
      </dsp:nvSpPr>
      <dsp:spPr>
        <a:xfrm>
          <a:off x="0" y="1280428"/>
          <a:ext cx="9905999" cy="1023992"/>
        </a:xfrm>
        <a:prstGeom prst="roundRect">
          <a:avLst>
            <a:gd name="adj" fmla="val 1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048F65AF-D0BF-4CF5-A14C-9EA31DCE1358}">
      <dsp:nvSpPr>
        <dsp:cNvPr id="0" name=""/>
        <dsp:cNvSpPr/>
      </dsp:nvSpPr>
      <dsp:spPr>
        <a:xfrm>
          <a:off x="309757" y="1510826"/>
          <a:ext cx="563196" cy="563196"/>
        </a:xfrm>
        <a:prstGeom prst="rect">
          <a:avLst/>
        </a:prstGeom>
        <a:blipFill>
          <a:blip xmlns:r="http://schemas.openxmlformats.org/officeDocument/2006/relationships" r:embed="rId3">
            <a:extLst>
              <a:ext uri="{96DAC541-7B7A-43D3-8B79-37D633B846F1}">
                <asvg:svgBlip xmlns:asvg="http://schemas.microsoft.com/office/drawing/2016/SVG/main" r:embed="rId4"/>
              </a:ext>
            </a:extLst>
          </a:blip>
          <a:srcRect/>
          <a:stretch>
            <a:fillRect/>
          </a:stretch>
        </a:blipFill>
        <a:ln w="15875" cap="flat" cmpd="sng" algn="ctr">
          <a:solidFill>
            <a:schemeClr val="lt1">
              <a:alpha val="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51E7D42F-99B4-4EF0-9354-7CECD09A247E}">
      <dsp:nvSpPr>
        <dsp:cNvPr id="0" name=""/>
        <dsp:cNvSpPr/>
      </dsp:nvSpPr>
      <dsp:spPr>
        <a:xfrm>
          <a:off x="1182711" y="1280428"/>
          <a:ext cx="8723287" cy="102399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8373" tIns="108373" rIns="108373" bIns="108373" numCol="1" spcCol="1270" anchor="ctr" anchorCtr="0">
          <a:noAutofit/>
        </a:bodyPr>
        <a:lstStyle/>
        <a:p>
          <a:pPr marL="0" lvl="0" indent="0" algn="l" defTabSz="1111250">
            <a:lnSpc>
              <a:spcPct val="100000"/>
            </a:lnSpc>
            <a:spcBef>
              <a:spcPct val="0"/>
            </a:spcBef>
            <a:spcAft>
              <a:spcPct val="35000"/>
            </a:spcAft>
            <a:buNone/>
          </a:pPr>
          <a:r>
            <a:rPr lang="tr-TR" sz="2500" b="1" kern="1200" dirty="0"/>
            <a:t>Kalp Sesleri:</a:t>
          </a:r>
          <a:r>
            <a:rPr lang="tr-TR" sz="2500" kern="1200" dirty="0"/>
            <a:t> Kapakçıkların açılıp kapanma sesleri (</a:t>
          </a:r>
          <a:r>
            <a:rPr lang="tr-TR" sz="2500" kern="1200" dirty="0" err="1"/>
            <a:t>Fonokardiyografi</a:t>
          </a:r>
          <a:r>
            <a:rPr lang="tr-TR" sz="2500" kern="1200" dirty="0"/>
            <a:t>).</a:t>
          </a:r>
          <a:endParaRPr lang="en-US" sz="2500" kern="1200" dirty="0"/>
        </a:p>
      </dsp:txBody>
      <dsp:txXfrm>
        <a:off x="1182711" y="1280428"/>
        <a:ext cx="8723287" cy="1023992"/>
      </dsp:txXfrm>
    </dsp:sp>
    <dsp:sp modelId="{7D2C715E-6E2F-416C-AADB-02C27D30192B}">
      <dsp:nvSpPr>
        <dsp:cNvPr id="0" name=""/>
        <dsp:cNvSpPr/>
      </dsp:nvSpPr>
      <dsp:spPr>
        <a:xfrm>
          <a:off x="0" y="2560419"/>
          <a:ext cx="9905999" cy="1023992"/>
        </a:xfrm>
        <a:prstGeom prst="roundRect">
          <a:avLst>
            <a:gd name="adj" fmla="val 1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0F33179C-7C02-44B1-879A-4E1D456BB141}">
      <dsp:nvSpPr>
        <dsp:cNvPr id="0" name=""/>
        <dsp:cNvSpPr/>
      </dsp:nvSpPr>
      <dsp:spPr>
        <a:xfrm>
          <a:off x="309757" y="2790817"/>
          <a:ext cx="563196" cy="563196"/>
        </a:xfrm>
        <a:prstGeom prst="rect">
          <a:avLst/>
        </a:prstGeom>
        <a:blipFill>
          <a:blip xmlns:r="http://schemas.openxmlformats.org/officeDocument/2006/relationships" r:embed="rId5">
            <a:extLst>
              <a:ext uri="{96DAC541-7B7A-43D3-8B79-37D633B846F1}">
                <asvg:svgBlip xmlns:asvg="http://schemas.microsoft.com/office/drawing/2016/SVG/main" r:embed="rId6"/>
              </a:ext>
            </a:extLst>
          </a:blip>
          <a:srcRect/>
          <a:stretch>
            <a:fillRect/>
          </a:stretch>
        </a:blipFill>
        <a:ln w="15875" cap="flat" cmpd="sng" algn="ctr">
          <a:solidFill>
            <a:schemeClr val="lt1">
              <a:alpha val="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3774F339-8E6C-4B5F-AAAD-AD66E5C08506}">
      <dsp:nvSpPr>
        <dsp:cNvPr id="0" name=""/>
        <dsp:cNvSpPr/>
      </dsp:nvSpPr>
      <dsp:spPr>
        <a:xfrm>
          <a:off x="1182711" y="2560419"/>
          <a:ext cx="8723287" cy="102399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8373" tIns="108373" rIns="108373" bIns="108373" numCol="1" spcCol="1270" anchor="ctr" anchorCtr="0">
          <a:noAutofit/>
        </a:bodyPr>
        <a:lstStyle/>
        <a:p>
          <a:pPr marL="0" lvl="0" indent="0" algn="l" defTabSz="1111250">
            <a:lnSpc>
              <a:spcPct val="100000"/>
            </a:lnSpc>
            <a:spcBef>
              <a:spcPct val="0"/>
            </a:spcBef>
            <a:spcAft>
              <a:spcPct val="35000"/>
            </a:spcAft>
            <a:buNone/>
          </a:pPr>
          <a:r>
            <a:rPr lang="tr-TR" sz="2500" b="1" kern="1200" dirty="0"/>
            <a:t>Solunum Sesleri:</a:t>
          </a:r>
          <a:r>
            <a:rPr lang="tr-TR" sz="2500" kern="1200" dirty="0"/>
            <a:t> Akciğerlerden geçen havanın yarattığı sesler.</a:t>
          </a:r>
          <a:endParaRPr lang="en-US" sz="2500" kern="1200" dirty="0"/>
        </a:p>
      </dsp:txBody>
      <dsp:txXfrm>
        <a:off x="1182711" y="2560419"/>
        <a:ext cx="8723287" cy="1023992"/>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F398252-E0DE-417A-ACAD-622DA69BC23F}">
      <dsp:nvSpPr>
        <dsp:cNvPr id="0" name=""/>
        <dsp:cNvSpPr/>
      </dsp:nvSpPr>
      <dsp:spPr>
        <a:xfrm>
          <a:off x="0" y="582538"/>
          <a:ext cx="9905999" cy="1075455"/>
        </a:xfrm>
        <a:prstGeom prst="roundRect">
          <a:avLst>
            <a:gd name="adj" fmla="val 1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C10AFB9-4661-4F14-AE70-C3F9A24E08C4}">
      <dsp:nvSpPr>
        <dsp:cNvPr id="0" name=""/>
        <dsp:cNvSpPr/>
      </dsp:nvSpPr>
      <dsp:spPr>
        <a:xfrm>
          <a:off x="325325" y="824515"/>
          <a:ext cx="591500" cy="591500"/>
        </a:xfrm>
        <a:prstGeom prst="rect">
          <a:avLst/>
        </a:prstGeom>
        <a:blipFill>
          <a:blip xmlns:r="http://schemas.openxmlformats.org/officeDocument/2006/relationships" r:embed="rId1">
            <a:extLst>
              <a:ext uri="{96DAC541-7B7A-43D3-8B79-37D633B846F1}">
                <asvg:svgBlip xmlns:asvg="http://schemas.microsoft.com/office/drawing/2016/SVG/main" r:embed="rId2"/>
              </a:ext>
            </a:extLst>
          </a:blip>
          <a:srcRect/>
          <a:stretch>
            <a:fillRect/>
          </a:stretch>
        </a:blipFill>
        <a:ln w="1587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CB8B47B1-62B8-483C-AD18-CD2869E1660E}">
      <dsp:nvSpPr>
        <dsp:cNvPr id="0" name=""/>
        <dsp:cNvSpPr/>
      </dsp:nvSpPr>
      <dsp:spPr>
        <a:xfrm>
          <a:off x="1242150" y="582538"/>
          <a:ext cx="8663848" cy="107545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3819" tIns="113819" rIns="113819" bIns="113819" numCol="1" spcCol="1270" anchor="ctr" anchorCtr="0">
          <a:noAutofit/>
        </a:bodyPr>
        <a:lstStyle/>
        <a:p>
          <a:pPr marL="0" lvl="0" indent="0" algn="l" defTabSz="1111250">
            <a:lnSpc>
              <a:spcPct val="100000"/>
            </a:lnSpc>
            <a:spcBef>
              <a:spcPct val="0"/>
            </a:spcBef>
            <a:spcAft>
              <a:spcPct val="35000"/>
            </a:spcAft>
            <a:buNone/>
          </a:pPr>
          <a:r>
            <a:rPr lang="tr-TR" sz="2500" kern="1200" dirty="0"/>
            <a:t>Vücudun metabolik faaliyetleri sonucu ortaya çıkan sıcaklık değişimleridir.</a:t>
          </a:r>
          <a:endParaRPr lang="en-US" sz="2500" kern="1200" dirty="0"/>
        </a:p>
      </dsp:txBody>
      <dsp:txXfrm>
        <a:off x="1242150" y="582538"/>
        <a:ext cx="8663848" cy="1075455"/>
      </dsp:txXfrm>
    </dsp:sp>
    <dsp:sp modelId="{46AF63B6-EAFB-41AD-8B6C-E78B527D6CED}">
      <dsp:nvSpPr>
        <dsp:cNvPr id="0" name=""/>
        <dsp:cNvSpPr/>
      </dsp:nvSpPr>
      <dsp:spPr>
        <a:xfrm>
          <a:off x="0" y="1926856"/>
          <a:ext cx="9905999" cy="1075455"/>
        </a:xfrm>
        <a:prstGeom prst="roundRect">
          <a:avLst>
            <a:gd name="adj" fmla="val 1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9F90A54-63B6-4783-B540-D49276C81B73}">
      <dsp:nvSpPr>
        <dsp:cNvPr id="0" name=""/>
        <dsp:cNvSpPr/>
      </dsp:nvSpPr>
      <dsp:spPr>
        <a:xfrm>
          <a:off x="325325" y="2168834"/>
          <a:ext cx="591500" cy="591500"/>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5875" cap="flat" cmpd="sng" algn="ctr">
          <a:solidFill>
            <a:schemeClr val="lt1">
              <a:alpha val="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FCC3775C-DD55-4585-86B8-73720B9D4B2E}">
      <dsp:nvSpPr>
        <dsp:cNvPr id="0" name=""/>
        <dsp:cNvSpPr/>
      </dsp:nvSpPr>
      <dsp:spPr>
        <a:xfrm>
          <a:off x="1242150" y="1926856"/>
          <a:ext cx="8663848" cy="107545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3819" tIns="113819" rIns="113819" bIns="113819" numCol="1" spcCol="1270" anchor="ctr" anchorCtr="0">
          <a:noAutofit/>
        </a:bodyPr>
        <a:lstStyle/>
        <a:p>
          <a:pPr marL="0" lvl="0" indent="0" algn="l" defTabSz="1111250">
            <a:lnSpc>
              <a:spcPct val="100000"/>
            </a:lnSpc>
            <a:spcBef>
              <a:spcPct val="0"/>
            </a:spcBef>
            <a:spcAft>
              <a:spcPct val="35000"/>
            </a:spcAft>
            <a:buNone/>
          </a:pPr>
          <a:r>
            <a:rPr lang="tr-TR" sz="2500" b="1" kern="1200" dirty="0"/>
            <a:t>Vücut Isısı:</a:t>
          </a:r>
          <a:r>
            <a:rPr lang="tr-TR" sz="2500" kern="1200" dirty="0"/>
            <a:t> Genel veya bölgesel sıcaklık haritaları (Termografi).</a:t>
          </a:r>
          <a:endParaRPr lang="en-US" sz="2500" kern="1200" dirty="0"/>
        </a:p>
      </dsp:txBody>
      <dsp:txXfrm>
        <a:off x="1242150" y="1926856"/>
        <a:ext cx="8663848" cy="1075455"/>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A85A248-5219-4029-BB28-6CD4AED335A6}">
      <dsp:nvSpPr>
        <dsp:cNvPr id="0" name=""/>
        <dsp:cNvSpPr/>
      </dsp:nvSpPr>
      <dsp:spPr>
        <a:xfrm>
          <a:off x="0" y="1896798"/>
          <a:ext cx="9906000" cy="1244505"/>
        </a:xfrm>
        <a:prstGeom prst="rect">
          <a:avLst/>
        </a:prstGeom>
        <a:gradFill rotWithShape="0">
          <a:gsLst>
            <a:gs pos="0">
              <a:schemeClr val="accent2">
                <a:hueOff val="0"/>
                <a:satOff val="0"/>
                <a:lumOff val="0"/>
                <a:alphaOff val="0"/>
                <a:tint val="94000"/>
                <a:satMod val="105000"/>
                <a:lumMod val="102000"/>
              </a:schemeClr>
            </a:gs>
            <a:gs pos="100000">
              <a:schemeClr val="accent2">
                <a:hueOff val="0"/>
                <a:satOff val="0"/>
                <a:lumOff val="0"/>
                <a:alphaOff val="0"/>
                <a:shade val="74000"/>
                <a:satMod val="128000"/>
                <a:lumMod val="100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tr-TR" sz="1800" kern="1200"/>
            <a:t>Bu hücreler membranları boyunca darbe şeklinde değişen elektrokimyasal değişimleri iletebilmektedir. Bez hücreleri gibi diğer bir takım hücrelerde ise membran potansiyelinin değişimi, uyarılabilir hücrelerde görülen şekilde olmamakla beraber bu hücrelerin bir çok fonksiyonlarını kontrol bakımından çok önemlidir</a:t>
          </a:r>
          <a:endParaRPr lang="en-US" sz="1800" kern="1200"/>
        </a:p>
      </dsp:txBody>
      <dsp:txXfrm>
        <a:off x="0" y="1896798"/>
        <a:ext cx="9906000" cy="1244505"/>
      </dsp:txXfrm>
    </dsp:sp>
    <dsp:sp modelId="{36279BF4-FA91-46A7-A247-B0249EEBF4B6}">
      <dsp:nvSpPr>
        <dsp:cNvPr id="0" name=""/>
        <dsp:cNvSpPr/>
      </dsp:nvSpPr>
      <dsp:spPr>
        <a:xfrm rot="10800000">
          <a:off x="0" y="1417"/>
          <a:ext cx="9906000" cy="1914049"/>
        </a:xfrm>
        <a:prstGeom prst="upArrowCallout">
          <a:avLst/>
        </a:prstGeom>
        <a:gradFill rotWithShape="0">
          <a:gsLst>
            <a:gs pos="0">
              <a:schemeClr val="accent2">
                <a:hueOff val="-1469031"/>
                <a:satOff val="-32495"/>
                <a:lumOff val="-6470"/>
                <a:alphaOff val="0"/>
                <a:tint val="94000"/>
                <a:satMod val="105000"/>
                <a:lumMod val="102000"/>
              </a:schemeClr>
            </a:gs>
            <a:gs pos="100000">
              <a:schemeClr val="accent2">
                <a:hueOff val="-1469031"/>
                <a:satOff val="-32495"/>
                <a:lumOff val="-6470"/>
                <a:alphaOff val="0"/>
                <a:shade val="74000"/>
                <a:satMod val="128000"/>
                <a:lumMod val="100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tr-TR" sz="1800" kern="1200"/>
            <a:t>Vücudumuzdaki hücrelerin tümüne yakınının zarında membran potansiyeli oluşur. Sinir ve kas hücreleri gibi hücreler ise uyarılabilme özelliğine sahiptir.</a:t>
          </a:r>
          <a:endParaRPr lang="en-US" sz="1800" kern="1200"/>
        </a:p>
      </dsp:txBody>
      <dsp:txXfrm rot="10800000">
        <a:off x="0" y="1417"/>
        <a:ext cx="9906000" cy="1243692"/>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3DDCA56-9004-4536-96F4-AE60FD329ED1}">
      <dsp:nvSpPr>
        <dsp:cNvPr id="0" name=""/>
        <dsp:cNvSpPr/>
      </dsp:nvSpPr>
      <dsp:spPr>
        <a:xfrm>
          <a:off x="0" y="1917"/>
          <a:ext cx="9906000" cy="896824"/>
        </a:xfrm>
        <a:prstGeom prst="roundRect">
          <a:avLst>
            <a:gd name="adj" fmla="val 1000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C0016558-B510-4A33-A26E-F1081699639A}">
      <dsp:nvSpPr>
        <dsp:cNvPr id="0" name=""/>
        <dsp:cNvSpPr/>
      </dsp:nvSpPr>
      <dsp:spPr>
        <a:xfrm>
          <a:off x="271289" y="203703"/>
          <a:ext cx="493253" cy="493253"/>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587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148C521E-F728-4E04-9F86-2024DF446CCD}">
      <dsp:nvSpPr>
        <dsp:cNvPr id="0" name=""/>
        <dsp:cNvSpPr/>
      </dsp:nvSpPr>
      <dsp:spPr>
        <a:xfrm>
          <a:off x="1035832" y="1917"/>
          <a:ext cx="8869155" cy="89682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4914" tIns="94914" rIns="94914" bIns="94914" numCol="1" spcCol="1270" anchor="ctr" anchorCtr="0">
          <a:noAutofit/>
        </a:bodyPr>
        <a:lstStyle/>
        <a:p>
          <a:pPr marL="0" lvl="0" indent="0" algn="l" defTabSz="800100">
            <a:lnSpc>
              <a:spcPct val="100000"/>
            </a:lnSpc>
            <a:spcBef>
              <a:spcPct val="0"/>
            </a:spcBef>
            <a:spcAft>
              <a:spcPct val="35000"/>
            </a:spcAft>
            <a:buNone/>
          </a:pPr>
          <a:r>
            <a:rPr lang="en-US" sz="1800" kern="1200"/>
            <a:t>Biyopotansiyelleri en genel ölçme yöntemi, vücut yüzeyinden yapılan ölçümlerdir. Bu</a:t>
          </a:r>
          <a:r>
            <a:rPr lang="tr-TR" sz="1800" kern="1200"/>
            <a:t> </a:t>
          </a:r>
          <a:r>
            <a:rPr lang="en-US" sz="1800" kern="1200"/>
            <a:t>durumda alttaki birçok hücrenin aksiyon potansiyellerinin yüzeye gelen toplamı</a:t>
          </a:r>
          <a:r>
            <a:rPr lang="tr-TR" sz="1800" kern="1200"/>
            <a:t> </a:t>
          </a:r>
          <a:r>
            <a:rPr lang="en-US" sz="1800" kern="1200"/>
            <a:t>alınmaktadır. </a:t>
          </a:r>
          <a:endParaRPr lang="en-US" sz="1800" kern="1200" dirty="0"/>
        </a:p>
      </dsp:txBody>
      <dsp:txXfrm>
        <a:off x="1035832" y="1917"/>
        <a:ext cx="8869155" cy="896824"/>
      </dsp:txXfrm>
    </dsp:sp>
    <dsp:sp modelId="{EBE705D9-863E-43FA-B817-7B047C6665E5}">
      <dsp:nvSpPr>
        <dsp:cNvPr id="0" name=""/>
        <dsp:cNvSpPr/>
      </dsp:nvSpPr>
      <dsp:spPr>
        <a:xfrm>
          <a:off x="0" y="1122948"/>
          <a:ext cx="9906000" cy="896824"/>
        </a:xfrm>
        <a:prstGeom prst="roundRect">
          <a:avLst>
            <a:gd name="adj" fmla="val 10000"/>
          </a:avLst>
        </a:prstGeom>
        <a:solidFill>
          <a:schemeClr val="accent5">
            <a:hueOff val="-1654278"/>
            <a:satOff val="-8885"/>
            <a:lumOff val="3039"/>
            <a:alphaOff val="0"/>
          </a:schemeClr>
        </a:solidFill>
        <a:ln>
          <a:noFill/>
        </a:ln>
        <a:effectLst/>
      </dsp:spPr>
      <dsp:style>
        <a:lnRef idx="0">
          <a:scrgbClr r="0" g="0" b="0"/>
        </a:lnRef>
        <a:fillRef idx="1">
          <a:scrgbClr r="0" g="0" b="0"/>
        </a:fillRef>
        <a:effectRef idx="0">
          <a:scrgbClr r="0" g="0" b="0"/>
        </a:effectRef>
        <a:fontRef idx="minor"/>
      </dsp:style>
    </dsp:sp>
    <dsp:sp modelId="{940DD94A-51D8-491A-BBFB-4033C426040A}">
      <dsp:nvSpPr>
        <dsp:cNvPr id="0" name=""/>
        <dsp:cNvSpPr/>
      </dsp:nvSpPr>
      <dsp:spPr>
        <a:xfrm>
          <a:off x="271289" y="1324733"/>
          <a:ext cx="493253" cy="493253"/>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587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C7E94CAA-C736-4E66-93DF-F914DC048DB7}">
      <dsp:nvSpPr>
        <dsp:cNvPr id="0" name=""/>
        <dsp:cNvSpPr/>
      </dsp:nvSpPr>
      <dsp:spPr>
        <a:xfrm>
          <a:off x="1035832" y="1122948"/>
          <a:ext cx="8869155" cy="89682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4914" tIns="94914" rIns="94914" bIns="94914" numCol="1" spcCol="1270" anchor="ctr" anchorCtr="0">
          <a:noAutofit/>
        </a:bodyPr>
        <a:lstStyle/>
        <a:p>
          <a:pPr marL="0" lvl="0" indent="0" algn="l" defTabSz="800100">
            <a:lnSpc>
              <a:spcPct val="100000"/>
            </a:lnSpc>
            <a:spcBef>
              <a:spcPct val="0"/>
            </a:spcBef>
            <a:spcAft>
              <a:spcPct val="35000"/>
            </a:spcAft>
            <a:buNone/>
          </a:pPr>
          <a:r>
            <a:rPr lang="en-US" sz="1800" kern="1200"/>
            <a:t>Bazı ölçümlerde ise bir sinire, kasa veya beynin belirli bölgelerine batırılan</a:t>
          </a:r>
          <a:r>
            <a:rPr lang="tr-TR" sz="1800" kern="1200"/>
            <a:t> </a:t>
          </a:r>
          <a:r>
            <a:rPr lang="en-US" sz="1800" kern="1200"/>
            <a:t>iğne elektrotlar yardımıyla ölçüm yapılır. </a:t>
          </a:r>
        </a:p>
      </dsp:txBody>
      <dsp:txXfrm>
        <a:off x="1035832" y="1122948"/>
        <a:ext cx="8869155" cy="896824"/>
      </dsp:txXfrm>
    </dsp:sp>
    <dsp:sp modelId="{5C8B2A43-387B-4C82-B1B3-515367F2D6B7}">
      <dsp:nvSpPr>
        <dsp:cNvPr id="0" name=""/>
        <dsp:cNvSpPr/>
      </dsp:nvSpPr>
      <dsp:spPr>
        <a:xfrm>
          <a:off x="0" y="2243978"/>
          <a:ext cx="9906000" cy="896824"/>
        </a:xfrm>
        <a:prstGeom prst="roundRect">
          <a:avLst>
            <a:gd name="adj" fmla="val 10000"/>
          </a:avLst>
        </a:prstGeom>
        <a:solidFill>
          <a:schemeClr val="accent5">
            <a:hueOff val="-3308557"/>
            <a:satOff val="-17770"/>
            <a:lumOff val="6078"/>
            <a:alphaOff val="0"/>
          </a:schemeClr>
        </a:solidFill>
        <a:ln>
          <a:noFill/>
        </a:ln>
        <a:effectLst/>
      </dsp:spPr>
      <dsp:style>
        <a:lnRef idx="0">
          <a:scrgbClr r="0" g="0" b="0"/>
        </a:lnRef>
        <a:fillRef idx="1">
          <a:scrgbClr r="0" g="0" b="0"/>
        </a:fillRef>
        <a:effectRef idx="0">
          <a:scrgbClr r="0" g="0" b="0"/>
        </a:effectRef>
        <a:fontRef idx="minor"/>
      </dsp:style>
    </dsp:sp>
    <dsp:sp modelId="{7537F91D-B74B-4CC2-AD1E-DEE2B6C27132}">
      <dsp:nvSpPr>
        <dsp:cNvPr id="0" name=""/>
        <dsp:cNvSpPr/>
      </dsp:nvSpPr>
      <dsp:spPr>
        <a:xfrm>
          <a:off x="271289" y="2445764"/>
          <a:ext cx="493253" cy="493253"/>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587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CAD456E0-62D0-4302-B059-383CC5447179}">
      <dsp:nvSpPr>
        <dsp:cNvPr id="0" name=""/>
        <dsp:cNvSpPr/>
      </dsp:nvSpPr>
      <dsp:spPr>
        <a:xfrm>
          <a:off x="1035832" y="2243978"/>
          <a:ext cx="4457700" cy="89682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4914" tIns="94914" rIns="94914" bIns="94914" numCol="1" spcCol="1270" anchor="ctr" anchorCtr="0">
          <a:noAutofit/>
        </a:bodyPr>
        <a:lstStyle/>
        <a:p>
          <a:pPr marL="0" lvl="0" indent="0" algn="l" defTabSz="800100">
            <a:lnSpc>
              <a:spcPct val="100000"/>
            </a:lnSpc>
            <a:spcBef>
              <a:spcPct val="0"/>
            </a:spcBef>
            <a:spcAft>
              <a:spcPct val="35000"/>
            </a:spcAft>
            <a:buNone/>
          </a:pPr>
          <a:r>
            <a:rPr lang="en-US" sz="1800" kern="1200"/>
            <a:t>Genel olarak algılama amaçlı kullanılan elektrotları şu şekilde sıralamak mümkündür</a:t>
          </a:r>
        </a:p>
      </dsp:txBody>
      <dsp:txXfrm>
        <a:off x="1035832" y="2243978"/>
        <a:ext cx="4457700" cy="896824"/>
      </dsp:txXfrm>
    </dsp:sp>
    <dsp:sp modelId="{A453C680-CDAD-46B4-9143-97F78990F38C}">
      <dsp:nvSpPr>
        <dsp:cNvPr id="0" name=""/>
        <dsp:cNvSpPr/>
      </dsp:nvSpPr>
      <dsp:spPr>
        <a:xfrm>
          <a:off x="5493532" y="2243978"/>
          <a:ext cx="4411455" cy="89682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4914" tIns="94914" rIns="94914" bIns="94914" numCol="1" spcCol="1270" anchor="ctr" anchorCtr="0">
          <a:noAutofit/>
        </a:bodyPr>
        <a:lstStyle/>
        <a:p>
          <a:pPr marL="0" lvl="0" indent="0" algn="l" defTabSz="488950">
            <a:lnSpc>
              <a:spcPct val="100000"/>
            </a:lnSpc>
            <a:spcBef>
              <a:spcPct val="0"/>
            </a:spcBef>
            <a:spcAft>
              <a:spcPct val="35000"/>
            </a:spcAft>
            <a:buNone/>
          </a:pPr>
          <a:r>
            <a:rPr lang="tr-TR" sz="1100" kern="1200"/>
            <a:t>- </a:t>
          </a:r>
          <a:r>
            <a:rPr lang="en-US" sz="1100" kern="1200"/>
            <a:t>Yüzey elektrotları</a:t>
          </a:r>
        </a:p>
        <a:p>
          <a:pPr marL="0" lvl="0" indent="0" algn="l" defTabSz="488950">
            <a:lnSpc>
              <a:spcPct val="100000"/>
            </a:lnSpc>
            <a:spcBef>
              <a:spcPct val="0"/>
            </a:spcBef>
            <a:spcAft>
              <a:spcPct val="35000"/>
            </a:spcAft>
            <a:buNone/>
          </a:pPr>
          <a:r>
            <a:rPr lang="tr-TR" sz="1100" kern="1200"/>
            <a:t>- </a:t>
          </a:r>
          <a:r>
            <a:rPr lang="en-US" sz="1100" kern="1200"/>
            <a:t>Dahili elektrotlar</a:t>
          </a:r>
        </a:p>
        <a:p>
          <a:pPr marL="0" lvl="0" indent="0" algn="l" defTabSz="488950">
            <a:lnSpc>
              <a:spcPct val="100000"/>
            </a:lnSpc>
            <a:spcBef>
              <a:spcPct val="0"/>
            </a:spcBef>
            <a:spcAft>
              <a:spcPct val="35000"/>
            </a:spcAft>
            <a:buNone/>
          </a:pPr>
          <a:r>
            <a:rPr lang="tr-TR" sz="1100" kern="1200"/>
            <a:t>- </a:t>
          </a:r>
          <a:r>
            <a:rPr lang="en-US" sz="1100" kern="1200"/>
            <a:t>Mikroelektrotlar</a:t>
          </a:r>
        </a:p>
        <a:p>
          <a:pPr marL="0" lvl="0" indent="0" algn="l" defTabSz="488950">
            <a:lnSpc>
              <a:spcPct val="100000"/>
            </a:lnSpc>
            <a:spcBef>
              <a:spcPct val="0"/>
            </a:spcBef>
            <a:spcAft>
              <a:spcPct val="35000"/>
            </a:spcAft>
            <a:buNone/>
          </a:pPr>
          <a:r>
            <a:rPr lang="tr-TR" sz="1100" kern="1200"/>
            <a:t>- </a:t>
          </a:r>
          <a:r>
            <a:rPr lang="en-US" sz="1100" kern="1200"/>
            <a:t>Değişik tipteki elektrotlar</a:t>
          </a:r>
        </a:p>
      </dsp:txBody>
      <dsp:txXfrm>
        <a:off x="5493532" y="2243978"/>
        <a:ext cx="4411455" cy="896824"/>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2.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3.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4.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5.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6.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7.xml><?xml version="1.0" encoding="utf-8"?>
<dgm:layoutDef xmlns:dgm="http://schemas.openxmlformats.org/drawingml/2006/diagram" xmlns:a="http://schemas.openxmlformats.org/drawingml/2006/main" uniqueId="urn:microsoft.com/office/officeart/2005/8/layout/process4">
  <dgm:title val=""/>
  <dgm:desc val=""/>
  <dgm:catLst>
    <dgm:cat type="process" pri="16000"/>
    <dgm:cat type="list" pri="2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65"/>
      <dgm:constr type="primFontSz" for="des" forName="parentTextArrow" refType="primFontSz" refFor="des" refForName="parentTextBox" op="equ"/>
      <dgm:constr type="primFontSz" for="des" forName="childTextArrow" val="65"/>
      <dgm:constr type="primFontSz" for="des" forName="childTextBox" refType="primFontSz" refFor="des" refForName="childTex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hoose name="Name4">
              <dgm:if name="Name5" axis="ch" ptType="node" func="cnt" op="gte" val="1">
                <dgm:constrLst>
                  <dgm:constr type="w" for="ch" forName="parentTextBox" refType="w"/>
                  <dgm:constr type="h" for="ch" forName="parentTextBox" refType="h" fact="0.54"/>
                  <dgm:constr type="t" for="ch" forName="parentTextBox"/>
                  <dgm:constr type="w" for="ch" forName="entireBox" refType="w"/>
                  <dgm:constr type="h" for="ch" forName="entireBox" refType="h"/>
                  <dgm:constr type="w" for="ch" forName="descendantBox" refType="w"/>
                  <dgm:constr type="b" for="ch" forName="descendantBox" refType="h" fact="0.98"/>
                  <dgm:constr type="h" for="ch" forName="descendantBox" refType="h" fact="0.46"/>
                </dgm:constrLst>
              </dgm:if>
              <dgm:else name="Name6">
                <dgm:constrLst>
                  <dgm:constr type="w" for="ch" forName="parentTextBox" refType="w"/>
                  <dgm:constr type="h" for="ch" forName="parentTextBox" refType="h"/>
                </dgm:constrLst>
              </dgm:else>
            </dgm:choose>
            <dgm:ruleLst/>
            <dgm:layoutNode name="parentTextBox">
              <dgm:alg type="tx"/>
              <dgm:choose name="Name7">
                <dgm:if name="Name8" axis="ch" ptType="node" func="cnt" op="gte" val="1">
                  <dgm:shape xmlns:r="http://schemas.openxmlformats.org/officeDocument/2006/relationships" type="rect" r:blip="" zOrderOff="1" hideGeom="1">
                    <dgm:adjLst/>
                  </dgm:shape>
                </dgm:if>
                <dgm:else name="Name9">
                  <dgm:shape xmlns:r="http://schemas.openxmlformats.org/officeDocument/2006/relationships" type="rect" r:blip="">
                    <dgm:adjLst/>
                  </dgm:shape>
                </dgm:else>
              </dgm:choose>
              <dgm:presOf axis="self"/>
              <dgm:constrLst/>
              <dgm:ruleLst>
                <dgm:rule type="primFontSz" val="5" fact="NaN" max="NaN"/>
              </dgm:ruleLst>
            </dgm:layoutNode>
            <dgm:choose name="Name10">
              <dgm:if name="Name11" axis="ch" ptType="node" func="cnt" op="gte" val="1">
                <dgm:layoutNode name="entireBox">
                  <dgm:alg type="sp"/>
                  <dgm:shape xmlns:r="http://schemas.openxmlformats.org/officeDocument/2006/relationships" type="rect" r:blip="">
                    <dgm:adjLst/>
                  </dgm:shape>
                  <dgm:presOf axis="self"/>
                  <dgm:constrLst/>
                  <dgm:ruleLst/>
                </dgm:layoutNode>
                <dgm:layoutNode name="descendantBox" styleLbl="fgAccFollowNode1">
                  <dgm:choose name="Name12">
                    <dgm:if name="Name13" func="var" arg="dir" op="equ" val="norm">
                      <dgm:alg type="lin"/>
                    </dgm:if>
                    <dgm:else name="Name14">
                      <dgm:alg type="lin">
                        <dgm:param type="linDir" val="fromR"/>
                      </dgm:alg>
                    </dgm:else>
                  </dgm:choose>
                  <dgm:shape xmlns:r="http://schemas.openxmlformats.org/officeDocument/2006/relationships" r:blip="">
                    <dgm:adjLst/>
                  </dgm:shape>
                  <dgm:presOf/>
                  <dgm:constrLst>
                    <dgm:constr type="w" for="ch" forName="childTextBox" refType="w"/>
                    <dgm:constr type="h" for="ch" forName="childTextBox" refType="h"/>
                  </dgm:constrLst>
                  <dgm:ruleLst/>
                  <dgm:forEach name="Name15" axis="ch" ptType="node">
                    <dgm:layoutNode name="childTextBox"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16"/>
            </dgm:choose>
          </dgm:layoutNode>
        </dgm:if>
        <dgm:else name="Name17">
          <dgm:layoutNode name="arrowAndChildren">
            <dgm:alg type="composite"/>
            <dgm:shape xmlns:r="http://schemas.openxmlformats.org/officeDocument/2006/relationships" r:blip="">
              <dgm:adjLst/>
            </dgm:shape>
            <dgm:presOf/>
            <dgm:choose name="Name18">
              <dgm:if name="Name19" axis="ch" ptType="node" func="cnt" op="gte" val="1">
                <dgm:constrLst>
                  <dgm:constr type="w" for="ch" forName="parentTextArrow" refType="w"/>
                  <dgm:constr type="t" for="ch" forName="parentTextArrow"/>
                  <dgm:constr type="h" for="ch" forName="parentTextArrow" refType="h" fact="0.351"/>
                  <dgm:constr type="w" for="ch" forName="arrow" refType="w"/>
                  <dgm:constr type="h" for="ch" forName="arrow" refType="h"/>
                  <dgm:constr type="w" for="ch" forName="descendantArrow" refType="w"/>
                  <dgm:constr type="b" for="ch" forName="descendantArrow" refType="h" fact="0.65"/>
                  <dgm:constr type="h" for="ch" forName="descendantArrow" refType="h" fact="0.299"/>
                </dgm:constrLst>
              </dgm:if>
              <dgm:else name="Name20">
                <dgm:constrLst>
                  <dgm:constr type="w" for="ch" forName="parentTextArrow" refType="w"/>
                  <dgm:constr type="h" for="ch" forName="parentTextArrow" refType="h"/>
                </dgm:constrLst>
              </dgm:else>
            </dgm:choose>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ruleLst>
                <dgm:rule type="primFontSz" val="5" fact="NaN" max="NaN"/>
              </dgm:ruleLst>
            </dgm:layoutNode>
            <dgm:choose name="Name24">
              <dgm:if name="Name25" axis="ch" ptType="node" func="cnt" op="gte" val="1">
                <dgm:layoutNode name="arrow">
                  <dgm:alg type="sp"/>
                  <dgm:shape xmlns:r="http://schemas.openxmlformats.org/officeDocument/2006/relationships" rot="180" type="upArrowCallout" r:blip="">
                    <dgm:adjLst/>
                  </dgm:shape>
                  <dgm:presOf axis="self"/>
                  <dgm:constrLst/>
                  <dgm:ruleLst/>
                </dgm:layoutNode>
                <dgm:layoutNode name="descendantArrow">
                  <dgm:choose name="Name26">
                    <dgm:if name="Name27" func="var" arg="dir" op="equ" val="norm">
                      <dgm:alg type="lin"/>
                    </dgm:if>
                    <dgm:else name="Name28">
                      <dgm:alg type="lin">
                        <dgm:param type="linDir" val="fromR"/>
                      </dgm:alg>
                    </dgm:else>
                  </dgm:choose>
                  <dgm:shape xmlns:r="http://schemas.openxmlformats.org/officeDocument/2006/relationships" r:blip="">
                    <dgm:adjLst/>
                  </dgm:shape>
                  <dgm:presOf/>
                  <dgm:constrLst>
                    <dgm:constr type="w" for="ch" forName="childTextArrow" refType="w"/>
                    <dgm:constr type="h" for="ch" forName="childTextArrow" refType="h"/>
                  </dgm:constrLst>
                  <dgm:ruleLst/>
                  <dgm:forEach name="Name29" axis="ch" ptType="node">
                    <dgm:layoutNode name="childTextArrow"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30"/>
            </dgm:choos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Üst Bilgi Yer Tutucusu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tr-TR"/>
          </a:p>
        </p:txBody>
      </p:sp>
      <p:sp>
        <p:nvSpPr>
          <p:cNvPr id="3" name="Veri Yer Tutucusu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E745BB3-061D-44F3-9037-17C2B7E026DC}" type="datetimeFigureOut">
              <a:rPr lang="tr-TR" smtClean="0"/>
              <a:t>2.03.2026</a:t>
            </a:fld>
            <a:endParaRPr lang="tr-TR"/>
          </a:p>
        </p:txBody>
      </p:sp>
      <p:sp>
        <p:nvSpPr>
          <p:cNvPr id="4" name="Slayt Resmi Yer Tutucusu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tr-TR"/>
          </a:p>
        </p:txBody>
      </p:sp>
      <p:sp>
        <p:nvSpPr>
          <p:cNvPr id="5" name="Not Yer Tutucusu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6" name="Alt Bilgi Yer Tutucusu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tr-TR"/>
          </a:p>
        </p:txBody>
      </p:sp>
      <p:sp>
        <p:nvSpPr>
          <p:cNvPr id="7" name="Slayt Numarası Yer Tutucusu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3EF6339-66B9-44C8-AF13-E4F886C9BF01}" type="slidenum">
              <a:rPr lang="tr-TR" smtClean="0"/>
              <a:t>‹#›</a:t>
            </a:fld>
            <a:endParaRPr lang="tr-TR"/>
          </a:p>
        </p:txBody>
      </p:sp>
    </p:spTree>
    <p:extLst>
      <p:ext uri="{BB962C8B-B14F-4D97-AF65-F5344CB8AC3E}">
        <p14:creationId xmlns:p14="http://schemas.microsoft.com/office/powerpoint/2010/main" val="21586768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Başlık Slaydı">
    <p:spTree>
      <p:nvGrpSpPr>
        <p:cNvPr id="1" name=""/>
        <p:cNvGrpSpPr/>
        <p:nvPr/>
      </p:nvGrpSpPr>
      <p:grpSpPr>
        <a:xfrm>
          <a:off x="0" y="0"/>
          <a:ext cx="0" cy="0"/>
          <a:chOff x="0" y="0"/>
          <a:chExt cx="0" cy="0"/>
        </a:xfrm>
      </p:grpSpPr>
      <p:pic>
        <p:nvPicPr>
          <p:cNvPr id="66" name="Picture 2" descr="\\DROBO-FS\QuickDrops\JB\PPTX NG\Droplets\LightingOverlay.png"/>
          <p:cNvPicPr>
            <a:picLocks noChangeAspect="1" noChangeArrowheads="1"/>
          </p:cNvPicPr>
          <p:nvPr/>
        </p:nvPicPr>
        <p:blipFill>
          <a:blip r:embed="rId2">
            <a:alphaModFix amt="30000"/>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 xmlns:a14="http://schemas.microsoft.com/office/drawing/2010/main">
                <a:solidFill>
                  <a:srgbClr val="FFFFFF"/>
                </a:solidFill>
              </a14:hiddenFill>
            </a:ext>
          </a:extLst>
        </p:spPr>
      </p:pic>
      <p:grpSp>
        <p:nvGrpSpPr>
          <p:cNvPr id="11" name="Group 10"/>
          <p:cNvGrpSpPr/>
          <p:nvPr/>
        </p:nvGrpSpPr>
        <p:grpSpPr>
          <a:xfrm>
            <a:off x="0" y="0"/>
            <a:ext cx="2305051" cy="6858001"/>
            <a:chOff x="0" y="0"/>
            <a:chExt cx="2305051" cy="6858001"/>
          </a:xfrm>
          <a:gradFill flip="none" rotWithShape="1">
            <a:gsLst>
              <a:gs pos="0">
                <a:schemeClr val="tx2"/>
              </a:gs>
              <a:gs pos="100000">
                <a:schemeClr val="bg2">
                  <a:lumMod val="60000"/>
                  <a:lumOff val="40000"/>
                </a:schemeClr>
              </a:gs>
            </a:gsLst>
            <a:lin ang="5400000" scaled="0"/>
            <a:tileRect/>
          </a:gradFill>
        </p:grpSpPr>
        <p:sp>
          <p:nvSpPr>
            <p:cNvPr id="12" name="Rectangle 5"/>
            <p:cNvSpPr>
              <a:spLocks noChangeArrowheads="1"/>
            </p:cNvSpPr>
            <p:nvPr/>
          </p:nvSpPr>
          <p:spPr bwMode="auto">
            <a:xfrm>
              <a:off x="1209675" y="4763"/>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txBody>
            <a:bodyPr/>
            <a:lstStyle/>
            <a:p>
              <a:endParaRPr lang="tr-TR"/>
            </a:p>
          </p:txBody>
        </p:sp>
        <p:sp>
          <p:nvSpPr>
            <p:cNvPr id="13" name="Freeform 6"/>
            <p:cNvSpPr>
              <a:spLocks noEditPoints="1"/>
            </p:cNvSpPr>
            <p:nvPr/>
          </p:nvSpPr>
          <p:spPr bwMode="auto">
            <a:xfrm>
              <a:off x="1128713"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tr-TR"/>
            </a:p>
          </p:txBody>
        </p:sp>
        <p:sp>
          <p:nvSpPr>
            <p:cNvPr id="14" name="Freeform 7"/>
            <p:cNvSpPr>
              <a:spLocks noEditPoints="1"/>
            </p:cNvSpPr>
            <p:nvPr/>
          </p:nvSpPr>
          <p:spPr bwMode="auto">
            <a:xfrm>
              <a:off x="1123950"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tr-TR"/>
            </a:p>
          </p:txBody>
        </p:sp>
        <p:sp>
          <p:nvSpPr>
            <p:cNvPr id="15" name="Rectangle 8"/>
            <p:cNvSpPr>
              <a:spLocks noChangeArrowheads="1"/>
            </p:cNvSpPr>
            <p:nvPr/>
          </p:nvSpPr>
          <p:spPr bwMode="auto">
            <a:xfrm>
              <a:off x="414338" y="9525"/>
              <a:ext cx="28575" cy="4481513"/>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txBody>
            <a:bodyPr/>
            <a:lstStyle/>
            <a:p>
              <a:endParaRPr lang="tr-TR"/>
            </a:p>
          </p:txBody>
        </p:sp>
        <p:sp>
          <p:nvSpPr>
            <p:cNvPr id="16" name="Freeform 9"/>
            <p:cNvSpPr>
              <a:spLocks noEditPoints="1"/>
            </p:cNvSpPr>
            <p:nvPr/>
          </p:nvSpPr>
          <p:spPr bwMode="auto">
            <a:xfrm>
              <a:off x="333375"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tr-TR"/>
            </a:p>
          </p:txBody>
        </p:sp>
        <p:sp>
          <p:nvSpPr>
            <p:cNvPr id="17" name="Freeform 10"/>
            <p:cNvSpPr/>
            <p:nvPr/>
          </p:nvSpPr>
          <p:spPr bwMode="auto">
            <a:xfrm>
              <a:off x="190500" y="9525"/>
              <a:ext cx="152400" cy="908050"/>
            </a:xfrm>
            <a:custGeom>
              <a:avLst/>
              <a:gdLst/>
              <a:ahLst/>
              <a:cxnLst/>
              <a:rect l="0" t="0" r="r" b="b"/>
              <a:pathLst>
                <a:path w="96" h="572">
                  <a:moveTo>
                    <a:pt x="15" y="572"/>
                  </a:moveTo>
                  <a:lnTo>
                    <a:pt x="0" y="566"/>
                  </a:lnTo>
                  <a:lnTo>
                    <a:pt x="81" y="380"/>
                  </a:lnTo>
                  <a:lnTo>
                    <a:pt x="81" y="0"/>
                  </a:lnTo>
                  <a:lnTo>
                    <a:pt x="96" y="0"/>
                  </a:lnTo>
                  <a:lnTo>
                    <a:pt x="96" y="383"/>
                  </a:lnTo>
                  <a:lnTo>
                    <a:pt x="15" y="57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tr-TR"/>
            </a:p>
          </p:txBody>
        </p:sp>
        <p:sp>
          <p:nvSpPr>
            <p:cNvPr id="18" name="Freeform 11"/>
            <p:cNvSpPr/>
            <p:nvPr/>
          </p:nvSpPr>
          <p:spPr bwMode="auto">
            <a:xfrm>
              <a:off x="1290638" y="14288"/>
              <a:ext cx="376238" cy="1801813"/>
            </a:xfrm>
            <a:custGeom>
              <a:avLst/>
              <a:gdLst/>
              <a:ahLst/>
              <a:cxnLst/>
              <a:rect l="0" t="0" r="r" b="b"/>
              <a:pathLst>
                <a:path w="237" h="1135">
                  <a:moveTo>
                    <a:pt x="222" y="1135"/>
                  </a:moveTo>
                  <a:lnTo>
                    <a:pt x="0" y="620"/>
                  </a:lnTo>
                  <a:lnTo>
                    <a:pt x="0" y="0"/>
                  </a:lnTo>
                  <a:lnTo>
                    <a:pt x="18" y="0"/>
                  </a:lnTo>
                  <a:lnTo>
                    <a:pt x="18" y="617"/>
                  </a:lnTo>
                  <a:lnTo>
                    <a:pt x="237" y="1129"/>
                  </a:lnTo>
                  <a:lnTo>
                    <a:pt x="222"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tr-TR"/>
            </a:p>
          </p:txBody>
        </p:sp>
        <p:sp>
          <p:nvSpPr>
            <p:cNvPr id="19" name="Freeform 12"/>
            <p:cNvSpPr>
              <a:spLocks noEditPoints="1"/>
            </p:cNvSpPr>
            <p:nvPr/>
          </p:nvSpPr>
          <p:spPr bwMode="auto">
            <a:xfrm>
              <a:off x="1600200" y="180181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tr-TR"/>
            </a:p>
          </p:txBody>
        </p:sp>
        <p:sp>
          <p:nvSpPr>
            <p:cNvPr id="20" name="Freeform 13"/>
            <p:cNvSpPr/>
            <p:nvPr/>
          </p:nvSpPr>
          <p:spPr bwMode="auto">
            <a:xfrm>
              <a:off x="1381125" y="9525"/>
              <a:ext cx="371475" cy="1425575"/>
            </a:xfrm>
            <a:custGeom>
              <a:avLst/>
              <a:gdLst/>
              <a:ahLst/>
              <a:cxnLst/>
              <a:rect l="0" t="0" r="r" b="b"/>
              <a:pathLst>
                <a:path w="234" h="898">
                  <a:moveTo>
                    <a:pt x="219" y="898"/>
                  </a:moveTo>
                  <a:lnTo>
                    <a:pt x="0" y="383"/>
                  </a:lnTo>
                  <a:lnTo>
                    <a:pt x="0" y="0"/>
                  </a:lnTo>
                  <a:lnTo>
                    <a:pt x="15" y="0"/>
                  </a:lnTo>
                  <a:lnTo>
                    <a:pt x="15" y="380"/>
                  </a:lnTo>
                  <a:lnTo>
                    <a:pt x="234" y="892"/>
                  </a:lnTo>
                  <a:lnTo>
                    <a:pt x="219"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tr-TR"/>
            </a:p>
          </p:txBody>
        </p:sp>
        <p:sp>
          <p:nvSpPr>
            <p:cNvPr id="21" name="Freeform 14"/>
            <p:cNvSpPr/>
            <p:nvPr/>
          </p:nvSpPr>
          <p:spPr bwMode="auto">
            <a:xfrm>
              <a:off x="1643063"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tr-TR"/>
            </a:p>
          </p:txBody>
        </p:sp>
        <p:sp>
          <p:nvSpPr>
            <p:cNvPr id="22" name="Freeform 15"/>
            <p:cNvSpPr>
              <a:spLocks noEditPoints="1"/>
            </p:cNvSpPr>
            <p:nvPr/>
          </p:nvSpPr>
          <p:spPr bwMode="auto">
            <a:xfrm>
              <a:off x="1685925" y="14208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tr-TR"/>
            </a:p>
          </p:txBody>
        </p:sp>
        <p:sp>
          <p:nvSpPr>
            <p:cNvPr id="23" name="Freeform 16"/>
            <p:cNvSpPr>
              <a:spLocks noEditPoints="1"/>
            </p:cNvSpPr>
            <p:nvPr/>
          </p:nvSpPr>
          <p:spPr bwMode="auto">
            <a:xfrm>
              <a:off x="168592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tr-TR"/>
            </a:p>
          </p:txBody>
        </p:sp>
        <p:sp>
          <p:nvSpPr>
            <p:cNvPr id="24" name="Freeform 17"/>
            <p:cNvSpPr/>
            <p:nvPr/>
          </p:nvSpPr>
          <p:spPr bwMode="auto">
            <a:xfrm>
              <a:off x="1743075" y="4763"/>
              <a:ext cx="419100" cy="522288"/>
            </a:xfrm>
            <a:custGeom>
              <a:avLst/>
              <a:gdLst/>
              <a:ahLst/>
              <a:cxnLst/>
              <a:rect l="0" t="0" r="r" b="b"/>
              <a:pathLst>
                <a:path w="264" h="329">
                  <a:moveTo>
                    <a:pt x="252" y="329"/>
                  </a:moveTo>
                  <a:lnTo>
                    <a:pt x="45" y="120"/>
                  </a:lnTo>
                  <a:lnTo>
                    <a:pt x="0" y="6"/>
                  </a:lnTo>
                  <a:lnTo>
                    <a:pt x="15" y="0"/>
                  </a:lnTo>
                  <a:lnTo>
                    <a:pt x="60" y="111"/>
                  </a:lnTo>
                  <a:lnTo>
                    <a:pt x="264" y="317"/>
                  </a:lnTo>
                  <a:lnTo>
                    <a:pt x="252" y="329"/>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tr-TR"/>
            </a:p>
          </p:txBody>
        </p:sp>
        <p:sp>
          <p:nvSpPr>
            <p:cNvPr id="25" name="Freeform 18"/>
            <p:cNvSpPr>
              <a:spLocks noEditPoints="1"/>
            </p:cNvSpPr>
            <p:nvPr/>
          </p:nvSpPr>
          <p:spPr bwMode="auto">
            <a:xfrm>
              <a:off x="2119313"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tr-TR"/>
            </a:p>
          </p:txBody>
        </p:sp>
        <p:sp>
          <p:nvSpPr>
            <p:cNvPr id="26" name="Freeform 19"/>
            <p:cNvSpPr/>
            <p:nvPr/>
          </p:nvSpPr>
          <p:spPr bwMode="auto">
            <a:xfrm>
              <a:off x="952500" y="4763"/>
              <a:ext cx="152400" cy="908050"/>
            </a:xfrm>
            <a:custGeom>
              <a:avLst/>
              <a:gdLst/>
              <a:ahLst/>
              <a:cxnLst/>
              <a:rect l="0" t="0" r="r" b="b"/>
              <a:pathLst>
                <a:path w="96" h="572">
                  <a:moveTo>
                    <a:pt x="15" y="572"/>
                  </a:moveTo>
                  <a:lnTo>
                    <a:pt x="0" y="572"/>
                  </a:lnTo>
                  <a:lnTo>
                    <a:pt x="0" y="189"/>
                  </a:lnTo>
                  <a:lnTo>
                    <a:pt x="81" y="0"/>
                  </a:lnTo>
                  <a:lnTo>
                    <a:pt x="96" y="6"/>
                  </a:lnTo>
                  <a:lnTo>
                    <a:pt x="15" y="192"/>
                  </a:lnTo>
                  <a:lnTo>
                    <a:pt x="15" y="57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tr-TR"/>
            </a:p>
          </p:txBody>
        </p:sp>
        <p:sp>
          <p:nvSpPr>
            <p:cNvPr id="27" name="Freeform 20"/>
            <p:cNvSpPr>
              <a:spLocks noEditPoints="1"/>
            </p:cNvSpPr>
            <p:nvPr/>
          </p:nvSpPr>
          <p:spPr bwMode="auto">
            <a:xfrm>
              <a:off x="86677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2"/>
                    <a:pt x="4" y="20"/>
                  </a:cubicBezTo>
                  <a:cubicBezTo>
                    <a:pt x="4" y="29"/>
                    <a:pt x="11" y="36"/>
                    <a:pt x="20" y="36"/>
                  </a:cubicBezTo>
                  <a:cubicBezTo>
                    <a:pt x="29" y="36"/>
                    <a:pt x="36" y="29"/>
                    <a:pt x="36" y="20"/>
                  </a:cubicBezTo>
                  <a:cubicBezTo>
                    <a:pt x="36" y="12"/>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tr-TR"/>
            </a:p>
          </p:txBody>
        </p:sp>
        <p:sp>
          <p:nvSpPr>
            <p:cNvPr id="28" name="Freeform 21"/>
            <p:cNvSpPr>
              <a:spLocks noEditPoints="1"/>
            </p:cNvSpPr>
            <p:nvPr/>
          </p:nvSpPr>
          <p:spPr bwMode="auto">
            <a:xfrm>
              <a:off x="890588" y="15541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tr-TR"/>
            </a:p>
          </p:txBody>
        </p:sp>
        <p:sp>
          <p:nvSpPr>
            <p:cNvPr id="29" name="Freeform 22"/>
            <p:cNvSpPr/>
            <p:nvPr/>
          </p:nvSpPr>
          <p:spPr bwMode="auto">
            <a:xfrm>
              <a:off x="738188" y="5622925"/>
              <a:ext cx="338138" cy="1216025"/>
            </a:xfrm>
            <a:custGeom>
              <a:avLst/>
              <a:gdLst/>
              <a:ahLst/>
              <a:cxnLst/>
              <a:rect l="0" t="0" r="r" b="b"/>
              <a:pathLst>
                <a:path w="213" h="766">
                  <a:moveTo>
                    <a:pt x="213" y="766"/>
                  </a:moveTo>
                  <a:lnTo>
                    <a:pt x="195" y="766"/>
                  </a:lnTo>
                  <a:lnTo>
                    <a:pt x="195" y="464"/>
                  </a:lnTo>
                  <a:lnTo>
                    <a:pt x="0" y="6"/>
                  </a:lnTo>
                  <a:lnTo>
                    <a:pt x="12" y="0"/>
                  </a:lnTo>
                  <a:lnTo>
                    <a:pt x="213" y="461"/>
                  </a:lnTo>
                  <a:lnTo>
                    <a:pt x="213" y="76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tr-TR"/>
            </a:p>
          </p:txBody>
        </p:sp>
        <p:sp>
          <p:nvSpPr>
            <p:cNvPr id="30" name="Freeform 23"/>
            <p:cNvSpPr>
              <a:spLocks noEditPoints="1"/>
            </p:cNvSpPr>
            <p:nvPr/>
          </p:nvSpPr>
          <p:spPr bwMode="auto">
            <a:xfrm>
              <a:off x="647700" y="5480050"/>
              <a:ext cx="157163" cy="157163"/>
            </a:xfrm>
            <a:custGeom>
              <a:avLst/>
              <a:gdLst/>
              <a:ahLst/>
              <a:cxnLst/>
              <a:rect l="0" t="0" r="r" b="b"/>
              <a:pathLst>
                <a:path w="33" h="33">
                  <a:moveTo>
                    <a:pt x="17" y="33"/>
                  </a:moveTo>
                  <a:cubicBezTo>
                    <a:pt x="8" y="33"/>
                    <a:pt x="0" y="26"/>
                    <a:pt x="0" y="17"/>
                  </a:cubicBezTo>
                  <a:cubicBezTo>
                    <a:pt x="0" y="8"/>
                    <a:pt x="8" y="0"/>
                    <a:pt x="17" y="0"/>
                  </a:cubicBezTo>
                  <a:cubicBezTo>
                    <a:pt x="26" y="0"/>
                    <a:pt x="33" y="8"/>
                    <a:pt x="33" y="17"/>
                  </a:cubicBezTo>
                  <a:cubicBezTo>
                    <a:pt x="33" y="26"/>
                    <a:pt x="26" y="33"/>
                    <a:pt x="17" y="33"/>
                  </a:cubicBezTo>
                  <a:close/>
                  <a:moveTo>
                    <a:pt x="17" y="4"/>
                  </a:moveTo>
                  <a:cubicBezTo>
                    <a:pt x="10" y="4"/>
                    <a:pt x="4" y="10"/>
                    <a:pt x="4" y="17"/>
                  </a:cubicBezTo>
                  <a:cubicBezTo>
                    <a:pt x="4" y="24"/>
                    <a:pt x="10" y="29"/>
                    <a:pt x="17" y="29"/>
                  </a:cubicBezTo>
                  <a:cubicBezTo>
                    <a:pt x="23" y="29"/>
                    <a:pt x="29" y="24"/>
                    <a:pt x="29" y="17"/>
                  </a:cubicBezTo>
                  <a:cubicBezTo>
                    <a:pt x="29" y="10"/>
                    <a:pt x="23"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tr-TR"/>
            </a:p>
          </p:txBody>
        </p:sp>
        <p:sp>
          <p:nvSpPr>
            <p:cNvPr id="31" name="Freeform 24"/>
            <p:cNvSpPr>
              <a:spLocks noEditPoints="1"/>
            </p:cNvSpPr>
            <p:nvPr/>
          </p:nvSpPr>
          <p:spPr bwMode="auto">
            <a:xfrm>
              <a:off x="66675" y="903288"/>
              <a:ext cx="190500" cy="190500"/>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2"/>
                    <a:pt x="4" y="20"/>
                  </a:cubicBezTo>
                  <a:cubicBezTo>
                    <a:pt x="4" y="29"/>
                    <a:pt x="12" y="36"/>
                    <a:pt x="20" y="36"/>
                  </a:cubicBezTo>
                  <a:cubicBezTo>
                    <a:pt x="29" y="36"/>
                    <a:pt x="36" y="29"/>
                    <a:pt x="36" y="20"/>
                  </a:cubicBezTo>
                  <a:cubicBezTo>
                    <a:pt x="36" y="12"/>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tr-TR"/>
            </a:p>
          </p:txBody>
        </p:sp>
        <p:sp>
          <p:nvSpPr>
            <p:cNvPr id="32" name="Freeform 25"/>
            <p:cNvSpPr/>
            <p:nvPr/>
          </p:nvSpPr>
          <p:spPr bwMode="auto">
            <a:xfrm>
              <a:off x="0" y="3897313"/>
              <a:ext cx="133350" cy="266700"/>
            </a:xfrm>
            <a:custGeom>
              <a:avLst/>
              <a:gdLst/>
              <a:ahLst/>
              <a:cxnLst/>
              <a:rect l="0" t="0" r="r" b="b"/>
              <a:pathLst>
                <a:path w="84" h="168">
                  <a:moveTo>
                    <a:pt x="69" y="168"/>
                  </a:moveTo>
                  <a:lnTo>
                    <a:pt x="0" y="6"/>
                  </a:lnTo>
                  <a:lnTo>
                    <a:pt x="12" y="0"/>
                  </a:lnTo>
                  <a:lnTo>
                    <a:pt x="84" y="162"/>
                  </a:lnTo>
                  <a:lnTo>
                    <a:pt x="69" y="16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tr-TR"/>
            </a:p>
          </p:txBody>
        </p:sp>
        <p:sp>
          <p:nvSpPr>
            <p:cNvPr id="33" name="Freeform 26"/>
            <p:cNvSpPr>
              <a:spLocks noEditPoints="1"/>
            </p:cNvSpPr>
            <p:nvPr/>
          </p:nvSpPr>
          <p:spPr bwMode="auto">
            <a:xfrm>
              <a:off x="66675" y="414972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tr-TR"/>
            </a:p>
          </p:txBody>
        </p:sp>
        <p:sp>
          <p:nvSpPr>
            <p:cNvPr id="34" name="Freeform 27"/>
            <p:cNvSpPr/>
            <p:nvPr/>
          </p:nvSpPr>
          <p:spPr bwMode="auto">
            <a:xfrm>
              <a:off x="0" y="1644650"/>
              <a:ext cx="133350" cy="269875"/>
            </a:xfrm>
            <a:custGeom>
              <a:avLst/>
              <a:gdLst/>
              <a:ahLst/>
              <a:cxnLst/>
              <a:rect l="0" t="0" r="r" b="b"/>
              <a:pathLst>
                <a:path w="84" h="170">
                  <a:moveTo>
                    <a:pt x="12" y="170"/>
                  </a:moveTo>
                  <a:lnTo>
                    <a:pt x="0" y="164"/>
                  </a:lnTo>
                  <a:lnTo>
                    <a:pt x="69" y="0"/>
                  </a:lnTo>
                  <a:lnTo>
                    <a:pt x="84" y="6"/>
                  </a:lnTo>
                  <a:lnTo>
                    <a:pt x="12" y="17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tr-TR"/>
            </a:p>
          </p:txBody>
        </p:sp>
        <p:sp>
          <p:nvSpPr>
            <p:cNvPr id="35" name="Freeform 28"/>
            <p:cNvSpPr>
              <a:spLocks noEditPoints="1"/>
            </p:cNvSpPr>
            <p:nvPr/>
          </p:nvSpPr>
          <p:spPr bwMode="auto">
            <a:xfrm>
              <a:off x="66675" y="146843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tr-TR"/>
            </a:p>
          </p:txBody>
        </p:sp>
        <p:sp>
          <p:nvSpPr>
            <p:cNvPr id="36" name="Freeform 29"/>
            <p:cNvSpPr/>
            <p:nvPr/>
          </p:nvSpPr>
          <p:spPr bwMode="auto">
            <a:xfrm>
              <a:off x="695325" y="4763"/>
              <a:ext cx="309563" cy="1558925"/>
            </a:xfrm>
            <a:custGeom>
              <a:avLst/>
              <a:gdLst/>
              <a:ahLst/>
              <a:cxnLst/>
              <a:rect l="0" t="0" r="r" b="b"/>
              <a:pathLst>
                <a:path w="195" h="982">
                  <a:moveTo>
                    <a:pt x="195" y="982"/>
                  </a:moveTo>
                  <a:lnTo>
                    <a:pt x="177" y="982"/>
                  </a:lnTo>
                  <a:lnTo>
                    <a:pt x="177" y="805"/>
                  </a:lnTo>
                  <a:lnTo>
                    <a:pt x="0" y="629"/>
                  </a:lnTo>
                  <a:lnTo>
                    <a:pt x="0" y="0"/>
                  </a:lnTo>
                  <a:lnTo>
                    <a:pt x="18" y="0"/>
                  </a:lnTo>
                  <a:lnTo>
                    <a:pt x="18" y="623"/>
                  </a:lnTo>
                  <a:lnTo>
                    <a:pt x="195" y="796"/>
                  </a:lnTo>
                  <a:lnTo>
                    <a:pt x="195" y="98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tr-TR"/>
            </a:p>
          </p:txBody>
        </p:sp>
        <p:sp>
          <p:nvSpPr>
            <p:cNvPr id="37" name="Freeform 30"/>
            <p:cNvSpPr>
              <a:spLocks noEditPoints="1"/>
            </p:cNvSpPr>
            <p:nvPr/>
          </p:nvSpPr>
          <p:spPr bwMode="auto">
            <a:xfrm>
              <a:off x="57150" y="48815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tr-TR"/>
            </a:p>
          </p:txBody>
        </p:sp>
        <p:sp>
          <p:nvSpPr>
            <p:cNvPr id="38" name="Freeform 31"/>
            <p:cNvSpPr/>
            <p:nvPr/>
          </p:nvSpPr>
          <p:spPr bwMode="auto">
            <a:xfrm>
              <a:off x="138113" y="5060950"/>
              <a:ext cx="304800" cy="1778000"/>
            </a:xfrm>
            <a:custGeom>
              <a:avLst/>
              <a:gdLst/>
              <a:ahLst/>
              <a:cxnLst/>
              <a:rect l="0" t="0" r="r" b="b"/>
              <a:pathLst>
                <a:path w="192" h="1120">
                  <a:moveTo>
                    <a:pt x="192" y="1120"/>
                  </a:moveTo>
                  <a:lnTo>
                    <a:pt x="177" y="1120"/>
                  </a:lnTo>
                  <a:lnTo>
                    <a:pt x="177" y="360"/>
                  </a:lnTo>
                  <a:lnTo>
                    <a:pt x="0" y="183"/>
                  </a:lnTo>
                  <a:lnTo>
                    <a:pt x="0" y="0"/>
                  </a:lnTo>
                  <a:lnTo>
                    <a:pt x="15" y="0"/>
                  </a:lnTo>
                  <a:lnTo>
                    <a:pt x="15" y="177"/>
                  </a:lnTo>
                  <a:lnTo>
                    <a:pt x="192" y="354"/>
                  </a:lnTo>
                  <a:lnTo>
                    <a:pt x="192" y="112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tr-TR"/>
            </a:p>
          </p:txBody>
        </p:sp>
        <p:sp>
          <p:nvSpPr>
            <p:cNvPr id="39" name="Freeform 32"/>
            <p:cNvSpPr>
              <a:spLocks noEditPoints="1"/>
            </p:cNvSpPr>
            <p:nvPr/>
          </p:nvSpPr>
          <p:spPr bwMode="auto">
            <a:xfrm>
              <a:off x="561975" y="64309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tr-TR"/>
            </a:p>
          </p:txBody>
        </p:sp>
        <p:sp>
          <p:nvSpPr>
            <p:cNvPr id="40" name="Rectangle 33"/>
            <p:cNvSpPr>
              <a:spLocks noChangeArrowheads="1"/>
            </p:cNvSpPr>
            <p:nvPr/>
          </p:nvSpPr>
          <p:spPr bwMode="auto">
            <a:xfrm>
              <a:off x="642938" y="6610350"/>
              <a:ext cx="23813" cy="242888"/>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txBody>
            <a:bodyPr/>
            <a:lstStyle/>
            <a:p>
              <a:endParaRPr lang="tr-TR"/>
            </a:p>
          </p:txBody>
        </p:sp>
        <p:sp>
          <p:nvSpPr>
            <p:cNvPr id="41" name="Freeform 34"/>
            <p:cNvSpPr>
              <a:spLocks noEditPoints="1"/>
            </p:cNvSpPr>
            <p:nvPr/>
          </p:nvSpPr>
          <p:spPr bwMode="auto">
            <a:xfrm>
              <a:off x="76200" y="6430963"/>
              <a:ext cx="190500" cy="188913"/>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tr-TR"/>
            </a:p>
          </p:txBody>
        </p:sp>
        <p:sp>
          <p:nvSpPr>
            <p:cNvPr id="42" name="Freeform 35"/>
            <p:cNvSpPr/>
            <p:nvPr/>
          </p:nvSpPr>
          <p:spPr bwMode="auto">
            <a:xfrm>
              <a:off x="0" y="5978525"/>
              <a:ext cx="190500" cy="461963"/>
            </a:xfrm>
            <a:custGeom>
              <a:avLst/>
              <a:gdLst/>
              <a:ahLst/>
              <a:cxnLst/>
              <a:rect l="0" t="0" r="r" b="b"/>
              <a:pathLst>
                <a:path w="120" h="291">
                  <a:moveTo>
                    <a:pt x="120" y="291"/>
                  </a:moveTo>
                  <a:lnTo>
                    <a:pt x="105" y="291"/>
                  </a:lnTo>
                  <a:lnTo>
                    <a:pt x="105" y="114"/>
                  </a:lnTo>
                  <a:lnTo>
                    <a:pt x="0" y="9"/>
                  </a:lnTo>
                  <a:lnTo>
                    <a:pt x="12" y="0"/>
                  </a:lnTo>
                  <a:lnTo>
                    <a:pt x="120" y="108"/>
                  </a:lnTo>
                  <a:lnTo>
                    <a:pt x="120" y="29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tr-TR"/>
            </a:p>
          </p:txBody>
        </p:sp>
        <p:sp>
          <p:nvSpPr>
            <p:cNvPr id="43" name="Freeform 36"/>
            <p:cNvSpPr/>
            <p:nvPr/>
          </p:nvSpPr>
          <p:spPr bwMode="auto">
            <a:xfrm>
              <a:off x="1014413" y="1801813"/>
              <a:ext cx="214313" cy="755650"/>
            </a:xfrm>
            <a:custGeom>
              <a:avLst/>
              <a:gdLst/>
              <a:ahLst/>
              <a:cxnLst/>
              <a:rect l="0" t="0" r="r" b="b"/>
              <a:pathLst>
                <a:path w="135" h="476">
                  <a:moveTo>
                    <a:pt x="12" y="476"/>
                  </a:moveTo>
                  <a:lnTo>
                    <a:pt x="0" y="476"/>
                  </a:lnTo>
                  <a:lnTo>
                    <a:pt x="0" y="128"/>
                  </a:lnTo>
                  <a:lnTo>
                    <a:pt x="126" y="0"/>
                  </a:lnTo>
                  <a:lnTo>
                    <a:pt x="135" y="9"/>
                  </a:lnTo>
                  <a:lnTo>
                    <a:pt x="12" y="131"/>
                  </a:lnTo>
                  <a:lnTo>
                    <a:pt x="12" y="47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tr-TR"/>
            </a:p>
          </p:txBody>
        </p:sp>
        <p:sp>
          <p:nvSpPr>
            <p:cNvPr id="44" name="Freeform 37"/>
            <p:cNvSpPr>
              <a:spLocks noEditPoints="1"/>
            </p:cNvSpPr>
            <p:nvPr/>
          </p:nvSpPr>
          <p:spPr bwMode="auto">
            <a:xfrm>
              <a:off x="938213" y="2547938"/>
              <a:ext cx="166688" cy="160338"/>
            </a:xfrm>
            <a:custGeom>
              <a:avLst/>
              <a:gdLst/>
              <a:ahLst/>
              <a:cxnLst/>
              <a:rect l="0" t="0" r="r" b="b"/>
              <a:pathLst>
                <a:path w="35" h="34">
                  <a:moveTo>
                    <a:pt x="18" y="34"/>
                  </a:moveTo>
                  <a:cubicBezTo>
                    <a:pt x="8" y="34"/>
                    <a:pt x="0" y="26"/>
                    <a:pt x="0" y="17"/>
                  </a:cubicBezTo>
                  <a:cubicBezTo>
                    <a:pt x="0" y="7"/>
                    <a:pt x="8" y="0"/>
                    <a:pt x="18" y="0"/>
                  </a:cubicBezTo>
                  <a:cubicBezTo>
                    <a:pt x="27" y="0"/>
                    <a:pt x="35" y="7"/>
                    <a:pt x="35" y="17"/>
                  </a:cubicBezTo>
                  <a:cubicBezTo>
                    <a:pt x="35" y="26"/>
                    <a:pt x="27" y="34"/>
                    <a:pt x="18" y="34"/>
                  </a:cubicBezTo>
                  <a:close/>
                  <a:moveTo>
                    <a:pt x="18" y="4"/>
                  </a:moveTo>
                  <a:cubicBezTo>
                    <a:pt x="10" y="4"/>
                    <a:pt x="4" y="10"/>
                    <a:pt x="4" y="17"/>
                  </a:cubicBezTo>
                  <a:cubicBezTo>
                    <a:pt x="4" y="24"/>
                    <a:pt x="10" y="30"/>
                    <a:pt x="18" y="30"/>
                  </a:cubicBezTo>
                  <a:cubicBezTo>
                    <a:pt x="25" y="30"/>
                    <a:pt x="31" y="24"/>
                    <a:pt x="31" y="17"/>
                  </a:cubicBezTo>
                  <a:cubicBezTo>
                    <a:pt x="31" y="10"/>
                    <a:pt x="25" y="4"/>
                    <a:pt x="18"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tr-TR"/>
            </a:p>
          </p:txBody>
        </p:sp>
        <p:sp>
          <p:nvSpPr>
            <p:cNvPr id="45" name="Freeform 38"/>
            <p:cNvSpPr/>
            <p:nvPr/>
          </p:nvSpPr>
          <p:spPr bwMode="auto">
            <a:xfrm>
              <a:off x="595313" y="4763"/>
              <a:ext cx="638175" cy="4025900"/>
            </a:xfrm>
            <a:custGeom>
              <a:avLst/>
              <a:gdLst/>
              <a:ahLst/>
              <a:cxnLst/>
              <a:rect l="0" t="0" r="r" b="b"/>
              <a:pathLst>
                <a:path w="402" h="2536">
                  <a:moveTo>
                    <a:pt x="402" y="2536"/>
                  </a:moveTo>
                  <a:lnTo>
                    <a:pt x="387" y="2536"/>
                  </a:lnTo>
                  <a:lnTo>
                    <a:pt x="387" y="2311"/>
                  </a:lnTo>
                  <a:lnTo>
                    <a:pt x="0" y="1925"/>
                  </a:lnTo>
                  <a:lnTo>
                    <a:pt x="0" y="0"/>
                  </a:lnTo>
                  <a:lnTo>
                    <a:pt x="15" y="0"/>
                  </a:lnTo>
                  <a:lnTo>
                    <a:pt x="15" y="1916"/>
                  </a:lnTo>
                  <a:lnTo>
                    <a:pt x="402" y="2302"/>
                  </a:lnTo>
                  <a:lnTo>
                    <a:pt x="402" y="253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tr-TR"/>
            </a:p>
          </p:txBody>
        </p:sp>
        <p:sp>
          <p:nvSpPr>
            <p:cNvPr id="46" name="Freeform 39"/>
            <p:cNvSpPr/>
            <p:nvPr/>
          </p:nvSpPr>
          <p:spPr bwMode="auto">
            <a:xfrm>
              <a:off x="1223963"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tr-TR"/>
            </a:p>
          </p:txBody>
        </p:sp>
        <p:sp>
          <p:nvSpPr>
            <p:cNvPr id="47" name="Freeform 40"/>
            <p:cNvSpPr>
              <a:spLocks noEditPoints="1"/>
            </p:cNvSpPr>
            <p:nvPr/>
          </p:nvSpPr>
          <p:spPr bwMode="auto">
            <a:xfrm>
              <a:off x="1300163" y="1849438"/>
              <a:ext cx="109538" cy="107950"/>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tr-TR"/>
            </a:p>
          </p:txBody>
        </p:sp>
        <p:sp>
          <p:nvSpPr>
            <p:cNvPr id="48" name="Freeform 41"/>
            <p:cNvSpPr/>
            <p:nvPr/>
          </p:nvSpPr>
          <p:spPr bwMode="auto">
            <a:xfrm>
              <a:off x="280988" y="3417888"/>
              <a:ext cx="142875" cy="474663"/>
            </a:xfrm>
            <a:custGeom>
              <a:avLst/>
              <a:gdLst/>
              <a:ahLst/>
              <a:cxnLst/>
              <a:rect l="0" t="0" r="r" b="b"/>
              <a:pathLst>
                <a:path w="90" h="299">
                  <a:moveTo>
                    <a:pt x="12" y="299"/>
                  </a:moveTo>
                  <a:lnTo>
                    <a:pt x="0" y="299"/>
                  </a:lnTo>
                  <a:lnTo>
                    <a:pt x="0" y="80"/>
                  </a:lnTo>
                  <a:lnTo>
                    <a:pt x="81" y="0"/>
                  </a:lnTo>
                  <a:lnTo>
                    <a:pt x="90" y="8"/>
                  </a:lnTo>
                  <a:lnTo>
                    <a:pt x="12" y="83"/>
                  </a:lnTo>
                  <a:lnTo>
                    <a:pt x="12" y="299"/>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tr-TR"/>
            </a:p>
          </p:txBody>
        </p:sp>
        <p:sp>
          <p:nvSpPr>
            <p:cNvPr id="49" name="Freeform 42"/>
            <p:cNvSpPr>
              <a:spLocks noEditPoints="1"/>
            </p:cNvSpPr>
            <p:nvPr/>
          </p:nvSpPr>
          <p:spPr bwMode="auto">
            <a:xfrm>
              <a:off x="238125" y="3883025"/>
              <a:ext cx="109538" cy="109538"/>
            </a:xfrm>
            <a:custGeom>
              <a:avLst/>
              <a:gdLst/>
              <a:ahLst/>
              <a:cxnLst/>
              <a:rect l="0" t="0" r="r" b="b"/>
              <a:pathLst>
                <a:path w="23" h="23">
                  <a:moveTo>
                    <a:pt x="11" y="23"/>
                  </a:moveTo>
                  <a:cubicBezTo>
                    <a:pt x="5" y="23"/>
                    <a:pt x="0" y="18"/>
                    <a:pt x="0" y="12"/>
                  </a:cubicBezTo>
                  <a:cubicBezTo>
                    <a:pt x="0" y="5"/>
                    <a:pt x="5" y="0"/>
                    <a:pt x="11" y="0"/>
                  </a:cubicBezTo>
                  <a:cubicBezTo>
                    <a:pt x="17" y="0"/>
                    <a:pt x="23" y="5"/>
                    <a:pt x="23" y="12"/>
                  </a:cubicBezTo>
                  <a:cubicBezTo>
                    <a:pt x="23" y="18"/>
                    <a:pt x="17" y="23"/>
                    <a:pt x="11" y="23"/>
                  </a:cubicBezTo>
                  <a:close/>
                  <a:moveTo>
                    <a:pt x="11" y="4"/>
                  </a:moveTo>
                  <a:cubicBezTo>
                    <a:pt x="7" y="4"/>
                    <a:pt x="4" y="8"/>
                    <a:pt x="4" y="12"/>
                  </a:cubicBezTo>
                  <a:cubicBezTo>
                    <a:pt x="4" y="16"/>
                    <a:pt x="7" y="19"/>
                    <a:pt x="11" y="19"/>
                  </a:cubicBezTo>
                  <a:cubicBezTo>
                    <a:pt x="15" y="19"/>
                    <a:pt x="19" y="16"/>
                    <a:pt x="19" y="12"/>
                  </a:cubicBezTo>
                  <a:cubicBezTo>
                    <a:pt x="19" y="8"/>
                    <a:pt x="15" y="4"/>
                    <a:pt x="11"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tr-TR"/>
            </a:p>
          </p:txBody>
        </p:sp>
        <p:sp>
          <p:nvSpPr>
            <p:cNvPr id="50" name="Freeform 43"/>
            <p:cNvSpPr/>
            <p:nvPr/>
          </p:nvSpPr>
          <p:spPr bwMode="auto">
            <a:xfrm>
              <a:off x="4763" y="2166938"/>
              <a:ext cx="114300" cy="452438"/>
            </a:xfrm>
            <a:custGeom>
              <a:avLst/>
              <a:gdLst/>
              <a:ahLst/>
              <a:cxnLst/>
              <a:rect l="0" t="0" r="r" b="b"/>
              <a:pathLst>
                <a:path w="72" h="285">
                  <a:moveTo>
                    <a:pt x="6" y="285"/>
                  </a:moveTo>
                  <a:lnTo>
                    <a:pt x="0" y="276"/>
                  </a:lnTo>
                  <a:lnTo>
                    <a:pt x="60" y="216"/>
                  </a:lnTo>
                  <a:lnTo>
                    <a:pt x="60" y="0"/>
                  </a:lnTo>
                  <a:lnTo>
                    <a:pt x="72" y="0"/>
                  </a:lnTo>
                  <a:lnTo>
                    <a:pt x="72" y="222"/>
                  </a:lnTo>
                  <a:lnTo>
                    <a:pt x="6" y="28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tr-TR"/>
            </a:p>
          </p:txBody>
        </p:sp>
        <p:sp>
          <p:nvSpPr>
            <p:cNvPr id="51" name="Freeform 44"/>
            <p:cNvSpPr>
              <a:spLocks noEditPoints="1"/>
            </p:cNvSpPr>
            <p:nvPr/>
          </p:nvSpPr>
          <p:spPr bwMode="auto">
            <a:xfrm>
              <a:off x="52388" y="2066925"/>
              <a:ext cx="109538" cy="109538"/>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tr-TR"/>
            </a:p>
          </p:txBody>
        </p:sp>
        <p:sp>
          <p:nvSpPr>
            <p:cNvPr id="52" name="Rectangle 45"/>
            <p:cNvSpPr>
              <a:spLocks noChangeArrowheads="1"/>
            </p:cNvSpPr>
            <p:nvPr/>
          </p:nvSpPr>
          <p:spPr bwMode="auto">
            <a:xfrm>
              <a:off x="1228725" y="4662488"/>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txBody>
            <a:bodyPr/>
            <a:lstStyle/>
            <a:p>
              <a:endParaRPr lang="tr-TR"/>
            </a:p>
          </p:txBody>
        </p:sp>
        <p:sp>
          <p:nvSpPr>
            <p:cNvPr id="53" name="Freeform 46"/>
            <p:cNvSpPr/>
            <p:nvPr/>
          </p:nvSpPr>
          <p:spPr bwMode="auto">
            <a:xfrm>
              <a:off x="1319213" y="5041900"/>
              <a:ext cx="371475" cy="1801813"/>
            </a:xfrm>
            <a:custGeom>
              <a:avLst/>
              <a:gdLst/>
              <a:ahLst/>
              <a:cxnLst/>
              <a:rect l="0" t="0" r="r" b="b"/>
              <a:pathLst>
                <a:path w="234" h="1135">
                  <a:moveTo>
                    <a:pt x="15" y="1135"/>
                  </a:moveTo>
                  <a:lnTo>
                    <a:pt x="0" y="1135"/>
                  </a:lnTo>
                  <a:lnTo>
                    <a:pt x="0" y="515"/>
                  </a:lnTo>
                  <a:lnTo>
                    <a:pt x="0" y="512"/>
                  </a:lnTo>
                  <a:lnTo>
                    <a:pt x="219" y="0"/>
                  </a:lnTo>
                  <a:lnTo>
                    <a:pt x="234" y="6"/>
                  </a:lnTo>
                  <a:lnTo>
                    <a:pt x="15" y="518"/>
                  </a:lnTo>
                  <a:lnTo>
                    <a:pt x="15"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tr-TR"/>
            </a:p>
          </p:txBody>
        </p:sp>
        <p:sp>
          <p:nvSpPr>
            <p:cNvPr id="54" name="Freeform 47"/>
            <p:cNvSpPr>
              <a:spLocks noEditPoints="1"/>
            </p:cNvSpPr>
            <p:nvPr/>
          </p:nvSpPr>
          <p:spPr bwMode="auto">
            <a:xfrm>
              <a:off x="1147763"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tr-TR"/>
            </a:p>
          </p:txBody>
        </p:sp>
        <p:sp>
          <p:nvSpPr>
            <p:cNvPr id="55" name="Freeform 48"/>
            <p:cNvSpPr/>
            <p:nvPr/>
          </p:nvSpPr>
          <p:spPr bwMode="auto">
            <a:xfrm>
              <a:off x="819150" y="3983038"/>
              <a:ext cx="347663" cy="2860675"/>
            </a:xfrm>
            <a:custGeom>
              <a:avLst/>
              <a:gdLst/>
              <a:ahLst/>
              <a:cxnLst/>
              <a:rect l="0" t="0" r="r" b="b"/>
              <a:pathLst>
                <a:path w="219" h="1802">
                  <a:moveTo>
                    <a:pt x="219" y="1802"/>
                  </a:moveTo>
                  <a:lnTo>
                    <a:pt x="201" y="1802"/>
                  </a:lnTo>
                  <a:lnTo>
                    <a:pt x="201" y="1185"/>
                  </a:lnTo>
                  <a:lnTo>
                    <a:pt x="0" y="3"/>
                  </a:lnTo>
                  <a:lnTo>
                    <a:pt x="15" y="0"/>
                  </a:lnTo>
                  <a:lnTo>
                    <a:pt x="219" y="1185"/>
                  </a:lnTo>
                  <a:lnTo>
                    <a:pt x="219" y="180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tr-TR"/>
            </a:p>
          </p:txBody>
        </p:sp>
        <p:sp>
          <p:nvSpPr>
            <p:cNvPr id="56" name="Freeform 49"/>
            <p:cNvSpPr>
              <a:spLocks noEditPoints="1"/>
            </p:cNvSpPr>
            <p:nvPr/>
          </p:nvSpPr>
          <p:spPr bwMode="auto">
            <a:xfrm>
              <a:off x="728663" y="3806825"/>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tr-TR"/>
            </a:p>
          </p:txBody>
        </p:sp>
        <p:sp>
          <p:nvSpPr>
            <p:cNvPr id="57" name="Freeform 50"/>
            <p:cNvSpPr>
              <a:spLocks noEditPoints="1"/>
            </p:cNvSpPr>
            <p:nvPr/>
          </p:nvSpPr>
          <p:spPr bwMode="auto">
            <a:xfrm>
              <a:off x="1624013"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tr-TR"/>
            </a:p>
          </p:txBody>
        </p:sp>
        <p:sp>
          <p:nvSpPr>
            <p:cNvPr id="58" name="Freeform 51"/>
            <p:cNvSpPr/>
            <p:nvPr/>
          </p:nvSpPr>
          <p:spPr bwMode="auto">
            <a:xfrm>
              <a:off x="1404938" y="5422900"/>
              <a:ext cx="371475" cy="1425575"/>
            </a:xfrm>
            <a:custGeom>
              <a:avLst/>
              <a:gdLst/>
              <a:ahLst/>
              <a:cxnLst/>
              <a:rect l="0" t="0" r="r" b="b"/>
              <a:pathLst>
                <a:path w="234" h="898">
                  <a:moveTo>
                    <a:pt x="18" y="898"/>
                  </a:moveTo>
                  <a:lnTo>
                    <a:pt x="0" y="898"/>
                  </a:lnTo>
                  <a:lnTo>
                    <a:pt x="0" y="515"/>
                  </a:lnTo>
                  <a:lnTo>
                    <a:pt x="0" y="512"/>
                  </a:lnTo>
                  <a:lnTo>
                    <a:pt x="222" y="0"/>
                  </a:lnTo>
                  <a:lnTo>
                    <a:pt x="234" y="6"/>
                  </a:lnTo>
                  <a:lnTo>
                    <a:pt x="18" y="518"/>
                  </a:lnTo>
                  <a:lnTo>
                    <a:pt x="18"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tr-TR"/>
            </a:p>
          </p:txBody>
        </p:sp>
        <p:sp>
          <p:nvSpPr>
            <p:cNvPr id="59" name="Freeform 52"/>
            <p:cNvSpPr/>
            <p:nvPr/>
          </p:nvSpPr>
          <p:spPr bwMode="auto">
            <a:xfrm>
              <a:off x="1666875"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tr-TR"/>
            </a:p>
          </p:txBody>
        </p:sp>
        <p:sp>
          <p:nvSpPr>
            <p:cNvPr id="60" name="Freeform 53"/>
            <p:cNvSpPr>
              <a:spLocks noEditPoints="1"/>
            </p:cNvSpPr>
            <p:nvPr/>
          </p:nvSpPr>
          <p:spPr bwMode="auto">
            <a:xfrm>
              <a:off x="1709738"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tr-TR"/>
            </a:p>
          </p:txBody>
        </p:sp>
        <p:sp>
          <p:nvSpPr>
            <p:cNvPr id="61" name="Freeform 54"/>
            <p:cNvSpPr>
              <a:spLocks noEditPoints="1"/>
            </p:cNvSpPr>
            <p:nvPr/>
          </p:nvSpPr>
          <p:spPr bwMode="auto">
            <a:xfrm>
              <a:off x="1709738"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tr-TR"/>
            </a:p>
          </p:txBody>
        </p:sp>
        <p:sp>
          <p:nvSpPr>
            <p:cNvPr id="62" name="Freeform 55"/>
            <p:cNvSpPr/>
            <p:nvPr/>
          </p:nvSpPr>
          <p:spPr bwMode="auto">
            <a:xfrm>
              <a:off x="1766888" y="6330950"/>
              <a:ext cx="419100" cy="527050"/>
            </a:xfrm>
            <a:custGeom>
              <a:avLst/>
              <a:gdLst/>
              <a:ahLst/>
              <a:cxnLst/>
              <a:rect l="0" t="0" r="r" b="b"/>
              <a:pathLst>
                <a:path w="264" h="332">
                  <a:moveTo>
                    <a:pt x="12" y="332"/>
                  </a:moveTo>
                  <a:lnTo>
                    <a:pt x="0" y="326"/>
                  </a:lnTo>
                  <a:lnTo>
                    <a:pt x="45" y="206"/>
                  </a:lnTo>
                  <a:lnTo>
                    <a:pt x="255" y="0"/>
                  </a:lnTo>
                  <a:lnTo>
                    <a:pt x="264" y="12"/>
                  </a:lnTo>
                  <a:lnTo>
                    <a:pt x="60" y="215"/>
                  </a:lnTo>
                  <a:lnTo>
                    <a:pt x="12" y="33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tr-TR"/>
            </a:p>
          </p:txBody>
        </p:sp>
        <p:sp>
          <p:nvSpPr>
            <p:cNvPr id="63" name="Freeform 56"/>
            <p:cNvSpPr>
              <a:spLocks noEditPoints="1"/>
            </p:cNvSpPr>
            <p:nvPr/>
          </p:nvSpPr>
          <p:spPr bwMode="auto">
            <a:xfrm>
              <a:off x="2147888"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tr-TR"/>
            </a:p>
          </p:txBody>
        </p:sp>
        <p:sp>
          <p:nvSpPr>
            <p:cNvPr id="64" name="Freeform 57"/>
            <p:cNvSpPr/>
            <p:nvPr/>
          </p:nvSpPr>
          <p:spPr bwMode="auto">
            <a:xfrm>
              <a:off x="504825" y="9525"/>
              <a:ext cx="233363" cy="5103813"/>
            </a:xfrm>
            <a:custGeom>
              <a:avLst/>
              <a:gdLst/>
              <a:ahLst/>
              <a:cxnLst/>
              <a:rect l="0" t="0" r="r" b="b"/>
              <a:pathLst>
                <a:path w="147" h="3215">
                  <a:moveTo>
                    <a:pt x="132" y="3215"/>
                  </a:moveTo>
                  <a:lnTo>
                    <a:pt x="129" y="2754"/>
                  </a:lnTo>
                  <a:lnTo>
                    <a:pt x="0" y="1901"/>
                  </a:lnTo>
                  <a:lnTo>
                    <a:pt x="0" y="0"/>
                  </a:lnTo>
                  <a:lnTo>
                    <a:pt x="15" y="0"/>
                  </a:lnTo>
                  <a:lnTo>
                    <a:pt x="15" y="1898"/>
                  </a:lnTo>
                  <a:lnTo>
                    <a:pt x="144" y="2754"/>
                  </a:lnTo>
                  <a:lnTo>
                    <a:pt x="147" y="3215"/>
                  </a:lnTo>
                  <a:lnTo>
                    <a:pt x="132" y="321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tr-TR"/>
            </a:p>
          </p:txBody>
        </p:sp>
        <p:sp>
          <p:nvSpPr>
            <p:cNvPr id="65" name="Freeform 58"/>
            <p:cNvSpPr>
              <a:spLocks noEditPoints="1"/>
            </p:cNvSpPr>
            <p:nvPr/>
          </p:nvSpPr>
          <p:spPr bwMode="auto">
            <a:xfrm>
              <a:off x="633413" y="5103813"/>
              <a:ext cx="185738" cy="185738"/>
            </a:xfrm>
            <a:custGeom>
              <a:avLst/>
              <a:gdLst/>
              <a:ahLst/>
              <a:cxnLst/>
              <a:rect l="0" t="0" r="r" b="b"/>
              <a:pathLst>
                <a:path w="39" h="39">
                  <a:moveTo>
                    <a:pt x="20" y="39"/>
                  </a:moveTo>
                  <a:cubicBezTo>
                    <a:pt x="9" y="39"/>
                    <a:pt x="0" y="30"/>
                    <a:pt x="0" y="19"/>
                  </a:cubicBezTo>
                  <a:cubicBezTo>
                    <a:pt x="0" y="9"/>
                    <a:pt x="9" y="0"/>
                    <a:pt x="20" y="0"/>
                  </a:cubicBezTo>
                  <a:cubicBezTo>
                    <a:pt x="30" y="0"/>
                    <a:pt x="39" y="9"/>
                    <a:pt x="39" y="19"/>
                  </a:cubicBezTo>
                  <a:cubicBezTo>
                    <a:pt x="39" y="30"/>
                    <a:pt x="30" y="39"/>
                    <a:pt x="20" y="39"/>
                  </a:cubicBezTo>
                  <a:close/>
                  <a:moveTo>
                    <a:pt x="20" y="4"/>
                  </a:moveTo>
                  <a:cubicBezTo>
                    <a:pt x="11" y="4"/>
                    <a:pt x="4" y="11"/>
                    <a:pt x="4" y="19"/>
                  </a:cubicBezTo>
                  <a:cubicBezTo>
                    <a:pt x="4" y="28"/>
                    <a:pt x="11" y="35"/>
                    <a:pt x="20" y="35"/>
                  </a:cubicBezTo>
                  <a:cubicBezTo>
                    <a:pt x="28" y="35"/>
                    <a:pt x="35" y="28"/>
                    <a:pt x="35" y="19"/>
                  </a:cubicBezTo>
                  <a:cubicBezTo>
                    <a:pt x="35"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tr-TR"/>
            </a:p>
          </p:txBody>
        </p:sp>
      </p:grpSp>
      <p:sp>
        <p:nvSpPr>
          <p:cNvPr id="2" name="Title 1"/>
          <p:cNvSpPr>
            <a:spLocks noGrp="1"/>
          </p:cNvSpPr>
          <p:nvPr>
            <p:ph type="ctrTitle"/>
          </p:nvPr>
        </p:nvSpPr>
        <p:spPr>
          <a:xfrm>
            <a:off x="1876424" y="1122363"/>
            <a:ext cx="8791575" cy="2387600"/>
          </a:xfrm>
        </p:spPr>
        <p:txBody>
          <a:bodyPr anchor="b">
            <a:normAutofit/>
          </a:bodyPr>
          <a:lstStyle>
            <a:lvl1pPr algn="l">
              <a:defRPr sz="4800"/>
            </a:lvl1pPr>
          </a:lstStyle>
          <a:p>
            <a:r>
              <a:rPr lang="tr-TR"/>
              <a:t>Asıl başlık stilini düzenlemek için tıklayın</a:t>
            </a:r>
            <a:endParaRPr lang="en-US" dirty="0"/>
          </a:p>
        </p:txBody>
      </p:sp>
      <p:sp>
        <p:nvSpPr>
          <p:cNvPr id="3" name="Subtitle 2"/>
          <p:cNvSpPr>
            <a:spLocks noGrp="1"/>
          </p:cNvSpPr>
          <p:nvPr>
            <p:ph type="subTitle" idx="1"/>
          </p:nvPr>
        </p:nvSpPr>
        <p:spPr>
          <a:xfrm>
            <a:off x="1876424" y="3602038"/>
            <a:ext cx="8791575" cy="1655762"/>
          </a:xfrm>
        </p:spPr>
        <p:txBody>
          <a:bodyPr>
            <a:normAutofit/>
          </a:bodyPr>
          <a:lstStyle>
            <a:lvl1pPr marL="0" indent="0" algn="l">
              <a:buNone/>
              <a:defRPr sz="2000" cap="all" baseline="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tr-TR"/>
              <a:t>Asıl alt başlık stilini düzenlemek için tıklayın</a:t>
            </a:r>
            <a:endParaRPr lang="en-US" dirty="0"/>
          </a:p>
        </p:txBody>
      </p:sp>
      <p:sp>
        <p:nvSpPr>
          <p:cNvPr id="4" name="Date Placeholder 3"/>
          <p:cNvSpPr>
            <a:spLocks noGrp="1"/>
          </p:cNvSpPr>
          <p:nvPr>
            <p:ph type="dt" sz="half" idx="10"/>
          </p:nvPr>
        </p:nvSpPr>
        <p:spPr>
          <a:xfrm>
            <a:off x="7077511" y="5410201"/>
            <a:ext cx="2743200" cy="365125"/>
          </a:xfrm>
        </p:spPr>
        <p:txBody>
          <a:bodyPr/>
          <a:lstStyle/>
          <a:p>
            <a:fld id="{79FEE7EB-8EC5-4AEA-AC57-136CBD526C0D}" type="datetime1">
              <a:rPr lang="en-US" smtClean="0"/>
              <a:t>3/2/2026</a:t>
            </a:fld>
            <a:endParaRPr lang="en-US"/>
          </a:p>
        </p:txBody>
      </p:sp>
      <p:sp>
        <p:nvSpPr>
          <p:cNvPr id="5" name="Footer Placeholder 4"/>
          <p:cNvSpPr>
            <a:spLocks noGrp="1"/>
          </p:cNvSpPr>
          <p:nvPr>
            <p:ph type="ftr" sz="quarter" idx="11"/>
          </p:nvPr>
        </p:nvSpPr>
        <p:spPr>
          <a:xfrm>
            <a:off x="1876424" y="5410201"/>
            <a:ext cx="5124886" cy="365125"/>
          </a:xfrm>
        </p:spPr>
        <p:txBody>
          <a:bodyPr/>
          <a:lstStyle/>
          <a:p>
            <a:r>
              <a:rPr lang="en-US"/>
              <a:t>MEHMET FATİH KARAKAŞ</a:t>
            </a:r>
            <a:endParaRPr lang="en-US" dirty="0"/>
          </a:p>
        </p:txBody>
      </p:sp>
      <p:sp>
        <p:nvSpPr>
          <p:cNvPr id="6" name="Slide Number Placeholder 5"/>
          <p:cNvSpPr>
            <a:spLocks noGrp="1"/>
          </p:cNvSpPr>
          <p:nvPr>
            <p:ph type="sldNum" sz="quarter" idx="12"/>
          </p:nvPr>
        </p:nvSpPr>
        <p:spPr>
          <a:xfrm>
            <a:off x="9896911" y="5410199"/>
            <a:ext cx="771089" cy="365125"/>
          </a:xfrm>
        </p:spPr>
        <p:txBody>
          <a:bodyPr/>
          <a:lstStyle/>
          <a:p>
            <a:fld id="{148CC95F-0247-41B6-91CF-DC97C76A7088}" type="slidenum">
              <a:rPr lang="en-US" smtClean="0"/>
              <a:pPr/>
              <a:t>‹#›</a:t>
            </a:fld>
            <a:endParaRPr lang="en-US"/>
          </a:p>
        </p:txBody>
      </p:sp>
    </p:spTree>
    <p:extLst>
      <p:ext uri="{BB962C8B-B14F-4D97-AF65-F5344CB8AC3E}">
        <p14:creationId xmlns:p14="http://schemas.microsoft.com/office/powerpoint/2010/main" val="8991963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Başlık ve İçerik">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tr-TR"/>
              <a:t>Asıl başlık stilini düzenlemek için tıklayın</a:t>
            </a:r>
            <a:endParaRPr lang="en-US" dirty="0"/>
          </a:p>
        </p:txBody>
      </p:sp>
      <p:sp>
        <p:nvSpPr>
          <p:cNvPr id="3" name="Content Placeholder 2"/>
          <p:cNvSpPr>
            <a:spLocks noGrp="1"/>
          </p:cNvSpPr>
          <p:nvPr>
            <p:ph idx="1"/>
          </p:nvPr>
        </p:nvSpPr>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dirty="0"/>
          </a:p>
        </p:txBody>
      </p:sp>
      <p:sp>
        <p:nvSpPr>
          <p:cNvPr id="4" name="Date Placeholder 3"/>
          <p:cNvSpPr>
            <a:spLocks noGrp="1"/>
          </p:cNvSpPr>
          <p:nvPr>
            <p:ph type="dt" sz="half" idx="10"/>
          </p:nvPr>
        </p:nvSpPr>
        <p:spPr/>
        <p:txBody>
          <a:bodyPr/>
          <a:lstStyle/>
          <a:p>
            <a:fld id="{EDF2548C-32B5-40F3-8BD0-90FCC0835A82}" type="datetime1">
              <a:rPr lang="en-US" smtClean="0"/>
              <a:t>3/2/2026</a:t>
            </a:fld>
            <a:endParaRPr lang="en-US"/>
          </a:p>
        </p:txBody>
      </p:sp>
      <p:sp>
        <p:nvSpPr>
          <p:cNvPr id="5" name="Footer Placeholder 4"/>
          <p:cNvSpPr>
            <a:spLocks noGrp="1"/>
          </p:cNvSpPr>
          <p:nvPr>
            <p:ph type="ftr" sz="quarter" idx="11"/>
          </p:nvPr>
        </p:nvSpPr>
        <p:spPr/>
        <p:txBody>
          <a:bodyPr/>
          <a:lstStyle/>
          <a:p>
            <a:r>
              <a:rPr lang="en-US"/>
              <a:t>MEHMET FATİH KARAKAŞ</a:t>
            </a:r>
            <a:endParaRPr lang="en-US" dirty="0"/>
          </a:p>
        </p:txBody>
      </p:sp>
      <p:sp>
        <p:nvSpPr>
          <p:cNvPr id="6" name="Slide Number Placeholder 5"/>
          <p:cNvSpPr>
            <a:spLocks noGrp="1"/>
          </p:cNvSpPr>
          <p:nvPr>
            <p:ph type="sldNum" sz="quarter" idx="12"/>
          </p:nvPr>
        </p:nvSpPr>
        <p:spPr/>
        <p:txBody>
          <a:bodyPr/>
          <a:lstStyle/>
          <a:p>
            <a:fld id="{148CC95F-0247-41B6-91CF-DC97C76A7088}" type="slidenum">
              <a:rPr lang="en-US" smtClean="0"/>
              <a:pPr/>
              <a:t>‹#›</a:t>
            </a:fld>
            <a:endParaRPr lang="en-US"/>
          </a:p>
        </p:txBody>
      </p:sp>
    </p:spTree>
    <p:extLst>
      <p:ext uri="{BB962C8B-B14F-4D97-AF65-F5344CB8AC3E}">
        <p14:creationId xmlns:p14="http://schemas.microsoft.com/office/powerpoint/2010/main" val="329129597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Bölüm Üst Bilgisi">
    <p:spTree>
      <p:nvGrpSpPr>
        <p:cNvPr id="1" name=""/>
        <p:cNvGrpSpPr/>
        <p:nvPr/>
      </p:nvGrpSpPr>
      <p:grpSpPr>
        <a:xfrm>
          <a:off x="0" y="0"/>
          <a:ext cx="0" cy="0"/>
          <a:chOff x="0" y="0"/>
          <a:chExt cx="0" cy="0"/>
        </a:xfrm>
      </p:grpSpPr>
      <p:sp>
        <p:nvSpPr>
          <p:cNvPr id="2" name="Title 1"/>
          <p:cNvSpPr>
            <a:spLocks noGrp="1"/>
          </p:cNvSpPr>
          <p:nvPr>
            <p:ph type="title"/>
          </p:nvPr>
        </p:nvSpPr>
        <p:spPr>
          <a:xfrm>
            <a:off x="1141411" y="1419226"/>
            <a:ext cx="9906000" cy="2852737"/>
          </a:xfrm>
        </p:spPr>
        <p:txBody>
          <a:bodyPr anchor="b">
            <a:normAutofit/>
          </a:bodyPr>
          <a:lstStyle>
            <a:lvl1pPr>
              <a:defRPr sz="3600"/>
            </a:lvl1pPr>
          </a:lstStyle>
          <a:p>
            <a:r>
              <a:rPr lang="tr-TR"/>
              <a:t>Asıl başlık stilini düzenlemek için tıklayın</a:t>
            </a:r>
            <a:endParaRPr lang="en-US" dirty="0"/>
          </a:p>
        </p:txBody>
      </p:sp>
      <p:sp>
        <p:nvSpPr>
          <p:cNvPr id="3" name="Text Placeholder 2"/>
          <p:cNvSpPr>
            <a:spLocks noGrp="1"/>
          </p:cNvSpPr>
          <p:nvPr>
            <p:ph type="body" idx="1"/>
          </p:nvPr>
        </p:nvSpPr>
        <p:spPr>
          <a:xfrm>
            <a:off x="1141411" y="4424362"/>
            <a:ext cx="9906000" cy="1374776"/>
          </a:xfrm>
        </p:spPr>
        <p:txBody>
          <a:bodyPr>
            <a:normAutofit/>
          </a:bodyPr>
          <a:lstStyle>
            <a:lvl1pPr marL="0" indent="0">
              <a:buNone/>
              <a:defRPr sz="1800" cap="all" baseline="0">
                <a:solidFill>
                  <a:schemeClr val="tx1">
                    <a:tint val="75000"/>
                  </a:schemeClr>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tr-TR"/>
              <a:t>Asıl metin stillerini düzenlemek için tıklayın</a:t>
            </a:r>
          </a:p>
        </p:txBody>
      </p:sp>
      <p:sp>
        <p:nvSpPr>
          <p:cNvPr id="4" name="Date Placeholder 3"/>
          <p:cNvSpPr>
            <a:spLocks noGrp="1"/>
          </p:cNvSpPr>
          <p:nvPr>
            <p:ph type="dt" sz="half" idx="10"/>
          </p:nvPr>
        </p:nvSpPr>
        <p:spPr/>
        <p:txBody>
          <a:bodyPr/>
          <a:lstStyle/>
          <a:p>
            <a:fld id="{6C9B95E0-E43A-491B-BDC7-B2CF83543384}" type="datetime1">
              <a:rPr lang="en-US" smtClean="0"/>
              <a:t>3/2/2026</a:t>
            </a:fld>
            <a:endParaRPr lang="en-US"/>
          </a:p>
        </p:txBody>
      </p:sp>
      <p:sp>
        <p:nvSpPr>
          <p:cNvPr id="5" name="Footer Placeholder 4"/>
          <p:cNvSpPr>
            <a:spLocks noGrp="1"/>
          </p:cNvSpPr>
          <p:nvPr>
            <p:ph type="ftr" sz="quarter" idx="11"/>
          </p:nvPr>
        </p:nvSpPr>
        <p:spPr/>
        <p:txBody>
          <a:bodyPr/>
          <a:lstStyle/>
          <a:p>
            <a:r>
              <a:rPr lang="en-US"/>
              <a:t>MEHMET FATİH KARAKAŞ</a:t>
            </a:r>
            <a:endParaRPr lang="en-US" dirty="0"/>
          </a:p>
        </p:txBody>
      </p:sp>
      <p:sp>
        <p:nvSpPr>
          <p:cNvPr id="6" name="Slide Number Placeholder 5"/>
          <p:cNvSpPr>
            <a:spLocks noGrp="1"/>
          </p:cNvSpPr>
          <p:nvPr>
            <p:ph type="sldNum" sz="quarter" idx="12"/>
          </p:nvPr>
        </p:nvSpPr>
        <p:spPr/>
        <p:txBody>
          <a:bodyPr/>
          <a:lstStyle/>
          <a:p>
            <a:fld id="{148CC95F-0247-41B6-91CF-DC97C76A7088}" type="slidenum">
              <a:rPr lang="en-US" smtClean="0"/>
              <a:pPr/>
              <a:t>‹#›</a:t>
            </a:fld>
            <a:endParaRPr lang="en-US"/>
          </a:p>
        </p:txBody>
      </p:sp>
    </p:spTree>
    <p:extLst>
      <p:ext uri="{BB962C8B-B14F-4D97-AF65-F5344CB8AC3E}">
        <p14:creationId xmlns:p14="http://schemas.microsoft.com/office/powerpoint/2010/main" val="55792827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İki İçerik">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tr-TR"/>
              <a:t>Asıl başlık stilini düzenlemek için tıklayın</a:t>
            </a:r>
            <a:endParaRPr lang="en-US" dirty="0"/>
          </a:p>
        </p:txBody>
      </p:sp>
      <p:sp>
        <p:nvSpPr>
          <p:cNvPr id="3" name="Content Placeholder 2"/>
          <p:cNvSpPr>
            <a:spLocks noGrp="1"/>
          </p:cNvSpPr>
          <p:nvPr>
            <p:ph sz="half" idx="1"/>
          </p:nvPr>
        </p:nvSpPr>
        <p:spPr>
          <a:xfrm>
            <a:off x="1141410" y="2249486"/>
            <a:ext cx="4878389" cy="3541714"/>
          </a:xfrm>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dirty="0"/>
          </a:p>
        </p:txBody>
      </p:sp>
      <p:sp>
        <p:nvSpPr>
          <p:cNvPr id="4" name="Content Placeholder 3"/>
          <p:cNvSpPr>
            <a:spLocks noGrp="1"/>
          </p:cNvSpPr>
          <p:nvPr>
            <p:ph sz="half" idx="2"/>
          </p:nvPr>
        </p:nvSpPr>
        <p:spPr>
          <a:xfrm>
            <a:off x="6172200" y="2249486"/>
            <a:ext cx="4875211" cy="3541714"/>
          </a:xfrm>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dirty="0"/>
          </a:p>
        </p:txBody>
      </p:sp>
      <p:sp>
        <p:nvSpPr>
          <p:cNvPr id="5" name="Date Placeholder 4"/>
          <p:cNvSpPr>
            <a:spLocks noGrp="1"/>
          </p:cNvSpPr>
          <p:nvPr>
            <p:ph type="dt" sz="half" idx="10"/>
          </p:nvPr>
        </p:nvSpPr>
        <p:spPr/>
        <p:txBody>
          <a:bodyPr/>
          <a:lstStyle/>
          <a:p>
            <a:fld id="{C5E9808D-10E5-46F7-8704-BD118E076433}" type="datetime1">
              <a:rPr lang="en-US" smtClean="0"/>
              <a:t>3/2/2026</a:t>
            </a:fld>
            <a:endParaRPr lang="en-US"/>
          </a:p>
        </p:txBody>
      </p:sp>
      <p:sp>
        <p:nvSpPr>
          <p:cNvPr id="6" name="Footer Placeholder 5"/>
          <p:cNvSpPr>
            <a:spLocks noGrp="1"/>
          </p:cNvSpPr>
          <p:nvPr>
            <p:ph type="ftr" sz="quarter" idx="11"/>
          </p:nvPr>
        </p:nvSpPr>
        <p:spPr/>
        <p:txBody>
          <a:bodyPr/>
          <a:lstStyle/>
          <a:p>
            <a:r>
              <a:rPr lang="en-US"/>
              <a:t>MEHMET FATİH KARAKAŞ</a:t>
            </a:r>
            <a:endParaRPr lang="en-US" dirty="0"/>
          </a:p>
        </p:txBody>
      </p:sp>
      <p:sp>
        <p:nvSpPr>
          <p:cNvPr id="7" name="Slide Number Placeholder 6"/>
          <p:cNvSpPr>
            <a:spLocks noGrp="1"/>
          </p:cNvSpPr>
          <p:nvPr>
            <p:ph type="sldNum" sz="quarter" idx="12"/>
          </p:nvPr>
        </p:nvSpPr>
        <p:spPr/>
        <p:txBody>
          <a:bodyPr/>
          <a:lstStyle/>
          <a:p>
            <a:fld id="{148CC95F-0247-41B6-91CF-DC97C76A7088}" type="slidenum">
              <a:rPr lang="en-US" smtClean="0"/>
              <a:pPr/>
              <a:t>‹#›</a:t>
            </a:fld>
            <a:endParaRPr lang="en-US"/>
          </a:p>
        </p:txBody>
      </p:sp>
    </p:spTree>
    <p:extLst>
      <p:ext uri="{BB962C8B-B14F-4D97-AF65-F5344CB8AC3E}">
        <p14:creationId xmlns:p14="http://schemas.microsoft.com/office/powerpoint/2010/main" val="210194155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Karşılaştırma">
    <p:spTree>
      <p:nvGrpSpPr>
        <p:cNvPr id="1" name=""/>
        <p:cNvGrpSpPr/>
        <p:nvPr/>
      </p:nvGrpSpPr>
      <p:grpSpPr>
        <a:xfrm>
          <a:off x="0" y="0"/>
          <a:ext cx="0" cy="0"/>
          <a:chOff x="0" y="0"/>
          <a:chExt cx="0" cy="0"/>
        </a:xfrm>
      </p:grpSpPr>
      <p:sp>
        <p:nvSpPr>
          <p:cNvPr id="2" name="Title 1"/>
          <p:cNvSpPr>
            <a:spLocks noGrp="1"/>
          </p:cNvSpPr>
          <p:nvPr>
            <p:ph type="title"/>
          </p:nvPr>
        </p:nvSpPr>
        <p:spPr>
          <a:xfrm>
            <a:off x="1141411" y="619126"/>
            <a:ext cx="9906000" cy="1477961"/>
          </a:xfrm>
        </p:spPr>
        <p:txBody>
          <a:bodyPr/>
          <a:lstStyle/>
          <a:p>
            <a:r>
              <a:rPr lang="tr-TR"/>
              <a:t>Asıl başlık stilini düzenlemek için tıklayın</a:t>
            </a:r>
            <a:endParaRPr lang="en-US" dirty="0"/>
          </a:p>
        </p:txBody>
      </p:sp>
      <p:sp>
        <p:nvSpPr>
          <p:cNvPr id="3" name="Text Placeholder 2"/>
          <p:cNvSpPr>
            <a:spLocks noGrp="1"/>
          </p:cNvSpPr>
          <p:nvPr>
            <p:ph type="body" idx="1"/>
          </p:nvPr>
        </p:nvSpPr>
        <p:spPr>
          <a:xfrm>
            <a:off x="1370019" y="2249486"/>
            <a:ext cx="4649783"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tr-TR"/>
              <a:t>Asıl metin stillerini düzenlemek için tıklayın</a:t>
            </a:r>
          </a:p>
        </p:txBody>
      </p:sp>
      <p:sp>
        <p:nvSpPr>
          <p:cNvPr id="4" name="Content Placeholder 3"/>
          <p:cNvSpPr>
            <a:spLocks noGrp="1"/>
          </p:cNvSpPr>
          <p:nvPr>
            <p:ph sz="half" idx="2"/>
          </p:nvPr>
        </p:nvSpPr>
        <p:spPr>
          <a:xfrm>
            <a:off x="1141410" y="3073397"/>
            <a:ext cx="4878391" cy="2717801"/>
          </a:xfrm>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dirty="0"/>
          </a:p>
        </p:txBody>
      </p:sp>
      <p:sp>
        <p:nvSpPr>
          <p:cNvPr id="5" name="Text Placeholder 4"/>
          <p:cNvSpPr>
            <a:spLocks noGrp="1"/>
          </p:cNvSpPr>
          <p:nvPr>
            <p:ph type="body" sz="quarter" idx="3"/>
          </p:nvPr>
        </p:nvSpPr>
        <p:spPr>
          <a:xfrm>
            <a:off x="6400808" y="2249485"/>
            <a:ext cx="4646602"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tr-TR"/>
              <a:t>Asıl metin stillerini düzenlemek için tıklayın</a:t>
            </a:r>
          </a:p>
        </p:txBody>
      </p:sp>
      <p:sp>
        <p:nvSpPr>
          <p:cNvPr id="6" name="Content Placeholder 5"/>
          <p:cNvSpPr>
            <a:spLocks noGrp="1"/>
          </p:cNvSpPr>
          <p:nvPr>
            <p:ph sz="quarter" idx="4"/>
          </p:nvPr>
        </p:nvSpPr>
        <p:spPr>
          <a:xfrm>
            <a:off x="6172200" y="3073397"/>
            <a:ext cx="4875210" cy="2717801"/>
          </a:xfrm>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dirty="0"/>
          </a:p>
        </p:txBody>
      </p:sp>
      <p:sp>
        <p:nvSpPr>
          <p:cNvPr id="7" name="Date Placeholder 6"/>
          <p:cNvSpPr>
            <a:spLocks noGrp="1"/>
          </p:cNvSpPr>
          <p:nvPr>
            <p:ph type="dt" sz="half" idx="10"/>
          </p:nvPr>
        </p:nvSpPr>
        <p:spPr/>
        <p:txBody>
          <a:bodyPr/>
          <a:lstStyle/>
          <a:p>
            <a:fld id="{EF6F6D8C-99FE-4074-8086-FE9355272E5B}" type="datetime1">
              <a:rPr lang="en-US" smtClean="0"/>
              <a:t>3/2/2026</a:t>
            </a:fld>
            <a:endParaRPr lang="en-US"/>
          </a:p>
        </p:txBody>
      </p:sp>
      <p:sp>
        <p:nvSpPr>
          <p:cNvPr id="8" name="Footer Placeholder 7"/>
          <p:cNvSpPr>
            <a:spLocks noGrp="1"/>
          </p:cNvSpPr>
          <p:nvPr>
            <p:ph type="ftr" sz="quarter" idx="11"/>
          </p:nvPr>
        </p:nvSpPr>
        <p:spPr/>
        <p:txBody>
          <a:bodyPr/>
          <a:lstStyle/>
          <a:p>
            <a:r>
              <a:rPr lang="en-US"/>
              <a:t>MEHMET FATİH KARAKAŞ</a:t>
            </a:r>
            <a:endParaRPr lang="en-US" dirty="0"/>
          </a:p>
        </p:txBody>
      </p:sp>
      <p:sp>
        <p:nvSpPr>
          <p:cNvPr id="9" name="Slide Number Placeholder 8"/>
          <p:cNvSpPr>
            <a:spLocks noGrp="1"/>
          </p:cNvSpPr>
          <p:nvPr>
            <p:ph type="sldNum" sz="quarter" idx="12"/>
          </p:nvPr>
        </p:nvSpPr>
        <p:spPr/>
        <p:txBody>
          <a:bodyPr/>
          <a:lstStyle/>
          <a:p>
            <a:fld id="{148CC95F-0247-41B6-91CF-DC97C76A7088}" type="slidenum">
              <a:rPr lang="en-US" smtClean="0"/>
              <a:pPr/>
              <a:t>‹#›</a:t>
            </a:fld>
            <a:endParaRPr lang="en-US"/>
          </a:p>
        </p:txBody>
      </p:sp>
    </p:spTree>
    <p:extLst>
      <p:ext uri="{BB962C8B-B14F-4D97-AF65-F5344CB8AC3E}">
        <p14:creationId xmlns:p14="http://schemas.microsoft.com/office/powerpoint/2010/main" val="38956260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Yalnızca Başlık">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tr-TR"/>
              <a:t>Asıl başlık stilini düzenlemek için tıklayın</a:t>
            </a:r>
            <a:endParaRPr lang="en-US" dirty="0"/>
          </a:p>
        </p:txBody>
      </p:sp>
      <p:sp>
        <p:nvSpPr>
          <p:cNvPr id="3" name="Date Placeholder 2"/>
          <p:cNvSpPr>
            <a:spLocks noGrp="1"/>
          </p:cNvSpPr>
          <p:nvPr>
            <p:ph type="dt" sz="half" idx="10"/>
          </p:nvPr>
        </p:nvSpPr>
        <p:spPr/>
        <p:txBody>
          <a:bodyPr/>
          <a:lstStyle/>
          <a:p>
            <a:fld id="{A8E70210-F49C-4E3A-81CF-132D4648693A}" type="datetime1">
              <a:rPr lang="en-US" smtClean="0"/>
              <a:t>3/2/2026</a:t>
            </a:fld>
            <a:endParaRPr lang="en-US"/>
          </a:p>
        </p:txBody>
      </p:sp>
      <p:sp>
        <p:nvSpPr>
          <p:cNvPr id="4" name="Footer Placeholder 3"/>
          <p:cNvSpPr>
            <a:spLocks noGrp="1"/>
          </p:cNvSpPr>
          <p:nvPr>
            <p:ph type="ftr" sz="quarter" idx="11"/>
          </p:nvPr>
        </p:nvSpPr>
        <p:spPr/>
        <p:txBody>
          <a:bodyPr/>
          <a:lstStyle/>
          <a:p>
            <a:r>
              <a:rPr lang="en-US"/>
              <a:t>MEHMET FATİH KARAKAŞ</a:t>
            </a:r>
            <a:endParaRPr lang="en-US" dirty="0"/>
          </a:p>
        </p:txBody>
      </p:sp>
      <p:sp>
        <p:nvSpPr>
          <p:cNvPr id="5" name="Slide Number Placeholder 4"/>
          <p:cNvSpPr>
            <a:spLocks noGrp="1"/>
          </p:cNvSpPr>
          <p:nvPr>
            <p:ph type="sldNum" sz="quarter" idx="12"/>
          </p:nvPr>
        </p:nvSpPr>
        <p:spPr/>
        <p:txBody>
          <a:bodyPr/>
          <a:lstStyle/>
          <a:p>
            <a:fld id="{148CC95F-0247-41B6-91CF-DC97C76A7088}" type="slidenum">
              <a:rPr lang="en-US" smtClean="0"/>
              <a:pPr/>
              <a:t>‹#›</a:t>
            </a:fld>
            <a:endParaRPr lang="en-US"/>
          </a:p>
        </p:txBody>
      </p:sp>
    </p:spTree>
    <p:extLst>
      <p:ext uri="{BB962C8B-B14F-4D97-AF65-F5344CB8AC3E}">
        <p14:creationId xmlns:p14="http://schemas.microsoft.com/office/powerpoint/2010/main" val="33967915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oş">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E75929F-ABDC-441A-9A24-7A3E75EFE82D}" type="datetime1">
              <a:rPr lang="en-US" smtClean="0"/>
              <a:t>3/2/2026</a:t>
            </a:fld>
            <a:endParaRPr lang="en-US"/>
          </a:p>
        </p:txBody>
      </p:sp>
      <p:sp>
        <p:nvSpPr>
          <p:cNvPr id="3" name="Footer Placeholder 2"/>
          <p:cNvSpPr>
            <a:spLocks noGrp="1"/>
          </p:cNvSpPr>
          <p:nvPr>
            <p:ph type="ftr" sz="quarter" idx="11"/>
          </p:nvPr>
        </p:nvSpPr>
        <p:spPr/>
        <p:txBody>
          <a:bodyPr/>
          <a:lstStyle/>
          <a:p>
            <a:r>
              <a:rPr lang="en-US"/>
              <a:t>MEHMET FATİH KARAKAŞ</a:t>
            </a:r>
            <a:endParaRPr lang="en-US" dirty="0"/>
          </a:p>
        </p:txBody>
      </p:sp>
      <p:sp>
        <p:nvSpPr>
          <p:cNvPr id="4" name="Slide Number Placeholder 3"/>
          <p:cNvSpPr>
            <a:spLocks noGrp="1"/>
          </p:cNvSpPr>
          <p:nvPr>
            <p:ph type="sldNum" sz="quarter" idx="12"/>
          </p:nvPr>
        </p:nvSpPr>
        <p:spPr/>
        <p:txBody>
          <a:bodyPr/>
          <a:lstStyle/>
          <a:p>
            <a:fld id="{148CC95F-0247-41B6-91CF-DC97C76A7088}" type="slidenum">
              <a:rPr lang="en-US" smtClean="0"/>
              <a:pPr/>
              <a:t>‹#›</a:t>
            </a:fld>
            <a:endParaRPr lang="en-US"/>
          </a:p>
        </p:txBody>
      </p:sp>
    </p:spTree>
    <p:extLst>
      <p:ext uri="{BB962C8B-B14F-4D97-AF65-F5344CB8AC3E}">
        <p14:creationId xmlns:p14="http://schemas.microsoft.com/office/powerpoint/2010/main" val="278391039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Başlıklı İçerik">
    <p:spTree>
      <p:nvGrpSpPr>
        <p:cNvPr id="1" name=""/>
        <p:cNvGrpSpPr/>
        <p:nvPr/>
      </p:nvGrpSpPr>
      <p:grpSpPr>
        <a:xfrm>
          <a:off x="0" y="0"/>
          <a:ext cx="0" cy="0"/>
          <a:chOff x="0" y="0"/>
          <a:chExt cx="0" cy="0"/>
        </a:xfrm>
      </p:grpSpPr>
      <p:sp>
        <p:nvSpPr>
          <p:cNvPr id="2" name="Title 1"/>
          <p:cNvSpPr>
            <a:spLocks noGrp="1"/>
          </p:cNvSpPr>
          <p:nvPr>
            <p:ph type="title"/>
          </p:nvPr>
        </p:nvSpPr>
        <p:spPr>
          <a:xfrm>
            <a:off x="1146705" y="609601"/>
            <a:ext cx="3856037" cy="1639884"/>
          </a:xfrm>
        </p:spPr>
        <p:txBody>
          <a:bodyPr anchor="b"/>
          <a:lstStyle>
            <a:lvl1pPr>
              <a:defRPr sz="3200"/>
            </a:lvl1pPr>
          </a:lstStyle>
          <a:p>
            <a:r>
              <a:rPr lang="tr-TR"/>
              <a:t>Asıl başlık stilini düzenlemek için tıklayın</a:t>
            </a:r>
            <a:endParaRPr lang="en-US" dirty="0"/>
          </a:p>
        </p:txBody>
      </p:sp>
      <p:sp>
        <p:nvSpPr>
          <p:cNvPr id="3" name="Content Placeholder 2"/>
          <p:cNvSpPr>
            <a:spLocks noGrp="1"/>
          </p:cNvSpPr>
          <p:nvPr>
            <p:ph idx="1"/>
          </p:nvPr>
        </p:nvSpPr>
        <p:spPr>
          <a:xfrm>
            <a:off x="5156200" y="592666"/>
            <a:ext cx="5891209" cy="5198534"/>
          </a:xfrm>
        </p:spPr>
        <p:txBody>
          <a:bodyPr anchor="ct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dirty="0"/>
          </a:p>
        </p:txBody>
      </p:sp>
      <p:sp>
        <p:nvSpPr>
          <p:cNvPr id="4" name="Text Placeholder 3"/>
          <p:cNvSpPr>
            <a:spLocks noGrp="1"/>
          </p:cNvSpPr>
          <p:nvPr>
            <p:ph type="body" sz="half" idx="2"/>
          </p:nvPr>
        </p:nvSpPr>
        <p:spPr>
          <a:xfrm>
            <a:off x="1146705" y="2249486"/>
            <a:ext cx="3856037"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tr-TR"/>
              <a:t>Asıl metin stillerini düzenlemek için tıklayın</a:t>
            </a:r>
          </a:p>
        </p:txBody>
      </p:sp>
      <p:sp>
        <p:nvSpPr>
          <p:cNvPr id="5" name="Date Placeholder 4"/>
          <p:cNvSpPr>
            <a:spLocks noGrp="1"/>
          </p:cNvSpPr>
          <p:nvPr>
            <p:ph type="dt" sz="half" idx="10"/>
          </p:nvPr>
        </p:nvSpPr>
        <p:spPr/>
        <p:txBody>
          <a:bodyPr/>
          <a:lstStyle/>
          <a:p>
            <a:fld id="{A6C5AD6D-A8BE-414A-8D84-B6908D921272}" type="datetime1">
              <a:rPr lang="en-US" smtClean="0"/>
              <a:t>3/2/2026</a:t>
            </a:fld>
            <a:endParaRPr lang="en-US"/>
          </a:p>
        </p:txBody>
      </p:sp>
      <p:sp>
        <p:nvSpPr>
          <p:cNvPr id="6" name="Footer Placeholder 5"/>
          <p:cNvSpPr>
            <a:spLocks noGrp="1"/>
          </p:cNvSpPr>
          <p:nvPr>
            <p:ph type="ftr" sz="quarter" idx="11"/>
          </p:nvPr>
        </p:nvSpPr>
        <p:spPr/>
        <p:txBody>
          <a:bodyPr/>
          <a:lstStyle/>
          <a:p>
            <a:r>
              <a:rPr lang="en-US"/>
              <a:t>MEHMET FATİH KARAKAŞ</a:t>
            </a:r>
            <a:endParaRPr lang="en-US" dirty="0"/>
          </a:p>
        </p:txBody>
      </p:sp>
      <p:sp>
        <p:nvSpPr>
          <p:cNvPr id="7" name="Slide Number Placeholder 6"/>
          <p:cNvSpPr>
            <a:spLocks noGrp="1"/>
          </p:cNvSpPr>
          <p:nvPr>
            <p:ph type="sldNum" sz="quarter" idx="12"/>
          </p:nvPr>
        </p:nvSpPr>
        <p:spPr/>
        <p:txBody>
          <a:bodyPr/>
          <a:lstStyle/>
          <a:p>
            <a:fld id="{148CC95F-0247-41B6-91CF-DC97C76A7088}" type="slidenum">
              <a:rPr lang="en-US" smtClean="0"/>
              <a:pPr/>
              <a:t>‹#›</a:t>
            </a:fld>
            <a:endParaRPr lang="en-US"/>
          </a:p>
        </p:txBody>
      </p:sp>
    </p:spTree>
    <p:extLst>
      <p:ext uri="{BB962C8B-B14F-4D97-AF65-F5344CB8AC3E}">
        <p14:creationId xmlns:p14="http://schemas.microsoft.com/office/powerpoint/2010/main" val="9615146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aşlıklı Resim">
    <p:spTree>
      <p:nvGrpSpPr>
        <p:cNvPr id="1" name=""/>
        <p:cNvGrpSpPr/>
        <p:nvPr/>
      </p:nvGrpSpPr>
      <p:grpSpPr>
        <a:xfrm>
          <a:off x="0" y="0"/>
          <a:ext cx="0" cy="0"/>
          <a:chOff x="0" y="0"/>
          <a:chExt cx="0" cy="0"/>
        </a:xfrm>
      </p:grpSpPr>
      <p:sp>
        <p:nvSpPr>
          <p:cNvPr id="2" name="Title 1"/>
          <p:cNvSpPr>
            <a:spLocks noGrp="1"/>
          </p:cNvSpPr>
          <p:nvPr>
            <p:ph type="title"/>
          </p:nvPr>
        </p:nvSpPr>
        <p:spPr>
          <a:xfrm>
            <a:off x="1141413" y="609600"/>
            <a:ext cx="5934508" cy="1639886"/>
          </a:xfrm>
        </p:spPr>
        <p:txBody>
          <a:bodyPr anchor="b"/>
          <a:lstStyle>
            <a:lvl1pPr>
              <a:defRPr sz="3200"/>
            </a:lvl1pPr>
          </a:lstStyle>
          <a:p>
            <a:r>
              <a:rPr lang="tr-TR"/>
              <a:t>Asıl başlık stilini düzenlemek için tıklayın</a:t>
            </a:r>
            <a:endParaRPr lang="en-US" dirty="0"/>
          </a:p>
        </p:txBody>
      </p:sp>
      <p:sp>
        <p:nvSpPr>
          <p:cNvPr id="3" name="Picture Placeholder 2"/>
          <p:cNvSpPr>
            <a:spLocks noGrp="1" noChangeAspect="1"/>
          </p:cNvSpPr>
          <p:nvPr>
            <p:ph type="pic" idx="1"/>
          </p:nvPr>
        </p:nvSpPr>
        <p:spPr>
          <a:xfrm>
            <a:off x="7380721" y="609601"/>
            <a:ext cx="3666690" cy="5181599"/>
          </a:xfrm>
          <a:prstGeom prst="round2DiagRect">
            <a:avLst>
              <a:gd name="adj1" fmla="val 5608"/>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tr-TR"/>
              <a:t>Resim eklemek için simgeye tıklayın</a:t>
            </a:r>
            <a:endParaRPr lang="en-US" dirty="0"/>
          </a:p>
        </p:txBody>
      </p:sp>
      <p:sp>
        <p:nvSpPr>
          <p:cNvPr id="4" name="Text Placeholder 3"/>
          <p:cNvSpPr>
            <a:spLocks noGrp="1"/>
          </p:cNvSpPr>
          <p:nvPr>
            <p:ph type="body" sz="half" idx="2"/>
          </p:nvPr>
        </p:nvSpPr>
        <p:spPr>
          <a:xfrm>
            <a:off x="1141410" y="2249486"/>
            <a:ext cx="5934511"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tr-TR"/>
              <a:t>Asıl metin stillerini düzenlemek için tıklayın</a:t>
            </a:r>
          </a:p>
        </p:txBody>
      </p:sp>
      <p:sp>
        <p:nvSpPr>
          <p:cNvPr id="5" name="Date Placeholder 4"/>
          <p:cNvSpPr>
            <a:spLocks noGrp="1"/>
          </p:cNvSpPr>
          <p:nvPr>
            <p:ph type="dt" sz="half" idx="10"/>
          </p:nvPr>
        </p:nvSpPr>
        <p:spPr/>
        <p:txBody>
          <a:bodyPr/>
          <a:lstStyle/>
          <a:p>
            <a:fld id="{9DA78892-E146-4461-A3E3-D06110423B44}" type="datetime1">
              <a:rPr lang="en-US" smtClean="0"/>
              <a:t>3/2/2026</a:t>
            </a:fld>
            <a:endParaRPr lang="en-US"/>
          </a:p>
        </p:txBody>
      </p:sp>
      <p:sp>
        <p:nvSpPr>
          <p:cNvPr id="6" name="Footer Placeholder 5"/>
          <p:cNvSpPr>
            <a:spLocks noGrp="1"/>
          </p:cNvSpPr>
          <p:nvPr>
            <p:ph type="ftr" sz="quarter" idx="11"/>
          </p:nvPr>
        </p:nvSpPr>
        <p:spPr/>
        <p:txBody>
          <a:bodyPr/>
          <a:lstStyle/>
          <a:p>
            <a:r>
              <a:rPr lang="en-US"/>
              <a:t>MEHMET FATİH KARAKAŞ</a:t>
            </a:r>
            <a:endParaRPr lang="en-US" dirty="0"/>
          </a:p>
        </p:txBody>
      </p:sp>
      <p:sp>
        <p:nvSpPr>
          <p:cNvPr id="7" name="Slide Number Placeholder 6"/>
          <p:cNvSpPr>
            <a:spLocks noGrp="1"/>
          </p:cNvSpPr>
          <p:nvPr>
            <p:ph type="sldNum" sz="quarter" idx="12"/>
          </p:nvPr>
        </p:nvSpPr>
        <p:spPr/>
        <p:txBody>
          <a:bodyPr/>
          <a:lstStyle/>
          <a:p>
            <a:fld id="{148CC95F-0247-41B6-91CF-DC97C76A7088}" type="slidenum">
              <a:rPr lang="en-US" smtClean="0"/>
              <a:pPr/>
              <a:t>‹#›</a:t>
            </a:fld>
            <a:endParaRPr lang="en-US"/>
          </a:p>
        </p:txBody>
      </p:sp>
    </p:spTree>
    <p:extLst>
      <p:ext uri="{BB962C8B-B14F-4D97-AF65-F5344CB8AC3E}">
        <p14:creationId xmlns:p14="http://schemas.microsoft.com/office/powerpoint/2010/main" val="17001478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Yazılı Panoramik Resim">
    <p:spTree>
      <p:nvGrpSpPr>
        <p:cNvPr id="1" name=""/>
        <p:cNvGrpSpPr/>
        <p:nvPr/>
      </p:nvGrpSpPr>
      <p:grpSpPr>
        <a:xfrm>
          <a:off x="0" y="0"/>
          <a:ext cx="0" cy="0"/>
          <a:chOff x="0" y="0"/>
          <a:chExt cx="0" cy="0"/>
        </a:xfrm>
      </p:grpSpPr>
      <p:sp>
        <p:nvSpPr>
          <p:cNvPr id="2" name="Title 1"/>
          <p:cNvSpPr>
            <a:spLocks noGrp="1"/>
          </p:cNvSpPr>
          <p:nvPr>
            <p:ph type="title"/>
          </p:nvPr>
        </p:nvSpPr>
        <p:spPr>
          <a:xfrm>
            <a:off x="1141410" y="4304664"/>
            <a:ext cx="9912355" cy="819355"/>
          </a:xfrm>
        </p:spPr>
        <p:txBody>
          <a:bodyPr anchor="b">
            <a:normAutofit/>
          </a:bodyPr>
          <a:lstStyle>
            <a:lvl1pPr>
              <a:defRPr sz="3200"/>
            </a:lvl1pPr>
          </a:lstStyle>
          <a:p>
            <a:r>
              <a:rPr lang="tr-TR"/>
              <a:t>Asıl başlık stilini düzenlemek için tıklayın</a:t>
            </a:r>
            <a:endParaRPr lang="en-US" dirty="0"/>
          </a:p>
        </p:txBody>
      </p:sp>
      <p:sp>
        <p:nvSpPr>
          <p:cNvPr id="3" name="Picture Placeholder 2"/>
          <p:cNvSpPr>
            <a:spLocks noGrp="1" noChangeAspect="1"/>
          </p:cNvSpPr>
          <p:nvPr>
            <p:ph type="pic" idx="1"/>
          </p:nvPr>
        </p:nvSpPr>
        <p:spPr>
          <a:xfrm>
            <a:off x="1141411" y="606426"/>
            <a:ext cx="9912354" cy="3299778"/>
          </a:xfrm>
          <a:prstGeom prst="round2DiagRect">
            <a:avLst>
              <a:gd name="adj1" fmla="val 4860"/>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3200"/>
            </a:lvl1pPr>
          </a:lstStyle>
          <a:p>
            <a:pPr marL="0" lvl="0" indent="0">
              <a:buNone/>
            </a:pPr>
            <a:r>
              <a:rPr lang="tr-TR"/>
              <a:t>Resim eklemek için simgeye tıklayın</a:t>
            </a:r>
            <a:endParaRPr lang="en-US" dirty="0"/>
          </a:p>
        </p:txBody>
      </p:sp>
      <p:sp>
        <p:nvSpPr>
          <p:cNvPr id="4" name="Text Placeholder 3"/>
          <p:cNvSpPr>
            <a:spLocks noGrp="1"/>
          </p:cNvSpPr>
          <p:nvPr>
            <p:ph type="body" sz="half" idx="2"/>
          </p:nvPr>
        </p:nvSpPr>
        <p:spPr>
          <a:xfrm>
            <a:off x="1141364" y="5124020"/>
            <a:ext cx="9910859" cy="682472"/>
          </a:xfrm>
        </p:spPr>
        <p:txBody>
          <a:bodyP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tr-TR"/>
              <a:t>Asıl metin stillerini düzenlemek için tıklayın</a:t>
            </a:r>
          </a:p>
        </p:txBody>
      </p:sp>
      <p:sp>
        <p:nvSpPr>
          <p:cNvPr id="5" name="Date Placeholder 4"/>
          <p:cNvSpPr>
            <a:spLocks noGrp="1"/>
          </p:cNvSpPr>
          <p:nvPr>
            <p:ph type="dt" sz="half" idx="10"/>
          </p:nvPr>
        </p:nvSpPr>
        <p:spPr/>
        <p:txBody>
          <a:bodyPr/>
          <a:lstStyle/>
          <a:p>
            <a:fld id="{DBA3DE32-9AF4-4CFE-9749-0F3833ABD990}" type="datetime1">
              <a:rPr lang="en-US" smtClean="0"/>
              <a:t>3/2/2026</a:t>
            </a:fld>
            <a:endParaRPr lang="en-US"/>
          </a:p>
        </p:txBody>
      </p:sp>
      <p:sp>
        <p:nvSpPr>
          <p:cNvPr id="6" name="Footer Placeholder 5"/>
          <p:cNvSpPr>
            <a:spLocks noGrp="1"/>
          </p:cNvSpPr>
          <p:nvPr>
            <p:ph type="ftr" sz="quarter" idx="11"/>
          </p:nvPr>
        </p:nvSpPr>
        <p:spPr/>
        <p:txBody>
          <a:bodyPr/>
          <a:lstStyle/>
          <a:p>
            <a:r>
              <a:rPr lang="en-US"/>
              <a:t>MEHMET FATİH KARAKAŞ</a:t>
            </a:r>
            <a:endParaRPr lang="en-US" dirty="0"/>
          </a:p>
        </p:txBody>
      </p:sp>
      <p:sp>
        <p:nvSpPr>
          <p:cNvPr id="7" name="Slide Number Placeholder 6"/>
          <p:cNvSpPr>
            <a:spLocks noGrp="1"/>
          </p:cNvSpPr>
          <p:nvPr>
            <p:ph type="sldNum" sz="quarter" idx="12"/>
          </p:nvPr>
        </p:nvSpPr>
        <p:spPr/>
        <p:txBody>
          <a:bodyPr/>
          <a:lstStyle/>
          <a:p>
            <a:fld id="{148CC95F-0247-41B6-91CF-DC97C76A7088}" type="slidenum">
              <a:rPr lang="en-US" smtClean="0"/>
              <a:pPr/>
              <a:t>‹#›</a:t>
            </a:fld>
            <a:endParaRPr lang="en-US"/>
          </a:p>
        </p:txBody>
      </p:sp>
    </p:spTree>
    <p:extLst>
      <p:ext uri="{BB962C8B-B14F-4D97-AF65-F5344CB8AC3E}">
        <p14:creationId xmlns:p14="http://schemas.microsoft.com/office/powerpoint/2010/main" val="41281992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Başlık ve Resim Yazısı">
    <p:spTree>
      <p:nvGrpSpPr>
        <p:cNvPr id="1" name=""/>
        <p:cNvGrpSpPr/>
        <p:nvPr/>
      </p:nvGrpSpPr>
      <p:grpSpPr>
        <a:xfrm>
          <a:off x="0" y="0"/>
          <a:ext cx="0" cy="0"/>
          <a:chOff x="0" y="0"/>
          <a:chExt cx="0" cy="0"/>
        </a:xfrm>
      </p:grpSpPr>
      <p:sp>
        <p:nvSpPr>
          <p:cNvPr id="2" name="Title 1"/>
          <p:cNvSpPr>
            <a:spLocks noGrp="1"/>
          </p:cNvSpPr>
          <p:nvPr>
            <p:ph type="title"/>
          </p:nvPr>
        </p:nvSpPr>
        <p:spPr>
          <a:xfrm>
            <a:off x="1141456" y="609600"/>
            <a:ext cx="9905955" cy="3429000"/>
          </a:xfrm>
        </p:spPr>
        <p:txBody>
          <a:bodyPr anchor="ctr">
            <a:normAutofit/>
          </a:bodyPr>
          <a:lstStyle>
            <a:lvl1pPr>
              <a:defRPr sz="3600"/>
            </a:lvl1pPr>
          </a:lstStyle>
          <a:p>
            <a:r>
              <a:rPr lang="tr-TR"/>
              <a:t>Asıl başlık stilini düzenlemek için tıklayın</a:t>
            </a:r>
            <a:endParaRPr lang="en-US" dirty="0"/>
          </a:p>
        </p:txBody>
      </p:sp>
      <p:sp>
        <p:nvSpPr>
          <p:cNvPr id="4" name="Text Placeholder 3"/>
          <p:cNvSpPr>
            <a:spLocks noGrp="1"/>
          </p:cNvSpPr>
          <p:nvPr>
            <p:ph type="body" sz="half" idx="2"/>
          </p:nvPr>
        </p:nvSpPr>
        <p:spPr>
          <a:xfrm>
            <a:off x="1141410" y="4419599"/>
            <a:ext cx="9904459" cy="1371599"/>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tr-TR"/>
              <a:t>Asıl metin stillerini düzenlemek için tıklayın</a:t>
            </a:r>
          </a:p>
        </p:txBody>
      </p:sp>
      <p:sp>
        <p:nvSpPr>
          <p:cNvPr id="5" name="Date Placeholder 4"/>
          <p:cNvSpPr>
            <a:spLocks noGrp="1"/>
          </p:cNvSpPr>
          <p:nvPr>
            <p:ph type="dt" sz="half" idx="10"/>
          </p:nvPr>
        </p:nvSpPr>
        <p:spPr/>
        <p:txBody>
          <a:bodyPr/>
          <a:lstStyle/>
          <a:p>
            <a:fld id="{0D777AA0-3CA5-40AA-A9A3-422113197159}" type="datetime1">
              <a:rPr lang="en-US" smtClean="0"/>
              <a:t>3/2/2026</a:t>
            </a:fld>
            <a:endParaRPr lang="en-US"/>
          </a:p>
        </p:txBody>
      </p:sp>
      <p:sp>
        <p:nvSpPr>
          <p:cNvPr id="6" name="Footer Placeholder 5"/>
          <p:cNvSpPr>
            <a:spLocks noGrp="1"/>
          </p:cNvSpPr>
          <p:nvPr>
            <p:ph type="ftr" sz="quarter" idx="11"/>
          </p:nvPr>
        </p:nvSpPr>
        <p:spPr/>
        <p:txBody>
          <a:bodyPr/>
          <a:lstStyle/>
          <a:p>
            <a:r>
              <a:rPr lang="en-US"/>
              <a:t>MEHMET FATİH KARAKAŞ</a:t>
            </a:r>
            <a:endParaRPr lang="en-US" dirty="0"/>
          </a:p>
        </p:txBody>
      </p:sp>
      <p:sp>
        <p:nvSpPr>
          <p:cNvPr id="7" name="Slide Number Placeholder 6"/>
          <p:cNvSpPr>
            <a:spLocks noGrp="1"/>
          </p:cNvSpPr>
          <p:nvPr>
            <p:ph type="sldNum" sz="quarter" idx="12"/>
          </p:nvPr>
        </p:nvSpPr>
        <p:spPr/>
        <p:txBody>
          <a:bodyPr/>
          <a:lstStyle/>
          <a:p>
            <a:fld id="{148CC95F-0247-41B6-91CF-DC97C76A7088}" type="slidenum">
              <a:rPr lang="en-US" smtClean="0"/>
              <a:pPr/>
              <a:t>‹#›</a:t>
            </a:fld>
            <a:endParaRPr lang="en-US"/>
          </a:p>
        </p:txBody>
      </p:sp>
    </p:spTree>
    <p:extLst>
      <p:ext uri="{BB962C8B-B14F-4D97-AF65-F5344CB8AC3E}">
        <p14:creationId xmlns:p14="http://schemas.microsoft.com/office/powerpoint/2010/main" val="280483750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Resim Yazılı Alıntı">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599"/>
            <a:ext cx="9302752" cy="2748429"/>
          </a:xfrm>
        </p:spPr>
        <p:txBody>
          <a:bodyPr anchor="ctr">
            <a:normAutofit/>
          </a:bodyPr>
          <a:lstStyle>
            <a:lvl1pPr>
              <a:defRPr sz="3600"/>
            </a:lvl1pPr>
          </a:lstStyle>
          <a:p>
            <a:r>
              <a:rPr lang="tr-TR"/>
              <a:t>Asıl başlık stilini düzenlemek için tıklayın</a:t>
            </a:r>
            <a:endParaRPr lang="en-US" dirty="0"/>
          </a:p>
        </p:txBody>
      </p:sp>
      <p:sp>
        <p:nvSpPr>
          <p:cNvPr id="12" name="Text Placeholder 3"/>
          <p:cNvSpPr>
            <a:spLocks noGrp="1"/>
          </p:cNvSpPr>
          <p:nvPr>
            <p:ph type="body" sz="half" idx="13"/>
          </p:nvPr>
        </p:nvSpPr>
        <p:spPr>
          <a:xfrm>
            <a:off x="1720644" y="3365557"/>
            <a:ext cx="8752299" cy="54896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tr-TR"/>
              <a:t>Asıl metin stillerini düzenlemek için tıklayın</a:t>
            </a:r>
          </a:p>
        </p:txBody>
      </p:sp>
      <p:sp>
        <p:nvSpPr>
          <p:cNvPr id="4" name="Text Placeholder 3"/>
          <p:cNvSpPr>
            <a:spLocks noGrp="1"/>
          </p:cNvSpPr>
          <p:nvPr>
            <p:ph type="body" sz="half" idx="2"/>
          </p:nvPr>
        </p:nvSpPr>
        <p:spPr>
          <a:xfrm>
            <a:off x="1141411" y="4309919"/>
            <a:ext cx="9906002" cy="1489496"/>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tr-TR"/>
              <a:t>Asıl metin stillerini düzenlemek için tıklayın</a:t>
            </a:r>
          </a:p>
        </p:txBody>
      </p:sp>
      <p:sp>
        <p:nvSpPr>
          <p:cNvPr id="5" name="Date Placeholder 4"/>
          <p:cNvSpPr>
            <a:spLocks noGrp="1"/>
          </p:cNvSpPr>
          <p:nvPr>
            <p:ph type="dt" sz="half" idx="10"/>
          </p:nvPr>
        </p:nvSpPr>
        <p:spPr/>
        <p:txBody>
          <a:bodyPr/>
          <a:lstStyle/>
          <a:p>
            <a:fld id="{BB42A9FC-55CF-4822-BFCA-C56DD509A3DB}" type="datetime1">
              <a:rPr lang="en-US" smtClean="0"/>
              <a:t>3/2/2026</a:t>
            </a:fld>
            <a:endParaRPr lang="en-US"/>
          </a:p>
        </p:txBody>
      </p:sp>
      <p:sp>
        <p:nvSpPr>
          <p:cNvPr id="6" name="Footer Placeholder 5"/>
          <p:cNvSpPr>
            <a:spLocks noGrp="1"/>
          </p:cNvSpPr>
          <p:nvPr>
            <p:ph type="ftr" sz="quarter" idx="11"/>
          </p:nvPr>
        </p:nvSpPr>
        <p:spPr/>
        <p:txBody>
          <a:bodyPr/>
          <a:lstStyle/>
          <a:p>
            <a:r>
              <a:rPr lang="en-US"/>
              <a:t>MEHMET FATİH KARAKAŞ</a:t>
            </a:r>
            <a:endParaRPr lang="en-US" dirty="0"/>
          </a:p>
        </p:txBody>
      </p:sp>
      <p:sp>
        <p:nvSpPr>
          <p:cNvPr id="7" name="Slide Number Placeholder 6"/>
          <p:cNvSpPr>
            <a:spLocks noGrp="1"/>
          </p:cNvSpPr>
          <p:nvPr>
            <p:ph type="sldNum" sz="quarter" idx="12"/>
          </p:nvPr>
        </p:nvSpPr>
        <p:spPr/>
        <p:txBody>
          <a:bodyPr/>
          <a:lstStyle/>
          <a:p>
            <a:fld id="{148CC95F-0247-41B6-91CF-DC97C76A7088}" type="slidenum">
              <a:rPr lang="en-US" smtClean="0"/>
              <a:pPr/>
              <a:t>‹#›</a:t>
            </a:fld>
            <a:endParaRPr lang="en-US"/>
          </a:p>
        </p:txBody>
      </p:sp>
      <p:sp>
        <p:nvSpPr>
          <p:cNvPr id="60" name="TextBox 59"/>
          <p:cNvSpPr txBox="1"/>
          <p:nvPr/>
        </p:nvSpPr>
        <p:spPr>
          <a:xfrm>
            <a:off x="903512" y="73239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61" name="TextBox 60"/>
          <p:cNvSpPr txBox="1"/>
          <p:nvPr/>
        </p:nvSpPr>
        <p:spPr>
          <a:xfrm>
            <a:off x="10537370" y="2764972"/>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410747762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İsim Kartı">
    <p:spTree>
      <p:nvGrpSpPr>
        <p:cNvPr id="1" name=""/>
        <p:cNvGrpSpPr/>
        <p:nvPr/>
      </p:nvGrpSpPr>
      <p:grpSpPr>
        <a:xfrm>
          <a:off x="0" y="0"/>
          <a:ext cx="0" cy="0"/>
          <a:chOff x="0" y="0"/>
          <a:chExt cx="0" cy="0"/>
        </a:xfrm>
      </p:grpSpPr>
      <p:sp>
        <p:nvSpPr>
          <p:cNvPr id="2" name="Title 1"/>
          <p:cNvSpPr>
            <a:spLocks noGrp="1"/>
          </p:cNvSpPr>
          <p:nvPr>
            <p:ph type="title"/>
          </p:nvPr>
        </p:nvSpPr>
        <p:spPr>
          <a:xfrm>
            <a:off x="1141410" y="2134041"/>
            <a:ext cx="9906001" cy="2511835"/>
          </a:xfrm>
        </p:spPr>
        <p:txBody>
          <a:bodyPr anchor="b">
            <a:normAutofit/>
          </a:bodyPr>
          <a:lstStyle>
            <a:lvl1pPr>
              <a:defRPr sz="3600"/>
            </a:lvl1pPr>
          </a:lstStyle>
          <a:p>
            <a:r>
              <a:rPr lang="tr-TR"/>
              <a:t>Asıl başlık stilini düzenlemek için tıklayın</a:t>
            </a:r>
            <a:endParaRPr lang="en-US" dirty="0"/>
          </a:p>
        </p:txBody>
      </p:sp>
      <p:sp>
        <p:nvSpPr>
          <p:cNvPr id="4" name="Text Placeholder 3"/>
          <p:cNvSpPr>
            <a:spLocks noGrp="1"/>
          </p:cNvSpPr>
          <p:nvPr>
            <p:ph type="body" sz="half" idx="2"/>
          </p:nvPr>
        </p:nvSpPr>
        <p:spPr>
          <a:xfrm>
            <a:off x="1141364" y="4657655"/>
            <a:ext cx="9904505" cy="1140644"/>
          </a:xfrm>
        </p:spPr>
        <p:txBody>
          <a:bodyPr anchor="t">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tr-TR"/>
              <a:t>Asıl metin stillerini düzenlemek için tıklayın</a:t>
            </a:r>
          </a:p>
        </p:txBody>
      </p:sp>
      <p:sp>
        <p:nvSpPr>
          <p:cNvPr id="5" name="Date Placeholder 4"/>
          <p:cNvSpPr>
            <a:spLocks noGrp="1"/>
          </p:cNvSpPr>
          <p:nvPr>
            <p:ph type="dt" sz="half" idx="10"/>
          </p:nvPr>
        </p:nvSpPr>
        <p:spPr/>
        <p:txBody>
          <a:bodyPr/>
          <a:lstStyle/>
          <a:p>
            <a:fld id="{0297159F-7FEF-4A51-B6D9-4D4A70826FBC}" type="datetime1">
              <a:rPr lang="en-US" smtClean="0"/>
              <a:t>3/2/2026</a:t>
            </a:fld>
            <a:endParaRPr lang="en-US"/>
          </a:p>
        </p:txBody>
      </p:sp>
      <p:sp>
        <p:nvSpPr>
          <p:cNvPr id="6" name="Footer Placeholder 5"/>
          <p:cNvSpPr>
            <a:spLocks noGrp="1"/>
          </p:cNvSpPr>
          <p:nvPr>
            <p:ph type="ftr" sz="quarter" idx="11"/>
          </p:nvPr>
        </p:nvSpPr>
        <p:spPr/>
        <p:txBody>
          <a:bodyPr/>
          <a:lstStyle/>
          <a:p>
            <a:r>
              <a:rPr lang="en-US"/>
              <a:t>MEHMET FATİH KARAKAŞ</a:t>
            </a:r>
            <a:endParaRPr lang="en-US" dirty="0"/>
          </a:p>
        </p:txBody>
      </p:sp>
      <p:sp>
        <p:nvSpPr>
          <p:cNvPr id="7" name="Slide Number Placeholder 6"/>
          <p:cNvSpPr>
            <a:spLocks noGrp="1"/>
          </p:cNvSpPr>
          <p:nvPr>
            <p:ph type="sldNum" sz="quarter" idx="12"/>
          </p:nvPr>
        </p:nvSpPr>
        <p:spPr/>
        <p:txBody>
          <a:bodyPr/>
          <a:lstStyle/>
          <a:p>
            <a:fld id="{148CC95F-0247-41B6-91CF-DC97C76A7088}" type="slidenum">
              <a:rPr lang="en-US" smtClean="0"/>
              <a:pPr/>
              <a:t>‹#›</a:t>
            </a:fld>
            <a:endParaRPr lang="en-US"/>
          </a:p>
        </p:txBody>
      </p:sp>
    </p:spTree>
    <p:extLst>
      <p:ext uri="{BB962C8B-B14F-4D97-AF65-F5344CB8AC3E}">
        <p14:creationId xmlns:p14="http://schemas.microsoft.com/office/powerpoint/2010/main" val="225048183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Sütun">
    <p:spTree>
      <p:nvGrpSpPr>
        <p:cNvPr id="1" name=""/>
        <p:cNvGrpSpPr/>
        <p:nvPr/>
      </p:nvGrpSpPr>
      <p:grpSpPr>
        <a:xfrm>
          <a:off x="0" y="0"/>
          <a:ext cx="0" cy="0"/>
          <a:chOff x="0" y="0"/>
          <a:chExt cx="0" cy="0"/>
        </a:xfrm>
      </p:grpSpPr>
      <p:sp>
        <p:nvSpPr>
          <p:cNvPr id="15" name="Title 1"/>
          <p:cNvSpPr>
            <a:spLocks noGrp="1"/>
          </p:cNvSpPr>
          <p:nvPr>
            <p:ph type="title"/>
          </p:nvPr>
        </p:nvSpPr>
        <p:spPr>
          <a:xfrm>
            <a:off x="1141413" y="609600"/>
            <a:ext cx="9905998" cy="1905000"/>
          </a:xfrm>
        </p:spPr>
        <p:txBody>
          <a:bodyPr/>
          <a:lstStyle/>
          <a:p>
            <a:r>
              <a:rPr lang="tr-TR"/>
              <a:t>Asıl başlık stilini düzenlemek için tıklayın</a:t>
            </a:r>
            <a:endParaRPr lang="en-US" dirty="0"/>
          </a:p>
        </p:txBody>
      </p:sp>
      <p:sp>
        <p:nvSpPr>
          <p:cNvPr id="7" name="Text Placeholder 2"/>
          <p:cNvSpPr>
            <a:spLocks noGrp="1"/>
          </p:cNvSpPr>
          <p:nvPr>
            <p:ph type="body" idx="1"/>
          </p:nvPr>
        </p:nvSpPr>
        <p:spPr>
          <a:xfrm>
            <a:off x="1141410" y="2674463"/>
            <a:ext cx="3196899"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tr-TR"/>
              <a:t>Asıl metin stillerini düzenlemek için tıklayın</a:t>
            </a:r>
          </a:p>
        </p:txBody>
      </p:sp>
      <p:sp>
        <p:nvSpPr>
          <p:cNvPr id="8" name="Text Placeholder 3"/>
          <p:cNvSpPr>
            <a:spLocks noGrp="1"/>
          </p:cNvSpPr>
          <p:nvPr>
            <p:ph type="body" sz="half" idx="15"/>
          </p:nvPr>
        </p:nvSpPr>
        <p:spPr>
          <a:xfrm>
            <a:off x="1127918" y="3360263"/>
            <a:ext cx="3208735"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tr-TR"/>
              <a:t>Asıl metin stillerini düzenlemek için tıklayın</a:t>
            </a:r>
          </a:p>
        </p:txBody>
      </p:sp>
      <p:sp>
        <p:nvSpPr>
          <p:cNvPr id="9" name="Text Placeholder 4"/>
          <p:cNvSpPr>
            <a:spLocks noGrp="1"/>
          </p:cNvSpPr>
          <p:nvPr>
            <p:ph type="body" sz="quarter" idx="3"/>
          </p:nvPr>
        </p:nvSpPr>
        <p:spPr>
          <a:xfrm>
            <a:off x="4514766" y="2677635"/>
            <a:ext cx="3184385"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tr-TR"/>
              <a:t>Asıl metin stillerini düzenlemek için tıklayın</a:t>
            </a:r>
          </a:p>
        </p:txBody>
      </p:sp>
      <p:sp>
        <p:nvSpPr>
          <p:cNvPr id="10" name="Text Placeholder 3"/>
          <p:cNvSpPr>
            <a:spLocks noGrp="1"/>
          </p:cNvSpPr>
          <p:nvPr>
            <p:ph type="body" sz="half" idx="16"/>
          </p:nvPr>
        </p:nvSpPr>
        <p:spPr>
          <a:xfrm>
            <a:off x="4504213" y="3363435"/>
            <a:ext cx="3195830"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tr-TR"/>
              <a:t>Asıl metin stillerini düzenlemek için tıklayın</a:t>
            </a:r>
          </a:p>
        </p:txBody>
      </p:sp>
      <p:sp>
        <p:nvSpPr>
          <p:cNvPr id="11" name="Text Placeholder 4"/>
          <p:cNvSpPr>
            <a:spLocks noGrp="1"/>
          </p:cNvSpPr>
          <p:nvPr>
            <p:ph type="body" sz="quarter" idx="13"/>
          </p:nvPr>
        </p:nvSpPr>
        <p:spPr>
          <a:xfrm>
            <a:off x="7852442" y="2674463"/>
            <a:ext cx="3194968"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tr-TR"/>
              <a:t>Asıl metin stillerini düzenlemek için tıklayın</a:t>
            </a:r>
          </a:p>
        </p:txBody>
      </p:sp>
      <p:sp>
        <p:nvSpPr>
          <p:cNvPr id="12" name="Text Placeholder 3"/>
          <p:cNvSpPr>
            <a:spLocks noGrp="1"/>
          </p:cNvSpPr>
          <p:nvPr>
            <p:ph type="body" sz="half" idx="17"/>
          </p:nvPr>
        </p:nvSpPr>
        <p:spPr>
          <a:xfrm>
            <a:off x="7852442" y="3360263"/>
            <a:ext cx="3194968"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tr-TR"/>
              <a:t>Asıl metin stillerini düzenlemek için tıklayın</a:t>
            </a:r>
          </a:p>
        </p:txBody>
      </p:sp>
      <p:sp>
        <p:nvSpPr>
          <p:cNvPr id="3" name="Date Placeholder 2"/>
          <p:cNvSpPr>
            <a:spLocks noGrp="1"/>
          </p:cNvSpPr>
          <p:nvPr>
            <p:ph type="dt" sz="half" idx="10"/>
          </p:nvPr>
        </p:nvSpPr>
        <p:spPr/>
        <p:txBody>
          <a:bodyPr/>
          <a:lstStyle/>
          <a:p>
            <a:fld id="{ECC23BFC-641A-4C9F-80AD-E06B1DF0591E}" type="datetime1">
              <a:rPr lang="en-US" smtClean="0"/>
              <a:t>3/2/2026</a:t>
            </a:fld>
            <a:endParaRPr lang="en-US"/>
          </a:p>
        </p:txBody>
      </p:sp>
      <p:sp>
        <p:nvSpPr>
          <p:cNvPr id="4" name="Footer Placeholder 3"/>
          <p:cNvSpPr>
            <a:spLocks noGrp="1"/>
          </p:cNvSpPr>
          <p:nvPr>
            <p:ph type="ftr" sz="quarter" idx="11"/>
          </p:nvPr>
        </p:nvSpPr>
        <p:spPr/>
        <p:txBody>
          <a:bodyPr/>
          <a:lstStyle/>
          <a:p>
            <a:r>
              <a:rPr lang="en-US"/>
              <a:t>MEHMET FATİH KARAKAŞ</a:t>
            </a:r>
            <a:endParaRPr lang="en-US" dirty="0"/>
          </a:p>
        </p:txBody>
      </p:sp>
      <p:sp>
        <p:nvSpPr>
          <p:cNvPr id="5" name="Slide Number Placeholder 4"/>
          <p:cNvSpPr>
            <a:spLocks noGrp="1"/>
          </p:cNvSpPr>
          <p:nvPr>
            <p:ph type="sldNum" sz="quarter" idx="12"/>
          </p:nvPr>
        </p:nvSpPr>
        <p:spPr/>
        <p:txBody>
          <a:bodyPr/>
          <a:lstStyle/>
          <a:p>
            <a:fld id="{148CC95F-0247-41B6-91CF-DC97C76A7088}" type="slidenum">
              <a:rPr lang="en-US" smtClean="0"/>
              <a:pPr/>
              <a:t>‹#›</a:t>
            </a:fld>
            <a:endParaRPr lang="en-US"/>
          </a:p>
        </p:txBody>
      </p:sp>
    </p:spTree>
    <p:extLst>
      <p:ext uri="{BB962C8B-B14F-4D97-AF65-F5344CB8AC3E}">
        <p14:creationId xmlns:p14="http://schemas.microsoft.com/office/powerpoint/2010/main" val="336782173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Resim Sütunu">
    <p:spTree>
      <p:nvGrpSpPr>
        <p:cNvPr id="1" name=""/>
        <p:cNvGrpSpPr/>
        <p:nvPr/>
      </p:nvGrpSpPr>
      <p:grpSpPr>
        <a:xfrm>
          <a:off x="0" y="0"/>
          <a:ext cx="0" cy="0"/>
          <a:chOff x="0" y="0"/>
          <a:chExt cx="0" cy="0"/>
        </a:xfrm>
      </p:grpSpPr>
      <p:sp>
        <p:nvSpPr>
          <p:cNvPr id="30" name="Title 1"/>
          <p:cNvSpPr>
            <a:spLocks noGrp="1"/>
          </p:cNvSpPr>
          <p:nvPr>
            <p:ph type="title"/>
          </p:nvPr>
        </p:nvSpPr>
        <p:spPr>
          <a:xfrm>
            <a:off x="1141411" y="609600"/>
            <a:ext cx="9905999" cy="1905000"/>
          </a:xfrm>
        </p:spPr>
        <p:txBody>
          <a:bodyPr/>
          <a:lstStyle/>
          <a:p>
            <a:r>
              <a:rPr lang="tr-TR"/>
              <a:t>Asıl başlık stilini düzenlemek için tıklayın</a:t>
            </a:r>
            <a:endParaRPr lang="en-US" dirty="0"/>
          </a:p>
        </p:txBody>
      </p:sp>
      <p:sp>
        <p:nvSpPr>
          <p:cNvPr id="19" name="Text Placeholder 2"/>
          <p:cNvSpPr>
            <a:spLocks noGrp="1"/>
          </p:cNvSpPr>
          <p:nvPr>
            <p:ph type="body" idx="1"/>
          </p:nvPr>
        </p:nvSpPr>
        <p:spPr>
          <a:xfrm>
            <a:off x="1141413" y="4404596"/>
            <a:ext cx="319524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tr-TR"/>
              <a:t>Asıl metin stillerini düzenlemek için tıklayın</a:t>
            </a:r>
          </a:p>
        </p:txBody>
      </p:sp>
      <p:sp>
        <p:nvSpPr>
          <p:cNvPr id="20" name="Picture Placeholder 2"/>
          <p:cNvSpPr>
            <a:spLocks noGrp="1" noChangeAspect="1"/>
          </p:cNvSpPr>
          <p:nvPr>
            <p:ph type="pic" idx="15"/>
          </p:nvPr>
        </p:nvSpPr>
        <p:spPr>
          <a:xfrm>
            <a:off x="1141413" y="2666998"/>
            <a:ext cx="31952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tr-TR"/>
              <a:t>Resim eklemek için simgeye tıklayın</a:t>
            </a:r>
            <a:endParaRPr lang="en-US" dirty="0"/>
          </a:p>
        </p:txBody>
      </p:sp>
      <p:sp>
        <p:nvSpPr>
          <p:cNvPr id="21" name="Text Placeholder 3"/>
          <p:cNvSpPr>
            <a:spLocks noGrp="1"/>
          </p:cNvSpPr>
          <p:nvPr>
            <p:ph type="body" sz="half" idx="18"/>
          </p:nvPr>
        </p:nvSpPr>
        <p:spPr>
          <a:xfrm>
            <a:off x="1141413" y="4980858"/>
            <a:ext cx="3195240" cy="81784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tr-TR"/>
              <a:t>Asıl metin stillerini düzenlemek için tıklayın</a:t>
            </a:r>
          </a:p>
        </p:txBody>
      </p:sp>
      <p:sp>
        <p:nvSpPr>
          <p:cNvPr id="22" name="Text Placeholder 4"/>
          <p:cNvSpPr>
            <a:spLocks noGrp="1"/>
          </p:cNvSpPr>
          <p:nvPr>
            <p:ph type="body" sz="quarter" idx="3"/>
          </p:nvPr>
        </p:nvSpPr>
        <p:spPr>
          <a:xfrm>
            <a:off x="4489053" y="4404596"/>
            <a:ext cx="320040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tr-TR"/>
              <a:t>Asıl metin stillerini düzenlemek için tıklayın</a:t>
            </a:r>
          </a:p>
        </p:txBody>
      </p:sp>
      <p:sp>
        <p:nvSpPr>
          <p:cNvPr id="23" name="Picture Placeholder 2"/>
          <p:cNvSpPr>
            <a:spLocks noGrp="1" noChangeAspect="1"/>
          </p:cNvSpPr>
          <p:nvPr>
            <p:ph type="pic" idx="21"/>
          </p:nvPr>
        </p:nvSpPr>
        <p:spPr>
          <a:xfrm>
            <a:off x="4489053" y="2666998"/>
            <a:ext cx="31989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tr-TR"/>
              <a:t>Resim eklemek için simgeye tıklayın</a:t>
            </a:r>
            <a:endParaRPr lang="en-US" dirty="0"/>
          </a:p>
        </p:txBody>
      </p:sp>
      <p:sp>
        <p:nvSpPr>
          <p:cNvPr id="24" name="Text Placeholder 3"/>
          <p:cNvSpPr>
            <a:spLocks noGrp="1"/>
          </p:cNvSpPr>
          <p:nvPr>
            <p:ph type="body" sz="half" idx="19"/>
          </p:nvPr>
        </p:nvSpPr>
        <p:spPr>
          <a:xfrm>
            <a:off x="4487593" y="4980857"/>
            <a:ext cx="3200400" cy="81034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tr-TR"/>
              <a:t>Asıl metin stillerini düzenlemek için tıklayın</a:t>
            </a:r>
          </a:p>
        </p:txBody>
      </p:sp>
      <p:sp>
        <p:nvSpPr>
          <p:cNvPr id="25" name="Text Placeholder 4"/>
          <p:cNvSpPr>
            <a:spLocks noGrp="1"/>
          </p:cNvSpPr>
          <p:nvPr>
            <p:ph type="body" sz="quarter" idx="13"/>
          </p:nvPr>
        </p:nvSpPr>
        <p:spPr>
          <a:xfrm>
            <a:off x="7852567" y="4404595"/>
            <a:ext cx="3190741"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tr-TR"/>
              <a:t>Asıl metin stillerini düzenlemek için tıklayın</a:t>
            </a:r>
          </a:p>
        </p:txBody>
      </p:sp>
      <p:sp>
        <p:nvSpPr>
          <p:cNvPr id="26" name="Picture Placeholder 2"/>
          <p:cNvSpPr>
            <a:spLocks noGrp="1" noChangeAspect="1"/>
          </p:cNvSpPr>
          <p:nvPr>
            <p:ph type="pic" idx="22"/>
          </p:nvPr>
        </p:nvSpPr>
        <p:spPr>
          <a:xfrm>
            <a:off x="7852442" y="2666998"/>
            <a:ext cx="3194969"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tr-TR"/>
              <a:t>Resim eklemek için simgeye tıklayın</a:t>
            </a:r>
            <a:endParaRPr lang="en-US" dirty="0"/>
          </a:p>
        </p:txBody>
      </p:sp>
      <p:sp>
        <p:nvSpPr>
          <p:cNvPr id="27" name="Text Placeholder 3"/>
          <p:cNvSpPr>
            <a:spLocks noGrp="1"/>
          </p:cNvSpPr>
          <p:nvPr>
            <p:ph type="body" sz="half" idx="20"/>
          </p:nvPr>
        </p:nvSpPr>
        <p:spPr>
          <a:xfrm>
            <a:off x="7852442" y="4980854"/>
            <a:ext cx="3194968" cy="810345"/>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tr-TR"/>
              <a:t>Asıl metin stillerini düzenlemek için tıklayın</a:t>
            </a:r>
          </a:p>
        </p:txBody>
      </p:sp>
      <p:sp>
        <p:nvSpPr>
          <p:cNvPr id="3" name="Date Placeholder 2"/>
          <p:cNvSpPr>
            <a:spLocks noGrp="1"/>
          </p:cNvSpPr>
          <p:nvPr>
            <p:ph type="dt" sz="half" idx="10"/>
          </p:nvPr>
        </p:nvSpPr>
        <p:spPr/>
        <p:txBody>
          <a:bodyPr/>
          <a:lstStyle/>
          <a:p>
            <a:fld id="{6AA436C6-6413-456C-8FB0-21349013FE05}" type="datetime1">
              <a:rPr lang="en-US" smtClean="0"/>
              <a:t>3/2/2026</a:t>
            </a:fld>
            <a:endParaRPr lang="en-US"/>
          </a:p>
        </p:txBody>
      </p:sp>
      <p:sp>
        <p:nvSpPr>
          <p:cNvPr id="4" name="Footer Placeholder 3"/>
          <p:cNvSpPr>
            <a:spLocks noGrp="1"/>
          </p:cNvSpPr>
          <p:nvPr>
            <p:ph type="ftr" sz="quarter" idx="11"/>
          </p:nvPr>
        </p:nvSpPr>
        <p:spPr/>
        <p:txBody>
          <a:bodyPr/>
          <a:lstStyle/>
          <a:p>
            <a:r>
              <a:rPr lang="en-US"/>
              <a:t>MEHMET FATİH KARAKAŞ</a:t>
            </a:r>
            <a:endParaRPr lang="en-US" dirty="0"/>
          </a:p>
        </p:txBody>
      </p:sp>
      <p:sp>
        <p:nvSpPr>
          <p:cNvPr id="5" name="Slide Number Placeholder 4"/>
          <p:cNvSpPr>
            <a:spLocks noGrp="1"/>
          </p:cNvSpPr>
          <p:nvPr>
            <p:ph type="sldNum" sz="quarter" idx="12"/>
          </p:nvPr>
        </p:nvSpPr>
        <p:spPr/>
        <p:txBody>
          <a:bodyPr/>
          <a:lstStyle/>
          <a:p>
            <a:fld id="{148CC95F-0247-41B6-91CF-DC97C76A7088}" type="slidenum">
              <a:rPr lang="en-US" smtClean="0"/>
              <a:pPr/>
              <a:t>‹#›</a:t>
            </a:fld>
            <a:endParaRPr lang="en-US"/>
          </a:p>
        </p:txBody>
      </p:sp>
    </p:spTree>
    <p:extLst>
      <p:ext uri="{BB962C8B-B14F-4D97-AF65-F5344CB8AC3E}">
        <p14:creationId xmlns:p14="http://schemas.microsoft.com/office/powerpoint/2010/main" val="182067656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Başlık ve Dikey Meti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tr-TR"/>
              <a:t>Asıl başlık stilini düzenlemek için tıklayın</a:t>
            </a:r>
            <a:endParaRPr lang="en-US" dirty="0"/>
          </a:p>
        </p:txBody>
      </p:sp>
      <p:sp>
        <p:nvSpPr>
          <p:cNvPr id="3" name="Vertical Text Placeholder 2"/>
          <p:cNvSpPr>
            <a:spLocks noGrp="1"/>
          </p:cNvSpPr>
          <p:nvPr>
            <p:ph type="body" orient="vert" idx="1"/>
          </p:nvPr>
        </p:nvSpPr>
        <p:spPr/>
        <p:txBody>
          <a:bodyPr vert="eaVert" anchor="t"/>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dirty="0"/>
          </a:p>
        </p:txBody>
      </p:sp>
      <p:sp>
        <p:nvSpPr>
          <p:cNvPr id="4" name="Date Placeholder 3"/>
          <p:cNvSpPr>
            <a:spLocks noGrp="1"/>
          </p:cNvSpPr>
          <p:nvPr>
            <p:ph type="dt" sz="half" idx="10"/>
          </p:nvPr>
        </p:nvSpPr>
        <p:spPr/>
        <p:txBody>
          <a:bodyPr/>
          <a:lstStyle/>
          <a:p>
            <a:fld id="{A4BB8401-191F-4415-852E-790F383FEFBA}" type="datetime1">
              <a:rPr lang="en-US" smtClean="0"/>
              <a:t>3/2/2026</a:t>
            </a:fld>
            <a:endParaRPr lang="en-US"/>
          </a:p>
        </p:txBody>
      </p:sp>
      <p:sp>
        <p:nvSpPr>
          <p:cNvPr id="5" name="Footer Placeholder 4"/>
          <p:cNvSpPr>
            <a:spLocks noGrp="1"/>
          </p:cNvSpPr>
          <p:nvPr>
            <p:ph type="ftr" sz="quarter" idx="11"/>
          </p:nvPr>
        </p:nvSpPr>
        <p:spPr/>
        <p:txBody>
          <a:bodyPr/>
          <a:lstStyle/>
          <a:p>
            <a:r>
              <a:rPr lang="en-US"/>
              <a:t>MEHMET FATİH KARAKAŞ</a:t>
            </a:r>
            <a:endParaRPr lang="en-US" dirty="0"/>
          </a:p>
        </p:txBody>
      </p:sp>
      <p:sp>
        <p:nvSpPr>
          <p:cNvPr id="6" name="Slide Number Placeholder 5"/>
          <p:cNvSpPr>
            <a:spLocks noGrp="1"/>
          </p:cNvSpPr>
          <p:nvPr>
            <p:ph type="sldNum" sz="quarter" idx="12"/>
          </p:nvPr>
        </p:nvSpPr>
        <p:spPr/>
        <p:txBody>
          <a:bodyPr/>
          <a:lstStyle/>
          <a:p>
            <a:fld id="{148CC95F-0247-41B6-91CF-DC97C76A7088}" type="slidenum">
              <a:rPr lang="en-US" smtClean="0"/>
              <a:pPr/>
              <a:t>‹#›</a:t>
            </a:fld>
            <a:endParaRPr lang="en-US"/>
          </a:p>
        </p:txBody>
      </p:sp>
    </p:spTree>
    <p:extLst>
      <p:ext uri="{BB962C8B-B14F-4D97-AF65-F5344CB8AC3E}">
        <p14:creationId xmlns:p14="http://schemas.microsoft.com/office/powerpoint/2010/main" val="299667161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Dikey Başlık ve Metin">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042400" y="609599"/>
            <a:ext cx="2005011" cy="5181601"/>
          </a:xfrm>
        </p:spPr>
        <p:txBody>
          <a:bodyPr vert="eaVert"/>
          <a:lstStyle/>
          <a:p>
            <a:r>
              <a:rPr lang="tr-TR"/>
              <a:t>Asıl başlık stilini düzenlemek için tıklayın</a:t>
            </a:r>
            <a:endParaRPr lang="en-US" dirty="0"/>
          </a:p>
        </p:txBody>
      </p:sp>
      <p:sp>
        <p:nvSpPr>
          <p:cNvPr id="3" name="Vertical Text Placeholder 2"/>
          <p:cNvSpPr>
            <a:spLocks noGrp="1"/>
          </p:cNvSpPr>
          <p:nvPr>
            <p:ph type="body" orient="vert" idx="1"/>
          </p:nvPr>
        </p:nvSpPr>
        <p:spPr>
          <a:xfrm>
            <a:off x="1141410" y="609599"/>
            <a:ext cx="7748590" cy="5181601"/>
          </a:xfrm>
        </p:spPr>
        <p:txBody>
          <a:bodyPr vert="eaVert"/>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dirty="0"/>
          </a:p>
        </p:txBody>
      </p:sp>
      <p:sp>
        <p:nvSpPr>
          <p:cNvPr id="4" name="Date Placeholder 3"/>
          <p:cNvSpPr>
            <a:spLocks noGrp="1"/>
          </p:cNvSpPr>
          <p:nvPr>
            <p:ph type="dt" sz="half" idx="10"/>
          </p:nvPr>
        </p:nvSpPr>
        <p:spPr/>
        <p:txBody>
          <a:bodyPr/>
          <a:lstStyle/>
          <a:p>
            <a:fld id="{8A0EE998-21C6-4F9B-9FD2-579190FCEA2E}" type="datetime1">
              <a:rPr lang="en-US" smtClean="0"/>
              <a:t>3/2/2026</a:t>
            </a:fld>
            <a:endParaRPr lang="en-US"/>
          </a:p>
        </p:txBody>
      </p:sp>
      <p:sp>
        <p:nvSpPr>
          <p:cNvPr id="5" name="Footer Placeholder 4"/>
          <p:cNvSpPr>
            <a:spLocks noGrp="1"/>
          </p:cNvSpPr>
          <p:nvPr>
            <p:ph type="ftr" sz="quarter" idx="11"/>
          </p:nvPr>
        </p:nvSpPr>
        <p:spPr/>
        <p:txBody>
          <a:bodyPr/>
          <a:lstStyle/>
          <a:p>
            <a:r>
              <a:rPr lang="en-US"/>
              <a:t>MEHMET FATİH KARAKAŞ</a:t>
            </a:r>
            <a:endParaRPr lang="en-US" dirty="0"/>
          </a:p>
        </p:txBody>
      </p:sp>
      <p:sp>
        <p:nvSpPr>
          <p:cNvPr id="6" name="Slide Number Placeholder 5"/>
          <p:cNvSpPr>
            <a:spLocks noGrp="1"/>
          </p:cNvSpPr>
          <p:nvPr>
            <p:ph type="sldNum" sz="quarter" idx="12"/>
          </p:nvPr>
        </p:nvSpPr>
        <p:spPr/>
        <p:txBody>
          <a:bodyPr/>
          <a:lstStyle/>
          <a:p>
            <a:fld id="{148CC95F-0247-41B6-91CF-DC97C76A7088}" type="slidenum">
              <a:rPr lang="en-US" smtClean="0"/>
              <a:pPr/>
              <a:t>‹#›</a:t>
            </a:fld>
            <a:endParaRPr lang="en-US"/>
          </a:p>
        </p:txBody>
      </p:sp>
    </p:spTree>
    <p:extLst>
      <p:ext uri="{BB962C8B-B14F-4D97-AF65-F5344CB8AC3E}">
        <p14:creationId xmlns:p14="http://schemas.microsoft.com/office/powerpoint/2010/main" val="376957029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xAndObj">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74638"/>
            <a:ext cx="10972800" cy="1143000"/>
          </a:xfrm>
        </p:spPr>
        <p:txBody>
          <a:bodyPr/>
          <a:lstStyle/>
          <a:p>
            <a:r>
              <a:rPr lang="en-US"/>
              <a:t>Click to edit Master title style</a:t>
            </a:r>
          </a:p>
        </p:txBody>
      </p:sp>
      <p:sp>
        <p:nvSpPr>
          <p:cNvPr id="3" name="Text Placeholder 2"/>
          <p:cNvSpPr>
            <a:spLocks noGrp="1"/>
          </p:cNvSpPr>
          <p:nvPr>
            <p:ph type="body" sz="half" idx="1"/>
          </p:nvPr>
        </p:nvSpPr>
        <p:spPr>
          <a:xfrm>
            <a:off x="609600" y="1600201"/>
            <a:ext cx="5384800" cy="45259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a:extLst>
              <a:ext uri="{FF2B5EF4-FFF2-40B4-BE49-F238E27FC236}">
                <a16:creationId xmlns:a16="http://schemas.microsoft.com/office/drawing/2014/main" id="{80523591-462E-C860-40F0-11C81F132AC5}"/>
              </a:ext>
            </a:extLst>
          </p:cNvPr>
          <p:cNvSpPr>
            <a:spLocks noGrp="1" noChangeArrowheads="1"/>
          </p:cNvSpPr>
          <p:nvPr>
            <p:ph type="dt" sz="half" idx="10"/>
          </p:nvPr>
        </p:nvSpPr>
        <p:spPr>
          <a:ln/>
        </p:spPr>
        <p:txBody>
          <a:bodyPr/>
          <a:lstStyle>
            <a:lvl1pPr>
              <a:defRPr/>
            </a:lvl1pPr>
          </a:lstStyle>
          <a:p>
            <a:pPr>
              <a:defRPr/>
            </a:pPr>
            <a:fld id="{A36FA533-7B14-4D01-973E-8FCED7709097}" type="datetime1">
              <a:rPr lang="en-US" altLang="en-US" smtClean="0"/>
              <a:t>3/2/2026</a:t>
            </a:fld>
            <a:endParaRPr lang="en-US" altLang="en-US"/>
          </a:p>
        </p:txBody>
      </p:sp>
      <p:sp>
        <p:nvSpPr>
          <p:cNvPr id="6" name="Rectangle 5">
            <a:extLst>
              <a:ext uri="{FF2B5EF4-FFF2-40B4-BE49-F238E27FC236}">
                <a16:creationId xmlns:a16="http://schemas.microsoft.com/office/drawing/2014/main" id="{EFAC0C5F-3ADE-38CF-FE92-F25E8E839650}"/>
              </a:ext>
            </a:extLst>
          </p:cNvPr>
          <p:cNvSpPr>
            <a:spLocks noGrp="1" noChangeArrowheads="1"/>
          </p:cNvSpPr>
          <p:nvPr>
            <p:ph type="ftr" sz="quarter" idx="11"/>
          </p:nvPr>
        </p:nvSpPr>
        <p:spPr>
          <a:ln/>
        </p:spPr>
        <p:txBody>
          <a:bodyPr/>
          <a:lstStyle>
            <a:lvl1pPr>
              <a:defRPr/>
            </a:lvl1pPr>
          </a:lstStyle>
          <a:p>
            <a:pPr>
              <a:defRPr/>
            </a:pPr>
            <a:r>
              <a:rPr lang="en-US" altLang="en-US"/>
              <a:t>MEHMET FATİH KARAKAŞ</a:t>
            </a:r>
          </a:p>
        </p:txBody>
      </p:sp>
      <p:sp>
        <p:nvSpPr>
          <p:cNvPr id="7" name="Rectangle 6">
            <a:extLst>
              <a:ext uri="{FF2B5EF4-FFF2-40B4-BE49-F238E27FC236}">
                <a16:creationId xmlns:a16="http://schemas.microsoft.com/office/drawing/2014/main" id="{08B2AAC6-F169-6984-BDD2-17FA995840DE}"/>
              </a:ext>
            </a:extLst>
          </p:cNvPr>
          <p:cNvSpPr>
            <a:spLocks noGrp="1" noChangeArrowheads="1"/>
          </p:cNvSpPr>
          <p:nvPr>
            <p:ph type="sldNum" sz="quarter" idx="12"/>
          </p:nvPr>
        </p:nvSpPr>
        <p:spPr>
          <a:ln/>
        </p:spPr>
        <p:txBody>
          <a:bodyPr/>
          <a:lstStyle>
            <a:lvl1pPr>
              <a:defRPr/>
            </a:lvl1pPr>
          </a:lstStyle>
          <a:p>
            <a:fld id="{B8594029-25FB-4E75-8CB0-DA09884F816E}" type="slidenum">
              <a:rPr lang="en-US" altLang="en-US"/>
              <a:pPr/>
              <a:t>‹#›</a:t>
            </a:fld>
            <a:endParaRPr lang="en-US" altLang="en-US"/>
          </a:p>
        </p:txBody>
      </p:sp>
    </p:spTree>
    <p:extLst>
      <p:ext uri="{BB962C8B-B14F-4D97-AF65-F5344CB8AC3E}">
        <p14:creationId xmlns:p14="http://schemas.microsoft.com/office/powerpoint/2010/main" val="234492258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xAndTwoObj">
  <p:cSld name="Title, Text, and 2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74638"/>
            <a:ext cx="10972800" cy="1143000"/>
          </a:xfrm>
        </p:spPr>
        <p:txBody>
          <a:bodyPr/>
          <a:lstStyle/>
          <a:p>
            <a:r>
              <a:rPr lang="en-US"/>
              <a:t>Click to edit Master title style</a:t>
            </a:r>
          </a:p>
        </p:txBody>
      </p:sp>
      <p:sp>
        <p:nvSpPr>
          <p:cNvPr id="3" name="Text Placeholder 2"/>
          <p:cNvSpPr>
            <a:spLocks noGrp="1"/>
          </p:cNvSpPr>
          <p:nvPr>
            <p:ph type="body" sz="half" idx="1"/>
          </p:nvPr>
        </p:nvSpPr>
        <p:spPr>
          <a:xfrm>
            <a:off x="609600" y="1600201"/>
            <a:ext cx="5384800" cy="45259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quarter" idx="2"/>
          </p:nvPr>
        </p:nvSpPr>
        <p:spPr>
          <a:xfrm>
            <a:off x="6197600" y="1600200"/>
            <a:ext cx="5384800" cy="21859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Content Placeholder 4"/>
          <p:cNvSpPr>
            <a:spLocks noGrp="1"/>
          </p:cNvSpPr>
          <p:nvPr>
            <p:ph sz="quarter" idx="3"/>
          </p:nvPr>
        </p:nvSpPr>
        <p:spPr>
          <a:xfrm>
            <a:off x="6197600" y="3938589"/>
            <a:ext cx="5384800" cy="21875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Rectangle 4">
            <a:extLst>
              <a:ext uri="{FF2B5EF4-FFF2-40B4-BE49-F238E27FC236}">
                <a16:creationId xmlns:a16="http://schemas.microsoft.com/office/drawing/2014/main" id="{0EBEF381-4A8B-219C-EEBF-315DAE5CDFAB}"/>
              </a:ext>
            </a:extLst>
          </p:cNvPr>
          <p:cNvSpPr>
            <a:spLocks noGrp="1" noChangeArrowheads="1"/>
          </p:cNvSpPr>
          <p:nvPr>
            <p:ph type="dt" sz="half" idx="10"/>
          </p:nvPr>
        </p:nvSpPr>
        <p:spPr>
          <a:ln/>
        </p:spPr>
        <p:txBody>
          <a:bodyPr/>
          <a:lstStyle>
            <a:lvl1pPr>
              <a:defRPr/>
            </a:lvl1pPr>
          </a:lstStyle>
          <a:p>
            <a:pPr>
              <a:defRPr/>
            </a:pPr>
            <a:fld id="{C94D3C2A-D06F-4B06-BD00-92C9A27CF5BA}" type="datetime1">
              <a:rPr lang="en-US" altLang="en-US" smtClean="0"/>
              <a:t>3/2/2026</a:t>
            </a:fld>
            <a:endParaRPr lang="en-US" altLang="en-US"/>
          </a:p>
        </p:txBody>
      </p:sp>
      <p:sp>
        <p:nvSpPr>
          <p:cNvPr id="7" name="Rectangle 5">
            <a:extLst>
              <a:ext uri="{FF2B5EF4-FFF2-40B4-BE49-F238E27FC236}">
                <a16:creationId xmlns:a16="http://schemas.microsoft.com/office/drawing/2014/main" id="{0B0E09DF-7873-C564-D935-8054EE15C3CE}"/>
              </a:ext>
            </a:extLst>
          </p:cNvPr>
          <p:cNvSpPr>
            <a:spLocks noGrp="1" noChangeArrowheads="1"/>
          </p:cNvSpPr>
          <p:nvPr>
            <p:ph type="ftr" sz="quarter" idx="11"/>
          </p:nvPr>
        </p:nvSpPr>
        <p:spPr>
          <a:ln/>
        </p:spPr>
        <p:txBody>
          <a:bodyPr/>
          <a:lstStyle>
            <a:lvl1pPr>
              <a:defRPr/>
            </a:lvl1pPr>
          </a:lstStyle>
          <a:p>
            <a:pPr>
              <a:defRPr/>
            </a:pPr>
            <a:r>
              <a:rPr lang="en-US" altLang="en-US"/>
              <a:t>MEHMET FATİH KARAKAŞ</a:t>
            </a:r>
          </a:p>
        </p:txBody>
      </p:sp>
      <p:sp>
        <p:nvSpPr>
          <p:cNvPr id="8" name="Rectangle 6">
            <a:extLst>
              <a:ext uri="{FF2B5EF4-FFF2-40B4-BE49-F238E27FC236}">
                <a16:creationId xmlns:a16="http://schemas.microsoft.com/office/drawing/2014/main" id="{775D1F60-1CD0-4504-18E5-2D54BEE7C7B0}"/>
              </a:ext>
            </a:extLst>
          </p:cNvPr>
          <p:cNvSpPr>
            <a:spLocks noGrp="1" noChangeArrowheads="1"/>
          </p:cNvSpPr>
          <p:nvPr>
            <p:ph type="sldNum" sz="quarter" idx="12"/>
          </p:nvPr>
        </p:nvSpPr>
        <p:spPr>
          <a:ln/>
        </p:spPr>
        <p:txBody>
          <a:bodyPr/>
          <a:lstStyle>
            <a:lvl1pPr>
              <a:defRPr/>
            </a:lvl1pPr>
          </a:lstStyle>
          <a:p>
            <a:fld id="{EE647DDC-CEA0-4EFC-8EF2-CC841A274704}" type="slidenum">
              <a:rPr lang="en-US" altLang="en-US"/>
              <a:pPr/>
              <a:t>‹#›</a:t>
            </a:fld>
            <a:endParaRPr lang="en-US" altLang="en-US"/>
          </a:p>
        </p:txBody>
      </p:sp>
    </p:spTree>
    <p:extLst>
      <p:ext uri="{BB962C8B-B14F-4D97-AF65-F5344CB8AC3E}">
        <p14:creationId xmlns:p14="http://schemas.microsoft.com/office/powerpoint/2010/main" val="319862516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image" Target="../media/image2.pn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7" name="Picture 2" descr="\\DROBO-FS\QuickDrops\JB\PPTX NG\Droplets\LightingOverlay.png"/>
          <p:cNvPicPr>
            <a:picLocks noChangeAspect="1" noChangeArrowheads="1"/>
          </p:cNvPicPr>
          <p:nvPr/>
        </p:nvPicPr>
        <p:blipFill>
          <a:blip r:embed="rId21">
            <a:alphaModFix amt="30000"/>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 xmlns:a14="http://schemas.microsoft.com/office/drawing/2010/main">
                <a:solidFill>
                  <a:srgbClr val="FFFFFF"/>
                </a:solidFill>
              </a14:hiddenFill>
            </a:ext>
          </a:extLst>
        </p:spPr>
      </p:pic>
      <p:grpSp>
        <p:nvGrpSpPr>
          <p:cNvPr id="8" name="Group 7"/>
          <p:cNvGrpSpPr/>
          <p:nvPr/>
        </p:nvGrpSpPr>
        <p:grpSpPr>
          <a:xfrm>
            <a:off x="-14288" y="0"/>
            <a:ext cx="12053888" cy="6858001"/>
            <a:chOff x="-14288" y="0"/>
            <a:chExt cx="12053888" cy="6858001"/>
          </a:xfrm>
        </p:grpSpPr>
        <p:grpSp>
          <p:nvGrpSpPr>
            <p:cNvPr id="9" name="Group 8"/>
            <p:cNvGrpSpPr/>
            <p:nvPr/>
          </p:nvGrpSpPr>
          <p:grpSpPr>
            <a:xfrm>
              <a:off x="-14288" y="0"/>
              <a:ext cx="1220788" cy="6858001"/>
              <a:chOff x="-14288" y="0"/>
              <a:chExt cx="1220788" cy="6858001"/>
            </a:xfrm>
            <a:gradFill flip="none" rotWithShape="1">
              <a:gsLst>
                <a:gs pos="0">
                  <a:schemeClr val="tx2"/>
                </a:gs>
                <a:gs pos="100000">
                  <a:schemeClr val="bg2">
                    <a:lumMod val="60000"/>
                    <a:lumOff val="40000"/>
                  </a:schemeClr>
                </a:gs>
              </a:gsLst>
              <a:lin ang="5400000" scaled="0"/>
              <a:tileRect/>
            </a:gradFill>
          </p:grpSpPr>
          <p:sp>
            <p:nvSpPr>
              <p:cNvPr id="21" name="Rectangle 5"/>
              <p:cNvSpPr>
                <a:spLocks noChangeArrowheads="1"/>
              </p:cNvSpPr>
              <p:nvPr/>
            </p:nvSpPr>
            <p:spPr bwMode="auto">
              <a:xfrm>
                <a:off x="114300" y="4763"/>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txBody>
              <a:bodyPr/>
              <a:lstStyle/>
              <a:p>
                <a:endParaRPr lang="tr-TR"/>
              </a:p>
            </p:txBody>
          </p:sp>
          <p:sp>
            <p:nvSpPr>
              <p:cNvPr id="22" name="Freeform 6"/>
              <p:cNvSpPr>
                <a:spLocks noEditPoints="1"/>
              </p:cNvSpPr>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tr-TR"/>
              </a:p>
            </p:txBody>
          </p:sp>
          <p:sp>
            <p:nvSpPr>
              <p:cNvPr id="23" name="Freeform 7"/>
              <p:cNvSpPr>
                <a:spLocks noEditPoints="1"/>
              </p:cNvSpPr>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tr-TR"/>
              </a:p>
            </p:txBody>
          </p:sp>
          <p:sp>
            <p:nvSpPr>
              <p:cNvPr id="24" name="Freeform 8"/>
              <p:cNvSpPr/>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tr-TR"/>
              </a:p>
            </p:txBody>
          </p:sp>
          <p:sp>
            <p:nvSpPr>
              <p:cNvPr id="25" name="Freeform 9"/>
              <p:cNvSpPr>
                <a:spLocks noEditPoints="1"/>
              </p:cNvSpPr>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tr-TR"/>
              </a:p>
            </p:txBody>
          </p:sp>
          <p:sp>
            <p:nvSpPr>
              <p:cNvPr id="26" name="Freeform 10"/>
              <p:cNvSpPr/>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tr-TR"/>
              </a:p>
            </p:txBody>
          </p:sp>
          <p:sp>
            <p:nvSpPr>
              <p:cNvPr id="27" name="Freeform 11"/>
              <p:cNvSpPr/>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tr-TR"/>
              </a:p>
            </p:txBody>
          </p:sp>
          <p:sp>
            <p:nvSpPr>
              <p:cNvPr id="28" name="Freeform 12"/>
              <p:cNvSpPr>
                <a:spLocks noEditPoints="1"/>
              </p:cNvSpPr>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tr-TR"/>
              </a:p>
            </p:txBody>
          </p:sp>
          <p:sp>
            <p:nvSpPr>
              <p:cNvPr id="29" name="Freeform 13"/>
              <p:cNvSpPr>
                <a:spLocks noEditPoints="1"/>
              </p:cNvSpPr>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tr-TR"/>
              </a:p>
            </p:txBody>
          </p:sp>
          <p:sp>
            <p:nvSpPr>
              <p:cNvPr id="30" name="Freeform 14"/>
              <p:cNvSpPr/>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tr-TR"/>
              </a:p>
            </p:txBody>
          </p:sp>
          <p:sp>
            <p:nvSpPr>
              <p:cNvPr id="31" name="Freeform 15"/>
              <p:cNvSpPr>
                <a:spLocks noEditPoints="1"/>
              </p:cNvSpPr>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tr-TR"/>
              </a:p>
            </p:txBody>
          </p:sp>
          <p:sp>
            <p:nvSpPr>
              <p:cNvPr id="32" name="Line 16"/>
              <p:cNvSpPr>
                <a:spLocks noChangeShapeType="1"/>
              </p:cNvSpPr>
              <p:nvPr/>
            </p:nvSpPr>
            <p:spPr bwMode="auto">
              <a:xfrm>
                <a:off x="-4763" y="9525"/>
                <a:ext cx="0" cy="0"/>
              </a:xfrm>
              <a:prstGeom prst="line">
                <a:avLst/>
              </a:prstGeom>
              <a:grpFill/>
              <a:ln w="15" cap="flat">
                <a:solidFill>
                  <a:srgbClr val="FFFFFF"/>
                </a:solidFill>
                <a:prstDash val="solid"/>
                <a:miter lim="800000"/>
                <a:headEnd/>
                <a:tailEnd/>
              </a:ln>
            </p:spPr>
            <p:txBody>
              <a:bodyPr/>
              <a:lstStyle/>
              <a:p>
                <a:endParaRPr lang="tr-TR"/>
              </a:p>
            </p:txBody>
          </p:sp>
          <p:sp>
            <p:nvSpPr>
              <p:cNvPr id="33" name="Freeform 17"/>
              <p:cNvSpPr/>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tr-TR"/>
              </a:p>
            </p:txBody>
          </p:sp>
          <p:sp>
            <p:nvSpPr>
              <p:cNvPr id="34" name="Freeform 18"/>
              <p:cNvSpPr/>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tr-TR"/>
              </a:p>
            </p:txBody>
          </p:sp>
          <p:sp>
            <p:nvSpPr>
              <p:cNvPr id="35" name="Freeform 19"/>
              <p:cNvSpPr/>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tr-TR"/>
              </a:p>
            </p:txBody>
          </p:sp>
          <p:sp>
            <p:nvSpPr>
              <p:cNvPr id="36" name="Freeform 20"/>
              <p:cNvSpPr>
                <a:spLocks noEditPoints="1"/>
              </p:cNvSpPr>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tr-TR"/>
              </a:p>
            </p:txBody>
          </p:sp>
          <p:sp>
            <p:nvSpPr>
              <p:cNvPr id="37" name="Rectangle 21"/>
              <p:cNvSpPr>
                <a:spLocks noChangeArrowheads="1"/>
              </p:cNvSpPr>
              <p:nvPr/>
            </p:nvSpPr>
            <p:spPr bwMode="auto">
              <a:xfrm>
                <a:off x="133350" y="4662488"/>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txBody>
              <a:bodyPr/>
              <a:lstStyle/>
              <a:p>
                <a:endParaRPr lang="tr-TR"/>
              </a:p>
            </p:txBody>
          </p:sp>
          <p:sp>
            <p:nvSpPr>
              <p:cNvPr id="38" name="Freeform 22"/>
              <p:cNvSpPr/>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tr-TR"/>
              </a:p>
            </p:txBody>
          </p:sp>
          <p:sp>
            <p:nvSpPr>
              <p:cNvPr id="39" name="Freeform 23"/>
              <p:cNvSpPr>
                <a:spLocks noEditPoints="1"/>
              </p:cNvSpPr>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tr-TR"/>
              </a:p>
            </p:txBody>
          </p:sp>
          <p:sp>
            <p:nvSpPr>
              <p:cNvPr id="40" name="Freeform 24"/>
              <p:cNvSpPr/>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tr-TR"/>
              </a:p>
            </p:txBody>
          </p:sp>
          <p:sp>
            <p:nvSpPr>
              <p:cNvPr id="41" name="Freeform 25"/>
              <p:cNvSpPr>
                <a:spLocks noEditPoints="1"/>
              </p:cNvSpPr>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tr-TR"/>
              </a:p>
            </p:txBody>
          </p:sp>
          <p:sp>
            <p:nvSpPr>
              <p:cNvPr id="42" name="Freeform 26"/>
              <p:cNvSpPr/>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tr-TR"/>
              </a:p>
            </p:txBody>
          </p:sp>
          <p:sp>
            <p:nvSpPr>
              <p:cNvPr id="43" name="Freeform 27"/>
              <p:cNvSpPr/>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tr-TR"/>
              </a:p>
            </p:txBody>
          </p:sp>
          <p:sp>
            <p:nvSpPr>
              <p:cNvPr id="44" name="Freeform 28"/>
              <p:cNvSpPr>
                <a:spLocks noEditPoints="1"/>
              </p:cNvSpPr>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tr-TR"/>
              </a:p>
            </p:txBody>
          </p:sp>
          <p:sp>
            <p:nvSpPr>
              <p:cNvPr id="45" name="Freeform 29"/>
              <p:cNvSpPr>
                <a:spLocks noEditPoints="1"/>
              </p:cNvSpPr>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tr-TR"/>
              </a:p>
            </p:txBody>
          </p:sp>
          <p:sp>
            <p:nvSpPr>
              <p:cNvPr id="46" name="Freeform 30"/>
              <p:cNvSpPr/>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tr-TR"/>
              </a:p>
            </p:txBody>
          </p:sp>
          <p:sp>
            <p:nvSpPr>
              <p:cNvPr id="47" name="Freeform 31"/>
              <p:cNvSpPr>
                <a:spLocks noEditPoints="1"/>
              </p:cNvSpPr>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tr-TR"/>
              </a:p>
            </p:txBody>
          </p:sp>
        </p:grpSp>
        <p:grpSp>
          <p:nvGrpSpPr>
            <p:cNvPr id="10" name="Group 9"/>
            <p:cNvGrpSpPr/>
            <p:nvPr/>
          </p:nvGrpSpPr>
          <p:grpSpPr>
            <a:xfrm>
              <a:off x="11364912" y="0"/>
              <a:ext cx="674688" cy="6848476"/>
              <a:chOff x="11364912" y="0"/>
              <a:chExt cx="674688" cy="6848476"/>
            </a:xfrm>
            <a:gradFill flip="none" rotWithShape="1">
              <a:gsLst>
                <a:gs pos="0">
                  <a:schemeClr val="tx2">
                    <a:alpha val="80000"/>
                  </a:schemeClr>
                </a:gs>
                <a:gs pos="100000">
                  <a:schemeClr val="bg2">
                    <a:lumMod val="60000"/>
                    <a:lumOff val="40000"/>
                    <a:alpha val="60000"/>
                  </a:schemeClr>
                </a:gs>
              </a:gsLst>
              <a:lin ang="5400000" scaled="0"/>
              <a:tileRect/>
            </a:gradFill>
          </p:grpSpPr>
          <p:sp>
            <p:nvSpPr>
              <p:cNvPr id="11" name="Freeform 32"/>
              <p:cNvSpPr/>
              <p:nvPr/>
            </p:nvSpPr>
            <p:spPr bwMode="auto">
              <a:xfrm>
                <a:off x="11483975" y="0"/>
                <a:ext cx="417513" cy="512763"/>
              </a:xfrm>
              <a:custGeom>
                <a:avLst/>
                <a:gdLst/>
                <a:ahLst/>
                <a:cxnLst/>
                <a:rect l="0" t="0" r="r" b="b"/>
                <a:pathLst>
                  <a:path w="263" h="323">
                    <a:moveTo>
                      <a:pt x="12" y="323"/>
                    </a:moveTo>
                    <a:lnTo>
                      <a:pt x="0" y="314"/>
                    </a:lnTo>
                    <a:lnTo>
                      <a:pt x="203" y="108"/>
                    </a:lnTo>
                    <a:lnTo>
                      <a:pt x="248" y="0"/>
                    </a:lnTo>
                    <a:lnTo>
                      <a:pt x="263" y="6"/>
                    </a:lnTo>
                    <a:lnTo>
                      <a:pt x="218" y="117"/>
                    </a:lnTo>
                    <a:lnTo>
                      <a:pt x="218" y="117"/>
                    </a:lnTo>
                    <a:lnTo>
                      <a:pt x="12" y="32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tr-TR"/>
              </a:p>
            </p:txBody>
          </p:sp>
          <p:sp>
            <p:nvSpPr>
              <p:cNvPr id="12" name="Freeform 33"/>
              <p:cNvSpPr>
                <a:spLocks noEditPoints="1"/>
              </p:cNvSpPr>
              <p:nvPr/>
            </p:nvSpPr>
            <p:spPr bwMode="auto">
              <a:xfrm>
                <a:off x="11364912" y="474663"/>
                <a:ext cx="157163" cy="152400"/>
              </a:xfrm>
              <a:custGeom>
                <a:avLst/>
                <a:gdLst/>
                <a:ahLst/>
                <a:cxnLst/>
                <a:rect l="0" t="0" r="r" b="b"/>
                <a:pathLst>
                  <a:path w="33" h="32">
                    <a:moveTo>
                      <a:pt x="17" y="32"/>
                    </a:moveTo>
                    <a:cubicBezTo>
                      <a:pt x="13" y="32"/>
                      <a:pt x="9" y="30"/>
                      <a:pt x="6" y="27"/>
                    </a:cubicBezTo>
                    <a:cubicBezTo>
                      <a:pt x="0" y="21"/>
                      <a:pt x="0" y="11"/>
                      <a:pt x="6" y="5"/>
                    </a:cubicBezTo>
                    <a:cubicBezTo>
                      <a:pt x="9" y="2"/>
                      <a:pt x="13" y="0"/>
                      <a:pt x="17" y="0"/>
                    </a:cubicBezTo>
                    <a:cubicBezTo>
                      <a:pt x="21" y="0"/>
                      <a:pt x="25" y="2"/>
                      <a:pt x="28" y="5"/>
                    </a:cubicBezTo>
                    <a:cubicBezTo>
                      <a:pt x="31" y="8"/>
                      <a:pt x="33" y="12"/>
                      <a:pt x="33" y="16"/>
                    </a:cubicBezTo>
                    <a:cubicBezTo>
                      <a:pt x="33" y="20"/>
                      <a:pt x="31" y="24"/>
                      <a:pt x="28" y="27"/>
                    </a:cubicBezTo>
                    <a:cubicBezTo>
                      <a:pt x="25" y="30"/>
                      <a:pt x="21" y="32"/>
                      <a:pt x="17" y="32"/>
                    </a:cubicBezTo>
                    <a:close/>
                    <a:moveTo>
                      <a:pt x="17" y="4"/>
                    </a:moveTo>
                    <a:cubicBezTo>
                      <a:pt x="14" y="4"/>
                      <a:pt x="11" y="6"/>
                      <a:pt x="9" y="8"/>
                    </a:cubicBezTo>
                    <a:cubicBezTo>
                      <a:pt x="4" y="12"/>
                      <a:pt x="4" y="20"/>
                      <a:pt x="9" y="24"/>
                    </a:cubicBezTo>
                    <a:cubicBezTo>
                      <a:pt x="11" y="27"/>
                      <a:pt x="14" y="28"/>
                      <a:pt x="17" y="28"/>
                    </a:cubicBezTo>
                    <a:cubicBezTo>
                      <a:pt x="20" y="28"/>
                      <a:pt x="23" y="27"/>
                      <a:pt x="26" y="24"/>
                    </a:cubicBezTo>
                    <a:cubicBezTo>
                      <a:pt x="30" y="20"/>
                      <a:pt x="30" y="12"/>
                      <a:pt x="26" y="8"/>
                    </a:cubicBezTo>
                    <a:cubicBezTo>
                      <a:pt x="23" y="6"/>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tr-TR"/>
              </a:p>
            </p:txBody>
          </p:sp>
          <p:sp>
            <p:nvSpPr>
              <p:cNvPr id="13" name="Freeform 34"/>
              <p:cNvSpPr>
                <a:spLocks noEditPoints="1"/>
              </p:cNvSpPr>
              <p:nvPr/>
            </p:nvSpPr>
            <p:spPr bwMode="auto">
              <a:xfrm>
                <a:off x="11631612" y="1539875"/>
                <a:ext cx="188913"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tr-TR"/>
              </a:p>
            </p:txBody>
          </p:sp>
          <p:sp>
            <p:nvSpPr>
              <p:cNvPr id="14" name="Freeform 35"/>
              <p:cNvSpPr/>
              <p:nvPr/>
            </p:nvSpPr>
            <p:spPr bwMode="auto">
              <a:xfrm>
                <a:off x="11531600" y="5694363"/>
                <a:ext cx="298450" cy="1154113"/>
              </a:xfrm>
              <a:custGeom>
                <a:avLst/>
                <a:gdLst/>
                <a:ahLst/>
                <a:cxnLst/>
                <a:rect l="0" t="0" r="r" b="b"/>
                <a:pathLst>
                  <a:path w="188" h="727">
                    <a:moveTo>
                      <a:pt x="15" y="727"/>
                    </a:moveTo>
                    <a:lnTo>
                      <a:pt x="0" y="727"/>
                    </a:lnTo>
                    <a:lnTo>
                      <a:pt x="0" y="407"/>
                    </a:lnTo>
                    <a:lnTo>
                      <a:pt x="0" y="407"/>
                    </a:lnTo>
                    <a:lnTo>
                      <a:pt x="176" y="0"/>
                    </a:lnTo>
                    <a:lnTo>
                      <a:pt x="188" y="6"/>
                    </a:lnTo>
                    <a:lnTo>
                      <a:pt x="15" y="410"/>
                    </a:lnTo>
                    <a:lnTo>
                      <a:pt x="15" y="727"/>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tr-TR"/>
              </a:p>
            </p:txBody>
          </p:sp>
          <p:sp>
            <p:nvSpPr>
              <p:cNvPr id="15" name="Freeform 36"/>
              <p:cNvSpPr>
                <a:spLocks noEditPoints="1"/>
              </p:cNvSpPr>
              <p:nvPr/>
            </p:nvSpPr>
            <p:spPr bwMode="auto">
              <a:xfrm>
                <a:off x="11772900" y="5551488"/>
                <a:ext cx="157163" cy="155575"/>
              </a:xfrm>
              <a:custGeom>
                <a:avLst/>
                <a:gdLst/>
                <a:ahLst/>
                <a:cxnLst/>
                <a:rect l="0" t="0" r="r" b="b"/>
                <a:pathLst>
                  <a:path w="33" h="33">
                    <a:moveTo>
                      <a:pt x="17" y="33"/>
                    </a:moveTo>
                    <a:cubicBezTo>
                      <a:pt x="8" y="33"/>
                      <a:pt x="0" y="25"/>
                      <a:pt x="0" y="16"/>
                    </a:cubicBezTo>
                    <a:cubicBezTo>
                      <a:pt x="0" y="7"/>
                      <a:pt x="8" y="0"/>
                      <a:pt x="17" y="0"/>
                    </a:cubicBezTo>
                    <a:cubicBezTo>
                      <a:pt x="26" y="0"/>
                      <a:pt x="33" y="7"/>
                      <a:pt x="33" y="16"/>
                    </a:cubicBezTo>
                    <a:cubicBezTo>
                      <a:pt x="33" y="25"/>
                      <a:pt x="26" y="33"/>
                      <a:pt x="17" y="33"/>
                    </a:cubicBezTo>
                    <a:close/>
                    <a:moveTo>
                      <a:pt x="17" y="4"/>
                    </a:moveTo>
                    <a:cubicBezTo>
                      <a:pt x="10" y="4"/>
                      <a:pt x="4" y="9"/>
                      <a:pt x="4" y="16"/>
                    </a:cubicBezTo>
                    <a:cubicBezTo>
                      <a:pt x="4" y="23"/>
                      <a:pt x="10" y="29"/>
                      <a:pt x="17" y="29"/>
                    </a:cubicBezTo>
                    <a:cubicBezTo>
                      <a:pt x="23" y="29"/>
                      <a:pt x="29" y="23"/>
                      <a:pt x="29" y="16"/>
                    </a:cubicBezTo>
                    <a:cubicBezTo>
                      <a:pt x="29" y="9"/>
                      <a:pt x="23"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tr-TR"/>
              </a:p>
            </p:txBody>
          </p:sp>
          <p:sp>
            <p:nvSpPr>
              <p:cNvPr id="16" name="Freeform 37"/>
              <p:cNvSpPr/>
              <p:nvPr/>
            </p:nvSpPr>
            <p:spPr bwMode="auto">
              <a:xfrm>
                <a:off x="11710987" y="4763"/>
                <a:ext cx="304800" cy="1544638"/>
              </a:xfrm>
              <a:custGeom>
                <a:avLst/>
                <a:gdLst/>
                <a:ahLst/>
                <a:cxnLst/>
                <a:rect l="0" t="0" r="r" b="b"/>
                <a:pathLst>
                  <a:path w="192" h="973">
                    <a:moveTo>
                      <a:pt x="15" y="973"/>
                    </a:moveTo>
                    <a:lnTo>
                      <a:pt x="0" y="973"/>
                    </a:lnTo>
                    <a:lnTo>
                      <a:pt x="0" y="790"/>
                    </a:lnTo>
                    <a:lnTo>
                      <a:pt x="174" y="614"/>
                    </a:lnTo>
                    <a:lnTo>
                      <a:pt x="174" y="0"/>
                    </a:lnTo>
                    <a:lnTo>
                      <a:pt x="192" y="0"/>
                    </a:lnTo>
                    <a:lnTo>
                      <a:pt x="192" y="620"/>
                    </a:lnTo>
                    <a:lnTo>
                      <a:pt x="15" y="796"/>
                    </a:lnTo>
                    <a:lnTo>
                      <a:pt x="15" y="97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tr-TR"/>
              </a:p>
            </p:txBody>
          </p:sp>
          <p:sp>
            <p:nvSpPr>
              <p:cNvPr id="17" name="Freeform 38"/>
              <p:cNvSpPr>
                <a:spLocks noEditPoints="1"/>
              </p:cNvSpPr>
              <p:nvPr/>
            </p:nvSpPr>
            <p:spPr bwMode="auto">
              <a:xfrm>
                <a:off x="11636375" y="4867275"/>
                <a:ext cx="188913"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tr-TR"/>
              </a:p>
            </p:txBody>
          </p:sp>
          <p:sp>
            <p:nvSpPr>
              <p:cNvPr id="18" name="Freeform 39"/>
              <p:cNvSpPr/>
              <p:nvPr/>
            </p:nvSpPr>
            <p:spPr bwMode="auto">
              <a:xfrm>
                <a:off x="11441112" y="5046663"/>
                <a:ext cx="307975" cy="1801813"/>
              </a:xfrm>
              <a:custGeom>
                <a:avLst/>
                <a:gdLst/>
                <a:ahLst/>
                <a:cxnLst/>
                <a:rect l="0" t="0" r="r" b="b"/>
                <a:pathLst>
                  <a:path w="194" h="1135">
                    <a:moveTo>
                      <a:pt x="18" y="1135"/>
                    </a:moveTo>
                    <a:lnTo>
                      <a:pt x="0" y="1135"/>
                    </a:lnTo>
                    <a:lnTo>
                      <a:pt x="0" y="354"/>
                    </a:lnTo>
                    <a:lnTo>
                      <a:pt x="176" y="177"/>
                    </a:lnTo>
                    <a:lnTo>
                      <a:pt x="176" y="0"/>
                    </a:lnTo>
                    <a:lnTo>
                      <a:pt x="194" y="0"/>
                    </a:lnTo>
                    <a:lnTo>
                      <a:pt x="194" y="183"/>
                    </a:lnTo>
                    <a:lnTo>
                      <a:pt x="18" y="360"/>
                    </a:lnTo>
                    <a:lnTo>
                      <a:pt x="18"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tr-TR"/>
              </a:p>
            </p:txBody>
          </p:sp>
          <p:sp>
            <p:nvSpPr>
              <p:cNvPr id="19" name="Freeform 40"/>
              <p:cNvSpPr>
                <a:spLocks noEditPoints="1"/>
              </p:cNvSpPr>
              <p:nvPr/>
            </p:nvSpPr>
            <p:spPr bwMode="auto">
              <a:xfrm>
                <a:off x="11849100" y="64166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txBody>
              <a:bodyPr/>
              <a:lstStyle/>
              <a:p>
                <a:endParaRPr lang="tr-TR"/>
              </a:p>
            </p:txBody>
          </p:sp>
          <p:sp>
            <p:nvSpPr>
              <p:cNvPr id="20" name="Rectangle 41"/>
              <p:cNvSpPr>
                <a:spLocks noChangeArrowheads="1"/>
              </p:cNvSpPr>
              <p:nvPr/>
            </p:nvSpPr>
            <p:spPr bwMode="auto">
              <a:xfrm>
                <a:off x="11939587" y="6596063"/>
                <a:ext cx="23813" cy="252413"/>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txBody>
              <a:bodyPr/>
              <a:lstStyle/>
              <a:p>
                <a:endParaRPr lang="tr-TR"/>
              </a:p>
            </p:txBody>
          </p:sp>
        </p:grpSp>
      </p:grpSp>
      <p:sp>
        <p:nvSpPr>
          <p:cNvPr id="2" name="Title Placeholder 1"/>
          <p:cNvSpPr>
            <a:spLocks noGrp="1"/>
          </p:cNvSpPr>
          <p:nvPr>
            <p:ph type="title"/>
          </p:nvPr>
        </p:nvSpPr>
        <p:spPr>
          <a:xfrm>
            <a:off x="1141413" y="618518"/>
            <a:ext cx="9905998" cy="1478570"/>
          </a:xfrm>
          <a:prstGeom prst="rect">
            <a:avLst/>
          </a:prstGeom>
        </p:spPr>
        <p:txBody>
          <a:bodyPr vert="horz" lIns="91440" tIns="45720" rIns="91440" bIns="45720" rtlCol="0" anchor="ctr">
            <a:normAutofit/>
          </a:bodyPr>
          <a:lstStyle/>
          <a:p>
            <a:endParaRPr lang="en-US" dirty="0"/>
          </a:p>
        </p:txBody>
      </p:sp>
      <p:sp>
        <p:nvSpPr>
          <p:cNvPr id="3" name="Text Placeholder 2"/>
          <p:cNvSpPr>
            <a:spLocks noGrp="1"/>
          </p:cNvSpPr>
          <p:nvPr>
            <p:ph type="body" idx="1"/>
          </p:nvPr>
        </p:nvSpPr>
        <p:spPr>
          <a:xfrm>
            <a:off x="1141412" y="2249487"/>
            <a:ext cx="9905999" cy="3541714"/>
          </a:xfrm>
          <a:prstGeom prst="rect">
            <a:avLst/>
          </a:prstGeom>
        </p:spPr>
        <p:txBody>
          <a:bodyPr vert="horz" lIns="91440" tIns="45720" rIns="91440" bIns="45720" rtlCol="0">
            <a:normAutofit/>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dirty="0"/>
          </a:p>
        </p:txBody>
      </p:sp>
      <p:sp>
        <p:nvSpPr>
          <p:cNvPr id="4" name="Date Placeholder 3"/>
          <p:cNvSpPr>
            <a:spLocks noGrp="1"/>
          </p:cNvSpPr>
          <p:nvPr>
            <p:ph type="dt" sz="half" idx="2"/>
          </p:nvPr>
        </p:nvSpPr>
        <p:spPr>
          <a:xfrm>
            <a:off x="7456921" y="5883276"/>
            <a:ext cx="274320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9B985315-AA05-4843-B33E-02DB838D72B4}" type="datetime1">
              <a:rPr lang="en-US" smtClean="0"/>
              <a:t>3/2/2026</a:t>
            </a:fld>
            <a:endParaRPr lang="en-US"/>
          </a:p>
        </p:txBody>
      </p:sp>
      <p:sp>
        <p:nvSpPr>
          <p:cNvPr id="5" name="Footer Placeholder 4"/>
          <p:cNvSpPr>
            <a:spLocks noGrp="1"/>
          </p:cNvSpPr>
          <p:nvPr>
            <p:ph type="ftr" sz="quarter" idx="3"/>
          </p:nvPr>
        </p:nvSpPr>
        <p:spPr>
          <a:xfrm>
            <a:off x="1141411" y="5883275"/>
            <a:ext cx="6239309" cy="365125"/>
          </a:xfrm>
          <a:prstGeom prst="rect">
            <a:avLst/>
          </a:prstGeom>
        </p:spPr>
        <p:txBody>
          <a:bodyPr vert="horz" lIns="91440" tIns="45720" rIns="91440" bIns="45720" rtlCol="0" anchor="ctr"/>
          <a:lstStyle>
            <a:lvl1pPr algn="l">
              <a:defRPr sz="1050" cap="all" baseline="0">
                <a:solidFill>
                  <a:schemeClr val="tx1">
                    <a:tint val="75000"/>
                  </a:schemeClr>
                </a:solidFill>
              </a:defRPr>
            </a:lvl1pPr>
          </a:lstStyle>
          <a:p>
            <a:r>
              <a:rPr lang="en-US"/>
              <a:t>MEHMET FATİH KARAKAŞ</a:t>
            </a:r>
            <a:endParaRPr lang="en-US" dirty="0"/>
          </a:p>
        </p:txBody>
      </p:sp>
      <p:sp>
        <p:nvSpPr>
          <p:cNvPr id="6" name="Slide Number Placeholder 5"/>
          <p:cNvSpPr>
            <a:spLocks noGrp="1"/>
          </p:cNvSpPr>
          <p:nvPr>
            <p:ph type="sldNum" sz="quarter" idx="4"/>
          </p:nvPr>
        </p:nvSpPr>
        <p:spPr>
          <a:xfrm>
            <a:off x="10276321" y="5883274"/>
            <a:ext cx="771089"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148CC95F-0247-41B6-91CF-DC97C76A7088}" type="slidenum">
              <a:rPr lang="en-US" smtClean="0"/>
              <a:pPr/>
              <a:t>‹#›</a:t>
            </a:fld>
            <a:endParaRPr lang="en-US"/>
          </a:p>
        </p:txBody>
      </p:sp>
    </p:spTree>
    <p:extLst>
      <p:ext uri="{BB962C8B-B14F-4D97-AF65-F5344CB8AC3E}">
        <p14:creationId xmlns:p14="http://schemas.microsoft.com/office/powerpoint/2010/main" val="2261055713"/>
      </p:ext>
    </p:extLst>
  </p:cSld>
  <p:clrMap bg1="dk1" tx1="lt1" bg2="dk2" tx2="lt2" accent1="accent1" accent2="accent2" accent3="accent3" accent4="accent4" accent5="accent5" accent6="accent6" hlink="hlink" folHlink="folHlink"/>
  <p:sldLayoutIdLst>
    <p:sldLayoutId id="2147483846" r:id="rId1"/>
    <p:sldLayoutId id="2147483847" r:id="rId2"/>
    <p:sldLayoutId id="2147483848" r:id="rId3"/>
    <p:sldLayoutId id="2147483849" r:id="rId4"/>
    <p:sldLayoutId id="2147483850" r:id="rId5"/>
    <p:sldLayoutId id="2147483851" r:id="rId6"/>
    <p:sldLayoutId id="2147483852" r:id="rId7"/>
    <p:sldLayoutId id="2147483853" r:id="rId8"/>
    <p:sldLayoutId id="2147483854" r:id="rId9"/>
    <p:sldLayoutId id="2147483855" r:id="rId10"/>
    <p:sldLayoutId id="2147483856" r:id="rId11"/>
    <p:sldLayoutId id="2147483857" r:id="rId12"/>
    <p:sldLayoutId id="2147483858" r:id="rId13"/>
    <p:sldLayoutId id="2147483859" r:id="rId14"/>
    <p:sldLayoutId id="2147483860" r:id="rId15"/>
    <p:sldLayoutId id="2147483861" r:id="rId16"/>
    <p:sldLayoutId id="2147483862" r:id="rId17"/>
    <p:sldLayoutId id="2147483863" r:id="rId18"/>
    <p:sldLayoutId id="2147483864" r:id="rId19"/>
  </p:sldLayoutIdLst>
  <p:hf sldNum="0" hdr="0" dt="0"/>
  <p:txStyles>
    <p:title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1.xml"/><Relationship Id="rId4" Type="http://schemas.openxmlformats.org/officeDocument/2006/relationships/image" Target="../media/image3.jpeg"/></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image" Target="../media/image4.png"/><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5.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6.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7.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8.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2.xml"/><Relationship Id="rId5" Type="http://schemas.openxmlformats.org/officeDocument/2006/relationships/image" Target="../media/image53.png"/><Relationship Id="rId4" Type="http://schemas.openxmlformats.org/officeDocument/2006/relationships/image" Target="../media/image52.png"/></Relationships>
</file>

<file path=ppt/slides/_rels/slide10.xml.rels><?xml version="1.0" encoding="UTF-8" standalone="yes"?>
<Relationships xmlns="http://schemas.openxmlformats.org/package/2006/relationships"><Relationship Id="rId3" Type="http://schemas.openxmlformats.org/officeDocument/2006/relationships/diagramData" Target="../diagrams/data7.xml"/><Relationship Id="rId7" Type="http://schemas.microsoft.com/office/2007/relationships/diagramDrawing" Target="../diagrams/drawing7.xml"/><Relationship Id="rId2" Type="http://schemas.openxmlformats.org/officeDocument/2006/relationships/image" Target="../media/image1.jpeg"/><Relationship Id="rId1" Type="http://schemas.openxmlformats.org/officeDocument/2006/relationships/slideLayout" Target="../slideLayouts/slideLayout2.xml"/><Relationship Id="rId6" Type="http://schemas.openxmlformats.org/officeDocument/2006/relationships/diagramColors" Target="../diagrams/colors7.xml"/><Relationship Id="rId5" Type="http://schemas.openxmlformats.org/officeDocument/2006/relationships/diagramQuickStyle" Target="../diagrams/quickStyle7.xml"/><Relationship Id="rId4" Type="http://schemas.openxmlformats.org/officeDocument/2006/relationships/diagramLayout" Target="../diagrams/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2.xml"/><Relationship Id="rId4" Type="http://schemas.openxmlformats.org/officeDocument/2006/relationships/image" Target="../media/image54.jpeg"/></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2.xml"/><Relationship Id="rId4" Type="http://schemas.openxmlformats.org/officeDocument/2006/relationships/image" Target="../media/image55.jpeg"/></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2.xml"/><Relationship Id="rId4" Type="http://schemas.openxmlformats.org/officeDocument/2006/relationships/image" Target="../media/image56.jpeg"/></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2.xml"/><Relationship Id="rId4" Type="http://schemas.openxmlformats.org/officeDocument/2006/relationships/image" Target="../media/image57.jpeg"/></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2.xml"/><Relationship Id="rId4" Type="http://schemas.openxmlformats.org/officeDocument/2006/relationships/image" Target="../media/image58.jpeg"/></Relationships>
</file>

<file path=ppt/slides/_rels/slide18.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3" Type="http://schemas.openxmlformats.org/officeDocument/2006/relationships/diagramData" Target="../diagrams/data8.xml"/><Relationship Id="rId7" Type="http://schemas.microsoft.com/office/2007/relationships/diagramDrawing" Target="../diagrams/drawing8.xml"/><Relationship Id="rId2" Type="http://schemas.openxmlformats.org/officeDocument/2006/relationships/image" Target="../media/image1.jpeg"/><Relationship Id="rId1" Type="http://schemas.openxmlformats.org/officeDocument/2006/relationships/slideLayout" Target="../slideLayouts/slideLayout2.xml"/><Relationship Id="rId6" Type="http://schemas.openxmlformats.org/officeDocument/2006/relationships/diagramColors" Target="../diagrams/colors8.xml"/><Relationship Id="rId5" Type="http://schemas.openxmlformats.org/officeDocument/2006/relationships/diagramQuickStyle" Target="../diagrams/quickStyle8.xml"/><Relationship Id="rId4" Type="http://schemas.openxmlformats.org/officeDocument/2006/relationships/diagramLayout" Target="../diagrams/layout8.xml"/></Relationships>
</file>

<file path=ppt/slides/_rels/slide2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19.xml"/><Relationship Id="rId6" Type="http://schemas.openxmlformats.org/officeDocument/2006/relationships/image" Target="../media/image69.wmf"/><Relationship Id="rId5" Type="http://schemas.openxmlformats.org/officeDocument/2006/relationships/image" Target="../media/image68.png"/><Relationship Id="rId4" Type="http://schemas.openxmlformats.org/officeDocument/2006/relationships/image" Target="../media/image67.png"/></Relationships>
</file>

<file path=ppt/slides/_rels/slide2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19.xml"/><Relationship Id="rId5" Type="http://schemas.openxmlformats.org/officeDocument/2006/relationships/image" Target="../media/image71.png"/><Relationship Id="rId4" Type="http://schemas.openxmlformats.org/officeDocument/2006/relationships/image" Target="../media/image70.wmf"/></Relationships>
</file>

<file path=ppt/slides/_rels/slide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18.xml"/><Relationship Id="rId4" Type="http://schemas.openxmlformats.org/officeDocument/2006/relationships/image" Target="../media/image72.png"/></Relationships>
</file>

<file path=ppt/slides/_rels/slide2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19.xml"/><Relationship Id="rId5" Type="http://schemas.openxmlformats.org/officeDocument/2006/relationships/image" Target="../media/image74.wmf"/><Relationship Id="rId4" Type="http://schemas.openxmlformats.org/officeDocument/2006/relationships/image" Target="../media/image73.wmf"/></Relationships>
</file>

<file path=ppt/slides/_rels/slide2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19.xml"/><Relationship Id="rId5" Type="http://schemas.openxmlformats.org/officeDocument/2006/relationships/image" Target="../media/image76.wmf"/><Relationship Id="rId4" Type="http://schemas.openxmlformats.org/officeDocument/2006/relationships/image" Target="../media/image75.png"/></Relationships>
</file>

<file path=ppt/slides/_rels/slide29.xml.rels><?xml version="1.0" encoding="UTF-8" standalone="yes"?>
<Relationships xmlns="http://schemas.openxmlformats.org/package/2006/relationships"><Relationship Id="rId3" Type="http://schemas.openxmlformats.org/officeDocument/2006/relationships/image" Target="../media/image77.wmf"/><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19.xml"/><Relationship Id="rId6" Type="http://schemas.openxmlformats.org/officeDocument/2006/relationships/image" Target="../media/image80.wmf"/><Relationship Id="rId5" Type="http://schemas.openxmlformats.org/officeDocument/2006/relationships/image" Target="../media/image79.png"/><Relationship Id="rId4" Type="http://schemas.openxmlformats.org/officeDocument/2006/relationships/image" Target="../media/image78.png"/></Relationships>
</file>

<file path=ppt/slides/_rels/slide31.xml.rels><?xml version="1.0" encoding="UTF-8" standalone="yes"?>
<Relationships xmlns="http://schemas.openxmlformats.org/package/2006/relationships"><Relationship Id="rId3" Type="http://schemas.openxmlformats.org/officeDocument/2006/relationships/image" Target="../media/image81.wmf"/><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19.xml"/><Relationship Id="rId5" Type="http://schemas.openxmlformats.org/officeDocument/2006/relationships/image" Target="../media/image83.png"/><Relationship Id="rId4" Type="http://schemas.openxmlformats.org/officeDocument/2006/relationships/image" Target="../media/image82.png"/></Relationships>
</file>

<file path=ppt/slides/_rels/slide33.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1.jpeg"/><Relationship Id="rId1" Type="http://schemas.openxmlformats.org/officeDocument/2006/relationships/slideLayout" Target="../slideLayouts/slideLayout2.xml"/><Relationship Id="rId4" Type="http://schemas.openxmlformats.org/officeDocument/2006/relationships/image" Target="../media/image85.png"/></Relationships>
</file>

<file path=ppt/slides/_rels/slide34.xml.rels><?xml version="1.0" encoding="UTF-8" standalone="yes"?>
<Relationships xmlns="http://schemas.openxmlformats.org/package/2006/relationships"><Relationship Id="rId3" Type="http://schemas.openxmlformats.org/officeDocument/2006/relationships/image" Target="../media/image86.wmf"/><Relationship Id="rId2" Type="http://schemas.openxmlformats.org/officeDocument/2006/relationships/image" Target="../media/image2.png"/><Relationship Id="rId1" Type="http://schemas.openxmlformats.org/officeDocument/2006/relationships/slideLayout" Target="../slideLayouts/slideLayout18.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2">
            <a:duotone>
              <a:schemeClr val="bg2">
                <a:shade val="88000"/>
                <a:hueMod val="106000"/>
                <a:satMod val="140000"/>
                <a:lumMod val="54000"/>
              </a:schemeClr>
              <a:schemeClr val="bg2">
                <a:tint val="98000"/>
                <a:hueMod val="90000"/>
                <a:satMod val="150000"/>
                <a:lumMod val="160000"/>
              </a:schemeClr>
            </a:duotone>
          </a:blip>
          <a:stretch/>
        </a:blipFill>
        <a:effectLst/>
      </p:bgPr>
    </p:bg>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316DCFC9-6877-407C-8170-608FCB8E35A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
            <a:ext cx="12192003" cy="6858001"/>
            <a:chOff x="0" y="-1"/>
            <a:chExt cx="12192003" cy="6858001"/>
          </a:xfrm>
        </p:grpSpPr>
        <p:sp useBgFill="1">
          <p:nvSpPr>
            <p:cNvPr id="10" name="Rectangle 9">
              <a:extLst>
                <a:ext uri="{FF2B5EF4-FFF2-40B4-BE49-F238E27FC236}">
                  <a16:creationId xmlns:a16="http://schemas.microsoft.com/office/drawing/2014/main" id="{F7D8B73A-1349-4BA6-8F85-03A21ED56E0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 y="-1"/>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 name="Picture 2">
              <a:extLst>
                <a:ext uri="{FF2B5EF4-FFF2-40B4-BE49-F238E27FC236}">
                  <a16:creationId xmlns:a16="http://schemas.microsoft.com/office/drawing/2014/main" id="{969ADA7C-B6B2-4FD7-AA5E-CC52AAE8CDBD}"/>
                </a:ext>
                <a:ext uri="{C183D7F6-B498-43B3-948B-1728B52AA6E4}">
                  <adec:decorative xmlns:adec="http://schemas.microsoft.com/office/drawing/2017/decorative" val="1"/>
                </a:ext>
              </a:extLst>
            </p:cNvPr>
            <p:cNvPicPr>
              <a:picLocks noChangeAspect="1" noChangeArrowheads="1"/>
            </p:cNvPicPr>
            <p:nvPr>
              <p:extLst>
                <p:ext uri="{386F3935-93C4-4BCD-93E2-E3B085C9AB24}">
                  <p16:designElem xmlns:p16="http://schemas.microsoft.com/office/powerpoint/2015/main" val="1"/>
                </p:ext>
              </p:extLst>
            </p:nvPr>
          </p:nvPicPr>
          <p:blipFill>
            <a:blip r:embed="rId3">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 xmlns:a16="http://schemas.microsoft.com/office/drawing/2014/main" xmlns:a14="http://schemas.microsoft.com/office/drawing/2010/main" xmlns:p14="http://schemas.microsoft.com/office/powerpoint/2010/main">
                  <a:solidFill>
                    <a:srgbClr val="FFFFFF"/>
                  </a:solidFill>
                </a14:hiddenFill>
              </a:ext>
            </a:extLst>
          </p:spPr>
        </p:pic>
      </p:grpSp>
      <p:pic>
        <p:nvPicPr>
          <p:cNvPr id="4" name="Picture 3">
            <a:extLst>
              <a:ext uri="{FF2B5EF4-FFF2-40B4-BE49-F238E27FC236}">
                <a16:creationId xmlns:a16="http://schemas.microsoft.com/office/drawing/2014/main" id="{BA5AD6F7-3717-57FE-139E-D12D32D1A6FC}"/>
              </a:ext>
            </a:extLst>
          </p:cNvPr>
          <p:cNvPicPr>
            <a:picLocks noChangeAspect="1"/>
          </p:cNvPicPr>
          <p:nvPr/>
        </p:nvPicPr>
        <p:blipFill>
          <a:blip r:embed="rId4">
            <a:alphaModFix/>
          </a:blip>
          <a:srcRect t="7503" b="7886"/>
          <a:stretch>
            <a:fillRect/>
          </a:stretch>
        </p:blipFill>
        <p:spPr>
          <a:xfrm>
            <a:off x="3611" y="10"/>
            <a:ext cx="12188389" cy="6857990"/>
          </a:xfrm>
          <a:prstGeom prst="rect">
            <a:avLst/>
          </a:prstGeom>
        </p:spPr>
      </p:pic>
      <p:grpSp>
        <p:nvGrpSpPr>
          <p:cNvPr id="13" name="Group 12">
            <a:extLst>
              <a:ext uri="{FF2B5EF4-FFF2-40B4-BE49-F238E27FC236}">
                <a16:creationId xmlns:a16="http://schemas.microsoft.com/office/drawing/2014/main" id="{89353FE7-0D03-4AD2-8B8A-60A06F6BDA4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605895" y="2235200"/>
            <a:ext cx="10982062" cy="2396067"/>
            <a:chOff x="605895" y="2235200"/>
            <a:chExt cx="10982062" cy="2396067"/>
          </a:xfrm>
        </p:grpSpPr>
        <p:sp>
          <p:nvSpPr>
            <p:cNvPr id="14" name="Round Diagonal Corner Rectangle 7">
              <a:extLst>
                <a:ext uri="{FF2B5EF4-FFF2-40B4-BE49-F238E27FC236}">
                  <a16:creationId xmlns:a16="http://schemas.microsoft.com/office/drawing/2014/main" id="{0C7A0320-FBCC-4F40-AF6E-CE65FFB3DA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82333" y="2235200"/>
              <a:ext cx="7027334" cy="2396067"/>
            </a:xfrm>
            <a:prstGeom prst="round2DiagRect">
              <a:avLst>
                <a:gd name="adj1" fmla="val 9246"/>
                <a:gd name="adj2" fmla="val 0"/>
              </a:avLst>
            </a:prstGeom>
            <a:solidFill>
              <a:schemeClr val="bg1">
                <a:alpha val="80000"/>
              </a:schemeClr>
            </a:solidFill>
            <a:ln w="19050" cap="sq">
              <a:solidFill>
                <a:schemeClr val="tx2">
                  <a:alpha val="60000"/>
                </a:schemeClr>
              </a:solidFill>
              <a:miter lim="800000"/>
            </a:ln>
            <a:effectLst>
              <a:outerShdw blurRad="88900" dist="38100" dir="5400000" algn="t"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grpSp>
          <p:nvGrpSpPr>
            <p:cNvPr id="15" name="Group 14">
              <a:extLst>
                <a:ext uri="{FF2B5EF4-FFF2-40B4-BE49-F238E27FC236}">
                  <a16:creationId xmlns:a16="http://schemas.microsoft.com/office/drawing/2014/main" id="{550A26E4-02C9-4F83-A334-0920B8CCF281}"/>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605895" y="2900097"/>
              <a:ext cx="10982062" cy="1211524"/>
              <a:chOff x="605895" y="2900097"/>
              <a:chExt cx="10982062" cy="1211524"/>
            </a:xfrm>
          </p:grpSpPr>
          <p:sp>
            <p:nvSpPr>
              <p:cNvPr id="16" name="Freeform 32">
                <a:extLst>
                  <a:ext uri="{FF2B5EF4-FFF2-40B4-BE49-F238E27FC236}">
                    <a16:creationId xmlns:a16="http://schemas.microsoft.com/office/drawing/2014/main" id="{06617CD6-4185-402B-8E23-BC52780534A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rot="5400000" flipV="1">
                <a:off x="9653587" y="3379784"/>
                <a:ext cx="417513" cy="512763"/>
              </a:xfrm>
              <a:custGeom>
                <a:avLst/>
                <a:gdLst/>
                <a:ahLst/>
                <a:cxnLst/>
                <a:rect l="0" t="0" r="r" b="b"/>
                <a:pathLst>
                  <a:path w="263" h="323">
                    <a:moveTo>
                      <a:pt x="12" y="323"/>
                    </a:moveTo>
                    <a:lnTo>
                      <a:pt x="0" y="314"/>
                    </a:lnTo>
                    <a:lnTo>
                      <a:pt x="203" y="108"/>
                    </a:lnTo>
                    <a:lnTo>
                      <a:pt x="248" y="0"/>
                    </a:lnTo>
                    <a:lnTo>
                      <a:pt x="263" y="6"/>
                    </a:lnTo>
                    <a:lnTo>
                      <a:pt x="218" y="117"/>
                    </a:lnTo>
                    <a:lnTo>
                      <a:pt x="218" y="117"/>
                    </a:lnTo>
                    <a:lnTo>
                      <a:pt x="12" y="323"/>
                    </a:lnTo>
                    <a:close/>
                  </a:path>
                </a:pathLst>
              </a:custGeom>
              <a:solidFill>
                <a:schemeClr val="tx2">
                  <a:alpha val="60000"/>
                </a:schemeClr>
              </a:solidFill>
              <a:ln>
                <a:noFill/>
              </a:ln>
              <a:effectLst>
                <a:outerShdw blurRad="50800" dist="38100" dir="2700000" algn="tl" rotWithShape="0">
                  <a:srgbClr val="000000">
                    <a:alpha val="58000"/>
                  </a:srgbClr>
                </a:outerShdw>
              </a:effectLst>
            </p:spPr>
            <p:txBody>
              <a:bodyPr/>
              <a:lstStyle/>
              <a:p>
                <a:endParaRPr lang="tr-TR"/>
              </a:p>
            </p:txBody>
          </p:sp>
          <p:sp>
            <p:nvSpPr>
              <p:cNvPr id="17" name="Freeform 33">
                <a:extLst>
                  <a:ext uri="{FF2B5EF4-FFF2-40B4-BE49-F238E27FC236}">
                    <a16:creationId xmlns:a16="http://schemas.microsoft.com/office/drawing/2014/main" id="{2C305CC9-3511-47F4-BF11-BC635C30C91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rot="5400000" flipV="1">
                <a:off x="10078244" y="3310728"/>
                <a:ext cx="157163" cy="152400"/>
              </a:xfrm>
              <a:custGeom>
                <a:avLst/>
                <a:gdLst/>
                <a:ahLst/>
                <a:cxnLst/>
                <a:rect l="0" t="0" r="r" b="b"/>
                <a:pathLst>
                  <a:path w="33" h="32">
                    <a:moveTo>
                      <a:pt x="17" y="32"/>
                    </a:moveTo>
                    <a:cubicBezTo>
                      <a:pt x="13" y="32"/>
                      <a:pt x="9" y="30"/>
                      <a:pt x="6" y="27"/>
                    </a:cubicBezTo>
                    <a:cubicBezTo>
                      <a:pt x="0" y="21"/>
                      <a:pt x="0" y="11"/>
                      <a:pt x="6" y="5"/>
                    </a:cubicBezTo>
                    <a:cubicBezTo>
                      <a:pt x="9" y="2"/>
                      <a:pt x="13" y="0"/>
                      <a:pt x="17" y="0"/>
                    </a:cubicBezTo>
                    <a:cubicBezTo>
                      <a:pt x="21" y="0"/>
                      <a:pt x="25" y="2"/>
                      <a:pt x="28" y="5"/>
                    </a:cubicBezTo>
                    <a:cubicBezTo>
                      <a:pt x="31" y="8"/>
                      <a:pt x="33" y="12"/>
                      <a:pt x="33" y="16"/>
                    </a:cubicBezTo>
                    <a:cubicBezTo>
                      <a:pt x="33" y="20"/>
                      <a:pt x="31" y="24"/>
                      <a:pt x="28" y="27"/>
                    </a:cubicBezTo>
                    <a:cubicBezTo>
                      <a:pt x="25" y="30"/>
                      <a:pt x="21" y="32"/>
                      <a:pt x="17" y="32"/>
                    </a:cubicBezTo>
                    <a:close/>
                    <a:moveTo>
                      <a:pt x="17" y="4"/>
                    </a:moveTo>
                    <a:cubicBezTo>
                      <a:pt x="14" y="4"/>
                      <a:pt x="11" y="6"/>
                      <a:pt x="9" y="8"/>
                    </a:cubicBezTo>
                    <a:cubicBezTo>
                      <a:pt x="4" y="12"/>
                      <a:pt x="4" y="20"/>
                      <a:pt x="9" y="24"/>
                    </a:cubicBezTo>
                    <a:cubicBezTo>
                      <a:pt x="11" y="27"/>
                      <a:pt x="14" y="28"/>
                      <a:pt x="17" y="28"/>
                    </a:cubicBezTo>
                    <a:cubicBezTo>
                      <a:pt x="20" y="28"/>
                      <a:pt x="23" y="27"/>
                      <a:pt x="26" y="24"/>
                    </a:cubicBezTo>
                    <a:cubicBezTo>
                      <a:pt x="30" y="20"/>
                      <a:pt x="30" y="12"/>
                      <a:pt x="26" y="8"/>
                    </a:cubicBezTo>
                    <a:cubicBezTo>
                      <a:pt x="23" y="6"/>
                      <a:pt x="20" y="4"/>
                      <a:pt x="17" y="4"/>
                    </a:cubicBezTo>
                    <a:close/>
                  </a:path>
                </a:pathLst>
              </a:custGeom>
              <a:solidFill>
                <a:schemeClr val="tx2">
                  <a:alpha val="60000"/>
                </a:schemeClr>
              </a:solidFill>
              <a:ln>
                <a:noFill/>
              </a:ln>
              <a:effectLst>
                <a:outerShdw blurRad="50800" dist="38100" dir="2700000" algn="tl" rotWithShape="0">
                  <a:srgbClr val="000000">
                    <a:alpha val="58000"/>
                  </a:srgbClr>
                </a:outerShdw>
              </a:effectLst>
            </p:spPr>
            <p:txBody>
              <a:bodyPr/>
              <a:lstStyle/>
              <a:p>
                <a:endParaRPr lang="tr-TR"/>
              </a:p>
            </p:txBody>
          </p:sp>
          <p:sp>
            <p:nvSpPr>
              <p:cNvPr id="18" name="Freeform 34">
                <a:extLst>
                  <a:ext uri="{FF2B5EF4-FFF2-40B4-BE49-F238E27FC236}">
                    <a16:creationId xmlns:a16="http://schemas.microsoft.com/office/drawing/2014/main" id="{5C70C5D1-31E4-48B9-AEB6-6460A2B81F20}"/>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rot="5400000" flipV="1">
                <a:off x="11146631" y="3574253"/>
                <a:ext cx="188913"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solidFill>
                <a:schemeClr val="tx2">
                  <a:alpha val="60000"/>
                </a:schemeClr>
              </a:solidFill>
              <a:ln>
                <a:noFill/>
              </a:ln>
              <a:effectLst>
                <a:outerShdw blurRad="50800" dist="38100" dir="2700000" algn="tl" rotWithShape="0">
                  <a:srgbClr val="000000">
                    <a:alpha val="58000"/>
                  </a:srgbClr>
                </a:outerShdw>
              </a:effectLst>
            </p:spPr>
            <p:txBody>
              <a:bodyPr/>
              <a:lstStyle/>
              <a:p>
                <a:endParaRPr lang="tr-TR"/>
              </a:p>
            </p:txBody>
          </p:sp>
          <p:sp>
            <p:nvSpPr>
              <p:cNvPr id="19" name="Freeform 37">
                <a:extLst>
                  <a:ext uri="{FF2B5EF4-FFF2-40B4-BE49-F238E27FC236}">
                    <a16:creationId xmlns:a16="http://schemas.microsoft.com/office/drawing/2014/main" id="{1F033CE1-D380-43F1-81EC-97B6C86F393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rot="5400000" flipV="1">
                <a:off x="10230644" y="3034502"/>
                <a:ext cx="304800" cy="1544638"/>
              </a:xfrm>
              <a:custGeom>
                <a:avLst/>
                <a:gdLst/>
                <a:ahLst/>
                <a:cxnLst/>
                <a:rect l="0" t="0" r="r" b="b"/>
                <a:pathLst>
                  <a:path w="192" h="973">
                    <a:moveTo>
                      <a:pt x="15" y="973"/>
                    </a:moveTo>
                    <a:lnTo>
                      <a:pt x="0" y="973"/>
                    </a:lnTo>
                    <a:lnTo>
                      <a:pt x="0" y="790"/>
                    </a:lnTo>
                    <a:lnTo>
                      <a:pt x="174" y="614"/>
                    </a:lnTo>
                    <a:lnTo>
                      <a:pt x="174" y="0"/>
                    </a:lnTo>
                    <a:lnTo>
                      <a:pt x="192" y="0"/>
                    </a:lnTo>
                    <a:lnTo>
                      <a:pt x="192" y="620"/>
                    </a:lnTo>
                    <a:lnTo>
                      <a:pt x="15" y="796"/>
                    </a:lnTo>
                    <a:lnTo>
                      <a:pt x="15" y="973"/>
                    </a:lnTo>
                    <a:close/>
                  </a:path>
                </a:pathLst>
              </a:custGeom>
              <a:solidFill>
                <a:schemeClr val="tx2">
                  <a:alpha val="60000"/>
                </a:schemeClr>
              </a:solidFill>
              <a:ln>
                <a:noFill/>
              </a:ln>
              <a:effectLst>
                <a:outerShdw blurRad="50800" dist="38100" dir="2700000" algn="tl" rotWithShape="0">
                  <a:srgbClr val="000000">
                    <a:alpha val="58000"/>
                  </a:srgbClr>
                </a:outerShdw>
              </a:effectLst>
            </p:spPr>
            <p:txBody>
              <a:bodyPr/>
              <a:lstStyle/>
              <a:p>
                <a:endParaRPr lang="tr-TR"/>
              </a:p>
            </p:txBody>
          </p:sp>
          <p:sp>
            <p:nvSpPr>
              <p:cNvPr id="20" name="Freeform 35">
                <a:extLst>
                  <a:ext uri="{FF2B5EF4-FFF2-40B4-BE49-F238E27FC236}">
                    <a16:creationId xmlns:a16="http://schemas.microsoft.com/office/drawing/2014/main" id="{6997F95D-DC27-48A3-850A-2308C3C0808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rot="5400000">
                <a:off x="10034587" y="2562753"/>
                <a:ext cx="298450" cy="1154113"/>
              </a:xfrm>
              <a:custGeom>
                <a:avLst/>
                <a:gdLst/>
                <a:ahLst/>
                <a:cxnLst/>
                <a:rect l="0" t="0" r="r" b="b"/>
                <a:pathLst>
                  <a:path w="188" h="727">
                    <a:moveTo>
                      <a:pt x="15" y="727"/>
                    </a:moveTo>
                    <a:lnTo>
                      <a:pt x="0" y="727"/>
                    </a:lnTo>
                    <a:lnTo>
                      <a:pt x="0" y="407"/>
                    </a:lnTo>
                    <a:lnTo>
                      <a:pt x="0" y="407"/>
                    </a:lnTo>
                    <a:lnTo>
                      <a:pt x="176" y="0"/>
                    </a:lnTo>
                    <a:lnTo>
                      <a:pt x="188" y="6"/>
                    </a:lnTo>
                    <a:lnTo>
                      <a:pt x="15" y="410"/>
                    </a:lnTo>
                    <a:lnTo>
                      <a:pt x="15" y="727"/>
                    </a:lnTo>
                    <a:close/>
                  </a:path>
                </a:pathLst>
              </a:custGeom>
              <a:solidFill>
                <a:schemeClr val="tx2">
                  <a:alpha val="60000"/>
                </a:schemeClr>
              </a:solidFill>
              <a:ln>
                <a:noFill/>
              </a:ln>
              <a:effectLst>
                <a:outerShdw blurRad="50800" dist="38100" dir="2700000" algn="tl" rotWithShape="0">
                  <a:srgbClr val="000000">
                    <a:alpha val="58000"/>
                  </a:srgbClr>
                </a:outerShdw>
              </a:effectLst>
            </p:spPr>
            <p:txBody>
              <a:bodyPr/>
              <a:lstStyle/>
              <a:p>
                <a:endParaRPr lang="tr-TR"/>
              </a:p>
            </p:txBody>
          </p:sp>
          <p:sp>
            <p:nvSpPr>
              <p:cNvPr id="21" name="Freeform 36">
                <a:extLst>
                  <a:ext uri="{FF2B5EF4-FFF2-40B4-BE49-F238E27FC236}">
                    <a16:creationId xmlns:a16="http://schemas.microsoft.com/office/drawing/2014/main" id="{569AE469-76B7-4FFE-B68B-0D7A77413F2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rot="5400000">
                <a:off x="10747375" y="3232679"/>
                <a:ext cx="157163" cy="155575"/>
              </a:xfrm>
              <a:custGeom>
                <a:avLst/>
                <a:gdLst/>
                <a:ahLst/>
                <a:cxnLst/>
                <a:rect l="0" t="0" r="r" b="b"/>
                <a:pathLst>
                  <a:path w="33" h="33">
                    <a:moveTo>
                      <a:pt x="17" y="33"/>
                    </a:moveTo>
                    <a:cubicBezTo>
                      <a:pt x="8" y="33"/>
                      <a:pt x="0" y="25"/>
                      <a:pt x="0" y="16"/>
                    </a:cubicBezTo>
                    <a:cubicBezTo>
                      <a:pt x="0" y="7"/>
                      <a:pt x="8" y="0"/>
                      <a:pt x="17" y="0"/>
                    </a:cubicBezTo>
                    <a:cubicBezTo>
                      <a:pt x="26" y="0"/>
                      <a:pt x="33" y="7"/>
                      <a:pt x="33" y="16"/>
                    </a:cubicBezTo>
                    <a:cubicBezTo>
                      <a:pt x="33" y="25"/>
                      <a:pt x="26" y="33"/>
                      <a:pt x="17" y="33"/>
                    </a:cubicBezTo>
                    <a:close/>
                    <a:moveTo>
                      <a:pt x="17" y="4"/>
                    </a:moveTo>
                    <a:cubicBezTo>
                      <a:pt x="10" y="4"/>
                      <a:pt x="4" y="9"/>
                      <a:pt x="4" y="16"/>
                    </a:cubicBezTo>
                    <a:cubicBezTo>
                      <a:pt x="4" y="23"/>
                      <a:pt x="10" y="29"/>
                      <a:pt x="17" y="29"/>
                    </a:cubicBezTo>
                    <a:cubicBezTo>
                      <a:pt x="23" y="29"/>
                      <a:pt x="29" y="23"/>
                      <a:pt x="29" y="16"/>
                    </a:cubicBezTo>
                    <a:cubicBezTo>
                      <a:pt x="29" y="9"/>
                      <a:pt x="23" y="4"/>
                      <a:pt x="17" y="4"/>
                    </a:cubicBezTo>
                    <a:close/>
                  </a:path>
                </a:pathLst>
              </a:custGeom>
              <a:solidFill>
                <a:schemeClr val="tx2">
                  <a:alpha val="60000"/>
                </a:schemeClr>
              </a:solidFill>
              <a:ln>
                <a:noFill/>
              </a:ln>
              <a:effectLst>
                <a:outerShdw blurRad="50800" dist="38100" dir="2700000" algn="tl" rotWithShape="0">
                  <a:srgbClr val="000000">
                    <a:alpha val="58000"/>
                  </a:srgbClr>
                </a:outerShdw>
              </a:effectLst>
            </p:spPr>
            <p:txBody>
              <a:bodyPr/>
              <a:lstStyle/>
              <a:p>
                <a:endParaRPr lang="tr-TR"/>
              </a:p>
            </p:txBody>
          </p:sp>
          <p:sp>
            <p:nvSpPr>
              <p:cNvPr id="22" name="Freeform 38">
                <a:extLst>
                  <a:ext uri="{FF2B5EF4-FFF2-40B4-BE49-F238E27FC236}">
                    <a16:creationId xmlns:a16="http://schemas.microsoft.com/office/drawing/2014/main" id="{DD99CF64-0E82-4D1A-BD2A-08942182F42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rot="5400000">
                <a:off x="11399044" y="3095360"/>
                <a:ext cx="188913"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solidFill>
                <a:schemeClr val="tx2">
                  <a:alpha val="60000"/>
                </a:schemeClr>
              </a:solidFill>
              <a:ln>
                <a:noFill/>
              </a:ln>
              <a:effectLst>
                <a:outerShdw blurRad="50800" dist="38100" dir="2700000" algn="tl" rotWithShape="0">
                  <a:srgbClr val="000000">
                    <a:alpha val="58000"/>
                  </a:srgbClr>
                </a:outerShdw>
              </a:effectLst>
            </p:spPr>
            <p:txBody>
              <a:bodyPr/>
              <a:lstStyle/>
              <a:p>
                <a:endParaRPr lang="tr-TR"/>
              </a:p>
            </p:txBody>
          </p:sp>
          <p:sp>
            <p:nvSpPr>
              <p:cNvPr id="23" name="Freeform 39">
                <a:extLst>
                  <a:ext uri="{FF2B5EF4-FFF2-40B4-BE49-F238E27FC236}">
                    <a16:creationId xmlns:a16="http://schemas.microsoft.com/office/drawing/2014/main" id="{98C12D33-1747-4B24-89ED-F441AE4A0C1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rot="5400000">
                <a:off x="10353675" y="2153178"/>
                <a:ext cx="307975" cy="1801813"/>
              </a:xfrm>
              <a:custGeom>
                <a:avLst/>
                <a:gdLst/>
                <a:ahLst/>
                <a:cxnLst/>
                <a:rect l="0" t="0" r="r" b="b"/>
                <a:pathLst>
                  <a:path w="194" h="1135">
                    <a:moveTo>
                      <a:pt x="18" y="1135"/>
                    </a:moveTo>
                    <a:lnTo>
                      <a:pt x="0" y="1135"/>
                    </a:lnTo>
                    <a:lnTo>
                      <a:pt x="0" y="354"/>
                    </a:lnTo>
                    <a:lnTo>
                      <a:pt x="176" y="177"/>
                    </a:lnTo>
                    <a:lnTo>
                      <a:pt x="176" y="0"/>
                    </a:lnTo>
                    <a:lnTo>
                      <a:pt x="194" y="0"/>
                    </a:lnTo>
                    <a:lnTo>
                      <a:pt x="194" y="183"/>
                    </a:lnTo>
                    <a:lnTo>
                      <a:pt x="18" y="360"/>
                    </a:lnTo>
                    <a:lnTo>
                      <a:pt x="18" y="1135"/>
                    </a:lnTo>
                    <a:close/>
                  </a:path>
                </a:pathLst>
              </a:custGeom>
              <a:solidFill>
                <a:schemeClr val="tx2">
                  <a:alpha val="60000"/>
                </a:schemeClr>
              </a:solidFill>
              <a:ln>
                <a:noFill/>
              </a:ln>
              <a:effectLst>
                <a:outerShdw blurRad="50800" dist="38100" dir="2700000" algn="tl" rotWithShape="0">
                  <a:srgbClr val="000000">
                    <a:alpha val="58000"/>
                  </a:srgbClr>
                </a:outerShdw>
              </a:effectLst>
            </p:spPr>
            <p:txBody>
              <a:bodyPr/>
              <a:lstStyle/>
              <a:p>
                <a:endParaRPr lang="tr-TR"/>
              </a:p>
            </p:txBody>
          </p:sp>
          <p:sp>
            <p:nvSpPr>
              <p:cNvPr id="24" name="Freeform 40">
                <a:extLst>
                  <a:ext uri="{FF2B5EF4-FFF2-40B4-BE49-F238E27FC236}">
                    <a16:creationId xmlns:a16="http://schemas.microsoft.com/office/drawing/2014/main" id="{A60200CC-BAEC-4310-8C9B-F7BB783E982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rot="5400000">
                <a:off x="9848850" y="330887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solidFill>
                <a:schemeClr val="tx2">
                  <a:alpha val="60000"/>
                </a:schemeClr>
              </a:solidFill>
              <a:ln>
                <a:noFill/>
              </a:ln>
              <a:effectLst>
                <a:outerShdw blurRad="50800" dist="38100" dir="2700000" algn="tl" rotWithShape="0">
                  <a:srgbClr val="000000">
                    <a:alpha val="58000"/>
                  </a:srgbClr>
                </a:outerShdw>
              </a:effectLst>
            </p:spPr>
            <p:txBody>
              <a:bodyPr/>
              <a:lstStyle/>
              <a:p>
                <a:endParaRPr lang="tr-TR"/>
              </a:p>
            </p:txBody>
          </p:sp>
          <p:sp>
            <p:nvSpPr>
              <p:cNvPr id="25" name="Rectangle 41">
                <a:extLst>
                  <a:ext uri="{FF2B5EF4-FFF2-40B4-BE49-F238E27FC236}">
                    <a16:creationId xmlns:a16="http://schemas.microsoft.com/office/drawing/2014/main" id="{2A7F40BF-B0BE-4B09-87EE-F56632B7EDB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rot="5400000">
                <a:off x="9721056" y="3284272"/>
                <a:ext cx="23813" cy="252413"/>
              </a:xfrm>
              <a:prstGeom prst="rect">
                <a:avLst/>
              </a:prstGeom>
              <a:solidFill>
                <a:schemeClr val="tx2">
                  <a:alpha val="60000"/>
                </a:schemeClr>
              </a:solidFill>
              <a:ln>
                <a:noFill/>
              </a:ln>
              <a:effectLst>
                <a:outerShdw blurRad="50800" dist="38100" dir="2700000" algn="tl" rotWithShape="0">
                  <a:srgbClr val="000000">
                    <a:alpha val="58000"/>
                  </a:srgbClr>
                </a:outerShdw>
              </a:effectLst>
            </p:spPr>
            <p:txBody>
              <a:bodyPr/>
              <a:lstStyle/>
              <a:p>
                <a:endParaRPr lang="tr-TR"/>
              </a:p>
            </p:txBody>
          </p:sp>
          <p:sp>
            <p:nvSpPr>
              <p:cNvPr id="26" name="Freeform 32">
                <a:extLst>
                  <a:ext uri="{FF2B5EF4-FFF2-40B4-BE49-F238E27FC236}">
                    <a16:creationId xmlns:a16="http://schemas.microsoft.com/office/drawing/2014/main" id="{353978AF-8FB9-4A61-A2EA-1995A14F39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rot="16200000" flipH="1" flipV="1">
                <a:off x="2122751" y="3532184"/>
                <a:ext cx="417513" cy="512763"/>
              </a:xfrm>
              <a:custGeom>
                <a:avLst/>
                <a:gdLst/>
                <a:ahLst/>
                <a:cxnLst/>
                <a:rect l="0" t="0" r="r" b="b"/>
                <a:pathLst>
                  <a:path w="263" h="323">
                    <a:moveTo>
                      <a:pt x="12" y="323"/>
                    </a:moveTo>
                    <a:lnTo>
                      <a:pt x="0" y="314"/>
                    </a:lnTo>
                    <a:lnTo>
                      <a:pt x="203" y="108"/>
                    </a:lnTo>
                    <a:lnTo>
                      <a:pt x="248" y="0"/>
                    </a:lnTo>
                    <a:lnTo>
                      <a:pt x="263" y="6"/>
                    </a:lnTo>
                    <a:lnTo>
                      <a:pt x="218" y="117"/>
                    </a:lnTo>
                    <a:lnTo>
                      <a:pt x="218" y="117"/>
                    </a:lnTo>
                    <a:lnTo>
                      <a:pt x="12" y="323"/>
                    </a:lnTo>
                    <a:close/>
                  </a:path>
                </a:pathLst>
              </a:custGeom>
              <a:solidFill>
                <a:schemeClr val="tx2">
                  <a:alpha val="60000"/>
                </a:schemeClr>
              </a:solidFill>
              <a:ln>
                <a:noFill/>
              </a:ln>
              <a:effectLst>
                <a:outerShdw blurRad="50800" dist="38100" dir="2700000" algn="tl" rotWithShape="0">
                  <a:srgbClr val="000000">
                    <a:alpha val="58000"/>
                  </a:srgbClr>
                </a:outerShdw>
              </a:effectLst>
            </p:spPr>
            <p:txBody>
              <a:bodyPr/>
              <a:lstStyle/>
              <a:p>
                <a:endParaRPr lang="tr-TR"/>
              </a:p>
            </p:txBody>
          </p:sp>
          <p:sp>
            <p:nvSpPr>
              <p:cNvPr id="27" name="Freeform 33">
                <a:extLst>
                  <a:ext uri="{FF2B5EF4-FFF2-40B4-BE49-F238E27FC236}">
                    <a16:creationId xmlns:a16="http://schemas.microsoft.com/office/drawing/2014/main" id="{B20F89C3-4BAD-42AA-8D31-6F6DF17FE93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rot="16200000" flipH="1" flipV="1">
                <a:off x="1958445" y="3463128"/>
                <a:ext cx="157163" cy="152400"/>
              </a:xfrm>
              <a:custGeom>
                <a:avLst/>
                <a:gdLst/>
                <a:ahLst/>
                <a:cxnLst/>
                <a:rect l="0" t="0" r="r" b="b"/>
                <a:pathLst>
                  <a:path w="33" h="32">
                    <a:moveTo>
                      <a:pt x="17" y="32"/>
                    </a:moveTo>
                    <a:cubicBezTo>
                      <a:pt x="13" y="32"/>
                      <a:pt x="9" y="30"/>
                      <a:pt x="6" y="27"/>
                    </a:cubicBezTo>
                    <a:cubicBezTo>
                      <a:pt x="0" y="21"/>
                      <a:pt x="0" y="11"/>
                      <a:pt x="6" y="5"/>
                    </a:cubicBezTo>
                    <a:cubicBezTo>
                      <a:pt x="9" y="2"/>
                      <a:pt x="13" y="0"/>
                      <a:pt x="17" y="0"/>
                    </a:cubicBezTo>
                    <a:cubicBezTo>
                      <a:pt x="21" y="0"/>
                      <a:pt x="25" y="2"/>
                      <a:pt x="28" y="5"/>
                    </a:cubicBezTo>
                    <a:cubicBezTo>
                      <a:pt x="31" y="8"/>
                      <a:pt x="33" y="12"/>
                      <a:pt x="33" y="16"/>
                    </a:cubicBezTo>
                    <a:cubicBezTo>
                      <a:pt x="33" y="20"/>
                      <a:pt x="31" y="24"/>
                      <a:pt x="28" y="27"/>
                    </a:cubicBezTo>
                    <a:cubicBezTo>
                      <a:pt x="25" y="30"/>
                      <a:pt x="21" y="32"/>
                      <a:pt x="17" y="32"/>
                    </a:cubicBezTo>
                    <a:close/>
                    <a:moveTo>
                      <a:pt x="17" y="4"/>
                    </a:moveTo>
                    <a:cubicBezTo>
                      <a:pt x="14" y="4"/>
                      <a:pt x="11" y="6"/>
                      <a:pt x="9" y="8"/>
                    </a:cubicBezTo>
                    <a:cubicBezTo>
                      <a:pt x="4" y="12"/>
                      <a:pt x="4" y="20"/>
                      <a:pt x="9" y="24"/>
                    </a:cubicBezTo>
                    <a:cubicBezTo>
                      <a:pt x="11" y="27"/>
                      <a:pt x="14" y="28"/>
                      <a:pt x="17" y="28"/>
                    </a:cubicBezTo>
                    <a:cubicBezTo>
                      <a:pt x="20" y="28"/>
                      <a:pt x="23" y="27"/>
                      <a:pt x="26" y="24"/>
                    </a:cubicBezTo>
                    <a:cubicBezTo>
                      <a:pt x="30" y="20"/>
                      <a:pt x="30" y="12"/>
                      <a:pt x="26" y="8"/>
                    </a:cubicBezTo>
                    <a:cubicBezTo>
                      <a:pt x="23" y="6"/>
                      <a:pt x="20" y="4"/>
                      <a:pt x="17" y="4"/>
                    </a:cubicBezTo>
                    <a:close/>
                  </a:path>
                </a:pathLst>
              </a:custGeom>
              <a:solidFill>
                <a:schemeClr val="tx2">
                  <a:alpha val="60000"/>
                </a:schemeClr>
              </a:solidFill>
              <a:ln>
                <a:noFill/>
              </a:ln>
              <a:effectLst>
                <a:outerShdw blurRad="50800" dist="38100" dir="2700000" algn="tl" rotWithShape="0">
                  <a:srgbClr val="000000">
                    <a:alpha val="58000"/>
                  </a:srgbClr>
                </a:outerShdw>
              </a:effectLst>
            </p:spPr>
            <p:txBody>
              <a:bodyPr/>
              <a:lstStyle/>
              <a:p>
                <a:endParaRPr lang="tr-TR"/>
              </a:p>
            </p:txBody>
          </p:sp>
          <p:sp>
            <p:nvSpPr>
              <p:cNvPr id="28" name="Freeform 34">
                <a:extLst>
                  <a:ext uri="{FF2B5EF4-FFF2-40B4-BE49-F238E27FC236}">
                    <a16:creationId xmlns:a16="http://schemas.microsoft.com/office/drawing/2014/main" id="{A60FE276-3FF2-4622-BF99-D4E4B249E5B3}"/>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rot="16200000" flipH="1" flipV="1">
                <a:off x="858308" y="3726653"/>
                <a:ext cx="188913"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solidFill>
                <a:schemeClr val="tx2">
                  <a:alpha val="60000"/>
                </a:schemeClr>
              </a:solidFill>
              <a:ln>
                <a:noFill/>
              </a:ln>
              <a:effectLst>
                <a:outerShdw blurRad="50800" dist="38100" dir="2700000" algn="tl" rotWithShape="0">
                  <a:srgbClr val="000000">
                    <a:alpha val="58000"/>
                  </a:srgbClr>
                </a:outerShdw>
              </a:effectLst>
            </p:spPr>
            <p:txBody>
              <a:bodyPr/>
              <a:lstStyle/>
              <a:p>
                <a:endParaRPr lang="tr-TR"/>
              </a:p>
            </p:txBody>
          </p:sp>
          <p:sp>
            <p:nvSpPr>
              <p:cNvPr id="29" name="Freeform 37">
                <a:extLst>
                  <a:ext uri="{FF2B5EF4-FFF2-40B4-BE49-F238E27FC236}">
                    <a16:creationId xmlns:a16="http://schemas.microsoft.com/office/drawing/2014/main" id="{B05A0D3F-808B-48D6-A821-1FE9E86E8CB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rot="16200000" flipH="1" flipV="1">
                <a:off x="1658407" y="3186902"/>
                <a:ext cx="304800" cy="1544638"/>
              </a:xfrm>
              <a:custGeom>
                <a:avLst/>
                <a:gdLst/>
                <a:ahLst/>
                <a:cxnLst/>
                <a:rect l="0" t="0" r="r" b="b"/>
                <a:pathLst>
                  <a:path w="192" h="973">
                    <a:moveTo>
                      <a:pt x="15" y="973"/>
                    </a:moveTo>
                    <a:lnTo>
                      <a:pt x="0" y="973"/>
                    </a:lnTo>
                    <a:lnTo>
                      <a:pt x="0" y="790"/>
                    </a:lnTo>
                    <a:lnTo>
                      <a:pt x="174" y="614"/>
                    </a:lnTo>
                    <a:lnTo>
                      <a:pt x="174" y="0"/>
                    </a:lnTo>
                    <a:lnTo>
                      <a:pt x="192" y="0"/>
                    </a:lnTo>
                    <a:lnTo>
                      <a:pt x="192" y="620"/>
                    </a:lnTo>
                    <a:lnTo>
                      <a:pt x="15" y="796"/>
                    </a:lnTo>
                    <a:lnTo>
                      <a:pt x="15" y="973"/>
                    </a:lnTo>
                    <a:close/>
                  </a:path>
                </a:pathLst>
              </a:custGeom>
              <a:solidFill>
                <a:schemeClr val="tx2">
                  <a:alpha val="60000"/>
                </a:schemeClr>
              </a:solidFill>
              <a:ln>
                <a:noFill/>
              </a:ln>
              <a:effectLst>
                <a:outerShdw blurRad="50800" dist="38100" dir="2700000" algn="tl" rotWithShape="0">
                  <a:srgbClr val="000000">
                    <a:alpha val="58000"/>
                  </a:srgbClr>
                </a:outerShdw>
              </a:effectLst>
            </p:spPr>
            <p:txBody>
              <a:bodyPr/>
              <a:lstStyle/>
              <a:p>
                <a:endParaRPr lang="tr-TR"/>
              </a:p>
            </p:txBody>
          </p:sp>
          <p:sp>
            <p:nvSpPr>
              <p:cNvPr id="30" name="Freeform 35">
                <a:extLst>
                  <a:ext uri="{FF2B5EF4-FFF2-40B4-BE49-F238E27FC236}">
                    <a16:creationId xmlns:a16="http://schemas.microsoft.com/office/drawing/2014/main" id="{69F7D438-BAA0-4DAD-9BC5-198B677A75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rot="16200000" flipH="1">
                <a:off x="1860814" y="2715153"/>
                <a:ext cx="298450" cy="1154113"/>
              </a:xfrm>
              <a:custGeom>
                <a:avLst/>
                <a:gdLst/>
                <a:ahLst/>
                <a:cxnLst/>
                <a:rect l="0" t="0" r="r" b="b"/>
                <a:pathLst>
                  <a:path w="188" h="727">
                    <a:moveTo>
                      <a:pt x="15" y="727"/>
                    </a:moveTo>
                    <a:lnTo>
                      <a:pt x="0" y="727"/>
                    </a:lnTo>
                    <a:lnTo>
                      <a:pt x="0" y="407"/>
                    </a:lnTo>
                    <a:lnTo>
                      <a:pt x="0" y="407"/>
                    </a:lnTo>
                    <a:lnTo>
                      <a:pt x="176" y="0"/>
                    </a:lnTo>
                    <a:lnTo>
                      <a:pt x="188" y="6"/>
                    </a:lnTo>
                    <a:lnTo>
                      <a:pt x="15" y="410"/>
                    </a:lnTo>
                    <a:lnTo>
                      <a:pt x="15" y="727"/>
                    </a:lnTo>
                    <a:close/>
                  </a:path>
                </a:pathLst>
              </a:custGeom>
              <a:solidFill>
                <a:schemeClr val="tx2">
                  <a:alpha val="60000"/>
                </a:schemeClr>
              </a:solidFill>
              <a:ln>
                <a:noFill/>
              </a:ln>
              <a:effectLst>
                <a:outerShdw blurRad="50800" dist="38100" dir="2700000" algn="tl" rotWithShape="0">
                  <a:srgbClr val="000000">
                    <a:alpha val="58000"/>
                  </a:srgbClr>
                </a:outerShdw>
              </a:effectLst>
            </p:spPr>
            <p:txBody>
              <a:bodyPr/>
              <a:lstStyle/>
              <a:p>
                <a:endParaRPr lang="tr-TR"/>
              </a:p>
            </p:txBody>
          </p:sp>
          <p:sp>
            <p:nvSpPr>
              <p:cNvPr id="31" name="Freeform 36">
                <a:extLst>
                  <a:ext uri="{FF2B5EF4-FFF2-40B4-BE49-F238E27FC236}">
                    <a16:creationId xmlns:a16="http://schemas.microsoft.com/office/drawing/2014/main" id="{EC63B186-43B8-4552-AFDB-A544240A7C5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rot="16200000" flipH="1">
                <a:off x="1289314" y="3385079"/>
                <a:ext cx="157163" cy="155575"/>
              </a:xfrm>
              <a:custGeom>
                <a:avLst/>
                <a:gdLst/>
                <a:ahLst/>
                <a:cxnLst/>
                <a:rect l="0" t="0" r="r" b="b"/>
                <a:pathLst>
                  <a:path w="33" h="33">
                    <a:moveTo>
                      <a:pt x="17" y="33"/>
                    </a:moveTo>
                    <a:cubicBezTo>
                      <a:pt x="8" y="33"/>
                      <a:pt x="0" y="25"/>
                      <a:pt x="0" y="16"/>
                    </a:cubicBezTo>
                    <a:cubicBezTo>
                      <a:pt x="0" y="7"/>
                      <a:pt x="8" y="0"/>
                      <a:pt x="17" y="0"/>
                    </a:cubicBezTo>
                    <a:cubicBezTo>
                      <a:pt x="26" y="0"/>
                      <a:pt x="33" y="7"/>
                      <a:pt x="33" y="16"/>
                    </a:cubicBezTo>
                    <a:cubicBezTo>
                      <a:pt x="33" y="25"/>
                      <a:pt x="26" y="33"/>
                      <a:pt x="17" y="33"/>
                    </a:cubicBezTo>
                    <a:close/>
                    <a:moveTo>
                      <a:pt x="17" y="4"/>
                    </a:moveTo>
                    <a:cubicBezTo>
                      <a:pt x="10" y="4"/>
                      <a:pt x="4" y="9"/>
                      <a:pt x="4" y="16"/>
                    </a:cubicBezTo>
                    <a:cubicBezTo>
                      <a:pt x="4" y="23"/>
                      <a:pt x="10" y="29"/>
                      <a:pt x="17" y="29"/>
                    </a:cubicBezTo>
                    <a:cubicBezTo>
                      <a:pt x="23" y="29"/>
                      <a:pt x="29" y="23"/>
                      <a:pt x="29" y="16"/>
                    </a:cubicBezTo>
                    <a:cubicBezTo>
                      <a:pt x="29" y="9"/>
                      <a:pt x="23" y="4"/>
                      <a:pt x="17" y="4"/>
                    </a:cubicBezTo>
                    <a:close/>
                  </a:path>
                </a:pathLst>
              </a:custGeom>
              <a:solidFill>
                <a:schemeClr val="tx2">
                  <a:alpha val="60000"/>
                </a:schemeClr>
              </a:solidFill>
              <a:ln>
                <a:noFill/>
              </a:ln>
              <a:effectLst>
                <a:outerShdw blurRad="50800" dist="38100" dir="2700000" algn="tl" rotWithShape="0">
                  <a:srgbClr val="000000">
                    <a:alpha val="58000"/>
                  </a:srgbClr>
                </a:outerShdw>
              </a:effectLst>
            </p:spPr>
            <p:txBody>
              <a:bodyPr/>
              <a:lstStyle/>
              <a:p>
                <a:endParaRPr lang="tr-TR"/>
              </a:p>
            </p:txBody>
          </p:sp>
          <p:sp>
            <p:nvSpPr>
              <p:cNvPr id="32" name="Freeform 38">
                <a:extLst>
                  <a:ext uri="{FF2B5EF4-FFF2-40B4-BE49-F238E27FC236}">
                    <a16:creationId xmlns:a16="http://schemas.microsoft.com/office/drawing/2014/main" id="{8542E82D-01AD-4BD8-8C5F-A6CDAD039B03}"/>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rot="16200000" flipH="1">
                <a:off x="605895" y="3247760"/>
                <a:ext cx="188913"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solidFill>
                <a:schemeClr val="tx2">
                  <a:alpha val="60000"/>
                </a:schemeClr>
              </a:solidFill>
              <a:ln>
                <a:noFill/>
              </a:ln>
              <a:effectLst>
                <a:outerShdw blurRad="50800" dist="38100" dir="2700000" algn="tl" rotWithShape="0">
                  <a:srgbClr val="000000">
                    <a:alpha val="58000"/>
                  </a:srgbClr>
                </a:outerShdw>
              </a:effectLst>
            </p:spPr>
            <p:txBody>
              <a:bodyPr/>
              <a:lstStyle/>
              <a:p>
                <a:endParaRPr lang="tr-TR"/>
              </a:p>
            </p:txBody>
          </p:sp>
          <p:sp>
            <p:nvSpPr>
              <p:cNvPr id="33" name="Freeform 39">
                <a:extLst>
                  <a:ext uri="{FF2B5EF4-FFF2-40B4-BE49-F238E27FC236}">
                    <a16:creationId xmlns:a16="http://schemas.microsoft.com/office/drawing/2014/main" id="{6285CF32-2BD3-47D0-9A6C-3EE7FD63971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rot="16200000" flipH="1">
                <a:off x="1532202" y="2305578"/>
                <a:ext cx="307975" cy="1801813"/>
              </a:xfrm>
              <a:custGeom>
                <a:avLst/>
                <a:gdLst/>
                <a:ahLst/>
                <a:cxnLst/>
                <a:rect l="0" t="0" r="r" b="b"/>
                <a:pathLst>
                  <a:path w="194" h="1135">
                    <a:moveTo>
                      <a:pt x="18" y="1135"/>
                    </a:moveTo>
                    <a:lnTo>
                      <a:pt x="0" y="1135"/>
                    </a:lnTo>
                    <a:lnTo>
                      <a:pt x="0" y="354"/>
                    </a:lnTo>
                    <a:lnTo>
                      <a:pt x="176" y="177"/>
                    </a:lnTo>
                    <a:lnTo>
                      <a:pt x="176" y="0"/>
                    </a:lnTo>
                    <a:lnTo>
                      <a:pt x="194" y="0"/>
                    </a:lnTo>
                    <a:lnTo>
                      <a:pt x="194" y="183"/>
                    </a:lnTo>
                    <a:lnTo>
                      <a:pt x="18" y="360"/>
                    </a:lnTo>
                    <a:lnTo>
                      <a:pt x="18" y="1135"/>
                    </a:lnTo>
                    <a:close/>
                  </a:path>
                </a:pathLst>
              </a:custGeom>
              <a:solidFill>
                <a:schemeClr val="tx2">
                  <a:alpha val="60000"/>
                </a:schemeClr>
              </a:solidFill>
              <a:ln>
                <a:noFill/>
              </a:ln>
              <a:effectLst>
                <a:outerShdw blurRad="50800" dist="38100" dir="2700000" algn="tl" rotWithShape="0">
                  <a:srgbClr val="000000">
                    <a:alpha val="58000"/>
                  </a:srgbClr>
                </a:outerShdw>
              </a:effectLst>
            </p:spPr>
            <p:txBody>
              <a:bodyPr/>
              <a:lstStyle/>
              <a:p>
                <a:endParaRPr lang="tr-TR"/>
              </a:p>
            </p:txBody>
          </p:sp>
          <p:sp>
            <p:nvSpPr>
              <p:cNvPr id="34" name="Freeform 40">
                <a:extLst>
                  <a:ext uri="{FF2B5EF4-FFF2-40B4-BE49-F238E27FC236}">
                    <a16:creationId xmlns:a16="http://schemas.microsoft.com/office/drawing/2014/main" id="{FA36D129-7B33-4379-B9EE-5624B957669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rot="16200000" flipH="1">
                <a:off x="2154501" y="346127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solidFill>
                <a:schemeClr val="tx2">
                  <a:alpha val="60000"/>
                </a:schemeClr>
              </a:solidFill>
              <a:ln>
                <a:noFill/>
              </a:ln>
              <a:effectLst>
                <a:outerShdw blurRad="50800" dist="38100" dir="2700000" algn="tl" rotWithShape="0">
                  <a:srgbClr val="000000">
                    <a:alpha val="58000"/>
                  </a:srgbClr>
                </a:outerShdw>
              </a:effectLst>
            </p:spPr>
            <p:txBody>
              <a:bodyPr/>
              <a:lstStyle/>
              <a:p>
                <a:endParaRPr lang="tr-TR"/>
              </a:p>
            </p:txBody>
          </p:sp>
          <p:sp>
            <p:nvSpPr>
              <p:cNvPr id="35" name="Rectangle 41">
                <a:extLst>
                  <a:ext uri="{FF2B5EF4-FFF2-40B4-BE49-F238E27FC236}">
                    <a16:creationId xmlns:a16="http://schemas.microsoft.com/office/drawing/2014/main" id="{0229A187-4E69-4262-B001-C5F0B55225F9}"/>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rot="16200000" flipH="1">
                <a:off x="2448983" y="3436672"/>
                <a:ext cx="23813" cy="252413"/>
              </a:xfrm>
              <a:prstGeom prst="rect">
                <a:avLst/>
              </a:prstGeom>
              <a:solidFill>
                <a:schemeClr val="tx2">
                  <a:alpha val="60000"/>
                </a:schemeClr>
              </a:solidFill>
              <a:ln>
                <a:noFill/>
              </a:ln>
              <a:effectLst>
                <a:outerShdw blurRad="50800" dist="38100" dir="2700000" algn="tl" rotWithShape="0">
                  <a:srgbClr val="000000">
                    <a:alpha val="58000"/>
                  </a:srgbClr>
                </a:outerShdw>
              </a:effectLst>
            </p:spPr>
            <p:txBody>
              <a:bodyPr/>
              <a:lstStyle/>
              <a:p>
                <a:endParaRPr lang="tr-TR"/>
              </a:p>
            </p:txBody>
          </p:sp>
        </p:grpSp>
      </p:grpSp>
      <p:sp>
        <p:nvSpPr>
          <p:cNvPr id="2" name="Başlık 1">
            <a:extLst>
              <a:ext uri="{FF2B5EF4-FFF2-40B4-BE49-F238E27FC236}">
                <a16:creationId xmlns:a16="http://schemas.microsoft.com/office/drawing/2014/main" id="{DEB9DA4F-270A-A1E2-CFBF-4462ED717B0A}"/>
              </a:ext>
            </a:extLst>
          </p:cNvPr>
          <p:cNvSpPr>
            <a:spLocks noGrp="1"/>
          </p:cNvSpPr>
          <p:nvPr>
            <p:ph type="ctrTitle"/>
          </p:nvPr>
        </p:nvSpPr>
        <p:spPr>
          <a:xfrm>
            <a:off x="2667000" y="2328334"/>
            <a:ext cx="6858000" cy="1367896"/>
          </a:xfrm>
        </p:spPr>
        <p:txBody>
          <a:bodyPr>
            <a:normAutofit/>
          </a:bodyPr>
          <a:lstStyle/>
          <a:p>
            <a:pPr algn="ctr"/>
            <a:r>
              <a:rPr lang="tr-TR" sz="4400"/>
              <a:t>biyomedikal</a:t>
            </a:r>
            <a:r>
              <a:rPr lang="en-US" sz="4400"/>
              <a:t> </a:t>
            </a:r>
            <a:r>
              <a:rPr lang="tr-TR" sz="4400"/>
              <a:t>mühendisliğine giriş</a:t>
            </a:r>
          </a:p>
        </p:txBody>
      </p:sp>
      <p:sp>
        <p:nvSpPr>
          <p:cNvPr id="3" name="Alt Başlık 2">
            <a:extLst>
              <a:ext uri="{FF2B5EF4-FFF2-40B4-BE49-F238E27FC236}">
                <a16:creationId xmlns:a16="http://schemas.microsoft.com/office/drawing/2014/main" id="{2595B1D5-E21D-B23B-F5E8-7347ECD2C8DF}"/>
              </a:ext>
            </a:extLst>
          </p:cNvPr>
          <p:cNvSpPr>
            <a:spLocks noGrp="1"/>
          </p:cNvSpPr>
          <p:nvPr>
            <p:ph type="subTitle" idx="1"/>
          </p:nvPr>
        </p:nvSpPr>
        <p:spPr>
          <a:xfrm>
            <a:off x="2667001" y="3602039"/>
            <a:ext cx="6857999" cy="1029228"/>
          </a:xfrm>
        </p:spPr>
        <p:txBody>
          <a:bodyPr>
            <a:noAutofit/>
          </a:bodyPr>
          <a:lstStyle/>
          <a:p>
            <a:pPr algn="ctr"/>
            <a:r>
              <a:rPr lang="tr-TR" sz="1400" dirty="0"/>
              <a:t>Biyolojik İşaretlerin Kökeni</a:t>
            </a:r>
          </a:p>
          <a:p>
            <a:pPr algn="ctr"/>
            <a:r>
              <a:rPr lang="tr-TR" sz="1400" dirty="0"/>
              <a:t>Biyoelektrik sinyallerin oluşumu</a:t>
            </a:r>
          </a:p>
          <a:p>
            <a:pPr algn="ctr"/>
            <a:r>
              <a:rPr lang="tr-TR" sz="1400"/>
              <a:t>Elektrot</a:t>
            </a:r>
            <a:endParaRPr lang="tr-TR" sz="1400" dirty="0"/>
          </a:p>
        </p:txBody>
      </p:sp>
      <p:sp>
        <p:nvSpPr>
          <p:cNvPr id="5" name="Alt Bilgi Yer Tutucusu 4">
            <a:extLst>
              <a:ext uri="{FF2B5EF4-FFF2-40B4-BE49-F238E27FC236}">
                <a16:creationId xmlns:a16="http://schemas.microsoft.com/office/drawing/2014/main" id="{7AE767A8-4E72-9F04-8491-0CCE5939F24A}"/>
              </a:ext>
            </a:extLst>
          </p:cNvPr>
          <p:cNvSpPr>
            <a:spLocks noGrp="1"/>
          </p:cNvSpPr>
          <p:nvPr>
            <p:ph type="ftr" sz="quarter" idx="11"/>
          </p:nvPr>
        </p:nvSpPr>
        <p:spPr/>
        <p:txBody>
          <a:bodyPr/>
          <a:lstStyle/>
          <a:p>
            <a:r>
              <a:rPr lang="en-US"/>
              <a:t>MEHMET FATİH KARAKAŞ</a:t>
            </a:r>
            <a:endParaRPr lang="en-US" dirty="0"/>
          </a:p>
        </p:txBody>
      </p:sp>
    </p:spTree>
    <p:extLst>
      <p:ext uri="{BB962C8B-B14F-4D97-AF65-F5344CB8AC3E}">
        <p14:creationId xmlns:p14="http://schemas.microsoft.com/office/powerpoint/2010/main" val="307613806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par>
                                <p:cTn id="8" presetID="10" presetClass="entr" presetSubtype="0" fill="hold" grpId="0" nodeType="withEffect">
                                  <p:stCondLst>
                                    <p:cond delay="2000"/>
                                  </p:stCondLst>
                                  <p:iterate type="lt">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400"/>
                                        <p:tgtEl>
                                          <p:spTgt spid="3">
                                            <p:txEl>
                                              <p:pRg st="0" end="0"/>
                                            </p:txEl>
                                          </p:spTgt>
                                        </p:tgtEl>
                                      </p:cBhvr>
                                    </p:animEffect>
                                  </p:childTnLst>
                                </p:cTn>
                              </p:par>
                              <p:par>
                                <p:cTn id="11" presetID="10" presetClass="entr" presetSubtype="0" fill="hold" grpId="0" nodeType="withEffect">
                                  <p:stCondLst>
                                    <p:cond delay="2000"/>
                                  </p:stCondLst>
                                  <p:iterate type="lt">
                                    <p:tmPct val="10000"/>
                                  </p:iterate>
                                  <p:childTnLst>
                                    <p:set>
                                      <p:cBhvr>
                                        <p:cTn id="12" dur="1" fill="hold">
                                          <p:stCondLst>
                                            <p:cond delay="0"/>
                                          </p:stCondLst>
                                        </p:cTn>
                                        <p:tgtEl>
                                          <p:spTgt spid="3">
                                            <p:txEl>
                                              <p:pRg st="1" end="1"/>
                                            </p:txEl>
                                          </p:spTgt>
                                        </p:tgtEl>
                                        <p:attrNameLst>
                                          <p:attrName>style.visibility</p:attrName>
                                        </p:attrNameLst>
                                      </p:cBhvr>
                                      <p:to>
                                        <p:strVal val="visible"/>
                                      </p:to>
                                    </p:set>
                                    <p:animEffect transition="in" filter="fade">
                                      <p:cBhvr>
                                        <p:cTn id="13" dur="400"/>
                                        <p:tgtEl>
                                          <p:spTgt spid="3">
                                            <p:txEl>
                                              <p:pRg st="1" end="1"/>
                                            </p:txEl>
                                          </p:spTgt>
                                        </p:tgtEl>
                                      </p:cBhvr>
                                    </p:animEffect>
                                  </p:childTnLst>
                                </p:cTn>
                              </p:par>
                              <p:par>
                                <p:cTn id="14" presetID="10" presetClass="entr" presetSubtype="0" fill="hold" grpId="0" nodeType="withEffect">
                                  <p:stCondLst>
                                    <p:cond delay="2000"/>
                                  </p:stCondLst>
                                  <p:iterate type="lt">
                                    <p:tmPct val="10000"/>
                                  </p:iterate>
                                  <p:childTnLst>
                                    <p:set>
                                      <p:cBhvr>
                                        <p:cTn id="15" dur="1" fill="hold">
                                          <p:stCondLst>
                                            <p:cond delay="0"/>
                                          </p:stCondLst>
                                        </p:cTn>
                                        <p:tgtEl>
                                          <p:spTgt spid="3">
                                            <p:txEl>
                                              <p:pRg st="2" end="2"/>
                                            </p:txEl>
                                          </p:spTgt>
                                        </p:tgtEl>
                                        <p:attrNameLst>
                                          <p:attrName>style.visibility</p:attrName>
                                        </p:attrNameLst>
                                      </p:cBhvr>
                                      <p:to>
                                        <p:strVal val="visible"/>
                                      </p:to>
                                    </p:set>
                                    <p:animEffect transition="in" filter="fade">
                                      <p:cBhvr>
                                        <p:cTn id="16" dur="4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F4B7BB-952B-3D04-94A3-4B1418AC2FD1}"/>
            </a:ext>
          </a:extLst>
        </p:cNvPr>
        <p:cNvGrpSpPr/>
        <p:nvPr/>
      </p:nvGrpSpPr>
      <p:grpSpPr>
        <a:xfrm>
          <a:off x="0" y="0"/>
          <a:ext cx="0" cy="0"/>
          <a:chOff x="0" y="0"/>
          <a:chExt cx="0" cy="0"/>
        </a:xfrm>
      </p:grpSpPr>
      <p:sp>
        <p:nvSpPr>
          <p:cNvPr id="2" name="Başlık 1">
            <a:extLst>
              <a:ext uri="{FF2B5EF4-FFF2-40B4-BE49-F238E27FC236}">
                <a16:creationId xmlns:a16="http://schemas.microsoft.com/office/drawing/2014/main" id="{6330F1C6-6508-0BD2-9F05-D868DE31B501}"/>
              </a:ext>
            </a:extLst>
          </p:cNvPr>
          <p:cNvSpPr>
            <a:spLocks noGrp="1"/>
          </p:cNvSpPr>
          <p:nvPr>
            <p:ph type="title"/>
          </p:nvPr>
        </p:nvSpPr>
        <p:spPr>
          <a:xfrm>
            <a:off x="391623" y="65876"/>
            <a:ext cx="11544196" cy="996782"/>
          </a:xfrm>
        </p:spPr>
        <p:txBody>
          <a:bodyPr>
            <a:normAutofit/>
          </a:bodyPr>
          <a:lstStyle/>
          <a:p>
            <a:r>
              <a:rPr lang="tr-TR" sz="3600"/>
              <a:t>İnsan-Enstrümantasyon Sistemi Temel Bileşenleri</a:t>
            </a:r>
            <a:endParaRPr lang="tr-TR" sz="3600" dirty="0">
              <a:solidFill>
                <a:schemeClr val="tx2"/>
              </a:solidFill>
            </a:endParaRPr>
          </a:p>
        </p:txBody>
      </p:sp>
      <p:pic>
        <p:nvPicPr>
          <p:cNvPr id="119" name="Resim 118" descr="metin, ekran görüntüsü, giyim, grafik tasarım içeren bir resim&#10;&#10;Yapay zeka tarafından oluşturulmuş içerik yanlış olabilir.">
            <a:extLst>
              <a:ext uri="{FF2B5EF4-FFF2-40B4-BE49-F238E27FC236}">
                <a16:creationId xmlns:a16="http://schemas.microsoft.com/office/drawing/2014/main" id="{9825F410-06C7-C16C-08D9-0CBD15C6BB43}"/>
              </a:ext>
            </a:extLst>
          </p:cNvPr>
          <p:cNvPicPr>
            <a:picLocks noChangeAspect="1"/>
          </p:cNvPicPr>
          <p:nvPr/>
        </p:nvPicPr>
        <p:blipFill>
          <a:blip r:embed="rId2"/>
          <a:stretch>
            <a:fillRect/>
          </a:stretch>
        </p:blipFill>
        <p:spPr>
          <a:xfrm>
            <a:off x="139968" y="1660605"/>
            <a:ext cx="5638998" cy="4248233"/>
          </a:xfrm>
          <a:prstGeom prst="rect">
            <a:avLst/>
          </a:prstGeom>
        </p:spPr>
      </p:pic>
      <p:graphicFrame>
        <p:nvGraphicFramePr>
          <p:cNvPr id="7" name="İçerik Yer Tutucusu 2">
            <a:extLst>
              <a:ext uri="{FF2B5EF4-FFF2-40B4-BE49-F238E27FC236}">
                <a16:creationId xmlns:a16="http://schemas.microsoft.com/office/drawing/2014/main" id="{4FD83C6B-FA38-7B55-54D2-D9E994511A5A}"/>
              </a:ext>
            </a:extLst>
          </p:cNvPr>
          <p:cNvGraphicFramePr>
            <a:graphicFrameLocks/>
          </p:cNvGraphicFramePr>
          <p:nvPr>
            <p:extLst>
              <p:ext uri="{D42A27DB-BD31-4B8C-83A1-F6EECF244321}">
                <p14:modId xmlns:p14="http://schemas.microsoft.com/office/powerpoint/2010/main" val="2285079842"/>
              </p:ext>
            </p:extLst>
          </p:nvPr>
        </p:nvGraphicFramePr>
        <p:xfrm>
          <a:off x="6296821" y="1062658"/>
          <a:ext cx="5638998" cy="512888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4" name="Alt Bilgi Yer Tutucusu 3">
            <a:extLst>
              <a:ext uri="{FF2B5EF4-FFF2-40B4-BE49-F238E27FC236}">
                <a16:creationId xmlns:a16="http://schemas.microsoft.com/office/drawing/2014/main" id="{4520CB0E-3EAD-1C4B-8753-BB9AC4C18815}"/>
              </a:ext>
            </a:extLst>
          </p:cNvPr>
          <p:cNvSpPr>
            <a:spLocks noGrp="1"/>
          </p:cNvSpPr>
          <p:nvPr>
            <p:ph type="ftr" sz="quarter" idx="11"/>
          </p:nvPr>
        </p:nvSpPr>
        <p:spPr/>
        <p:txBody>
          <a:bodyPr/>
          <a:lstStyle/>
          <a:p>
            <a:r>
              <a:rPr lang="en-US"/>
              <a:t>MEHMET FATİH KARAKAŞ</a:t>
            </a:r>
            <a:endParaRPr lang="en-US" dirty="0"/>
          </a:p>
        </p:txBody>
      </p:sp>
    </p:spTree>
    <p:extLst>
      <p:ext uri="{BB962C8B-B14F-4D97-AF65-F5344CB8AC3E}">
        <p14:creationId xmlns:p14="http://schemas.microsoft.com/office/powerpoint/2010/main" val="185051608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anim calcmode="lin" valueType="num">
                                      <p:cBhvr>
                                        <p:cTn id="8" dur="1000" fill="hold"/>
                                        <p:tgtEl>
                                          <p:spTgt spid="7"/>
                                        </p:tgtEl>
                                        <p:attrNameLst>
                                          <p:attrName>ppt_x</p:attrName>
                                        </p:attrNameLst>
                                      </p:cBhvr>
                                      <p:tavLst>
                                        <p:tav tm="0">
                                          <p:val>
                                            <p:strVal val="#ppt_x"/>
                                          </p:val>
                                        </p:tav>
                                        <p:tav tm="100000">
                                          <p:val>
                                            <p:strVal val="#ppt_x"/>
                                          </p:val>
                                        </p:tav>
                                      </p:tavLst>
                                    </p:anim>
                                    <p:anim calcmode="lin" valueType="num">
                                      <p:cBhvr>
                                        <p:cTn id="9"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7" grpId="0">
        <p:bldAsOne/>
      </p:bldGraphic>
    </p:bldLst>
  </p:timing>
</p:sld>
</file>

<file path=ppt/slides/slide3.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8000"/>
                <a:hueMod val="94000"/>
                <a:satMod val="148000"/>
                <a:lumMod val="150000"/>
              </a:schemeClr>
            </a:gs>
            <a:gs pos="100000">
              <a:schemeClr val="bg2">
                <a:shade val="92000"/>
                <a:hueMod val="104000"/>
                <a:satMod val="140000"/>
                <a:lumMod val="68000"/>
              </a:schemeClr>
            </a:gs>
          </a:gsLst>
          <a:lin ang="5040000" scaled="0"/>
        </a:gradFill>
        <a:effectLst/>
      </p:bgPr>
    </p:bg>
    <p:spTree>
      <p:nvGrpSpPr>
        <p:cNvPr id="1" name=""/>
        <p:cNvGrpSpPr/>
        <p:nvPr/>
      </p:nvGrpSpPr>
      <p:grpSpPr>
        <a:xfrm>
          <a:off x="0" y="0"/>
          <a:ext cx="0" cy="0"/>
          <a:chOff x="0" y="0"/>
          <a:chExt cx="0" cy="0"/>
        </a:xfrm>
      </p:grpSpPr>
      <p:sp useBgFill="1">
        <p:nvSpPr>
          <p:cNvPr id="57" name="Rectangle 56">
            <a:extLst>
              <a:ext uri="{FF2B5EF4-FFF2-40B4-BE49-F238E27FC236}">
                <a16:creationId xmlns:a16="http://schemas.microsoft.com/office/drawing/2014/main" id="{E978A47D-4F17-40FE-AB70-7AF78A9575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5400" y="-14287"/>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59" name="Group 58">
            <a:extLst>
              <a:ext uri="{FF2B5EF4-FFF2-40B4-BE49-F238E27FC236}">
                <a16:creationId xmlns:a16="http://schemas.microsoft.com/office/drawing/2014/main" id="{85BE3A7E-6A3F-401E-A025-BBB8FDB8DD3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4288" y="0"/>
            <a:ext cx="1220788" cy="6858001"/>
            <a:chOff x="-14288" y="0"/>
            <a:chExt cx="1220788" cy="6858001"/>
          </a:xfrm>
          <a:solidFill>
            <a:schemeClr val="tx1">
              <a:alpha val="60000"/>
            </a:schemeClr>
          </a:solidFill>
        </p:grpSpPr>
        <p:sp>
          <p:nvSpPr>
            <p:cNvPr id="60" name="Rectangle 5">
              <a:extLst>
                <a:ext uri="{FF2B5EF4-FFF2-40B4-BE49-F238E27FC236}">
                  <a16:creationId xmlns:a16="http://schemas.microsoft.com/office/drawing/2014/main" id="{41EE9036-817C-476C-BD59-B5184F9A3E35}"/>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4300" y="4763"/>
              <a:ext cx="23813" cy="2181225"/>
            </a:xfrm>
            <a:prstGeom prst="rect">
              <a:avLst/>
            </a:pr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miter lim="800000"/>
                  <a:headEnd/>
                  <a:tailEnd/>
                </a14:hiddenLine>
              </a:ext>
            </a:extLst>
          </p:spPr>
          <p:txBody>
            <a:bodyPr/>
            <a:lstStyle/>
            <a:p>
              <a:endParaRPr lang="tr-TR"/>
            </a:p>
          </p:txBody>
        </p:sp>
        <p:sp>
          <p:nvSpPr>
            <p:cNvPr id="61" name="Freeform 6">
              <a:extLst>
                <a:ext uri="{FF2B5EF4-FFF2-40B4-BE49-F238E27FC236}">
                  <a16:creationId xmlns:a16="http://schemas.microsoft.com/office/drawing/2014/main" id="{F098087A-B4E4-4300-A841-44988BD88E2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62" name="Freeform 7">
              <a:extLst>
                <a:ext uri="{FF2B5EF4-FFF2-40B4-BE49-F238E27FC236}">
                  <a16:creationId xmlns:a16="http://schemas.microsoft.com/office/drawing/2014/main" id="{F5BD5F4B-A39C-4DF9-84E4-A4D33F30E6E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63" name="Freeform 8">
              <a:extLst>
                <a:ext uri="{FF2B5EF4-FFF2-40B4-BE49-F238E27FC236}">
                  <a16:creationId xmlns:a16="http://schemas.microsoft.com/office/drawing/2014/main" id="{D7FA9858-BFA0-4D5B-AF72-B1B65EB0699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64" name="Freeform 9">
              <a:extLst>
                <a:ext uri="{FF2B5EF4-FFF2-40B4-BE49-F238E27FC236}">
                  <a16:creationId xmlns:a16="http://schemas.microsoft.com/office/drawing/2014/main" id="{A508A5F3-AFE0-4750-A9C2-B51A514FFC4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65" name="Freeform 10">
              <a:extLst>
                <a:ext uri="{FF2B5EF4-FFF2-40B4-BE49-F238E27FC236}">
                  <a16:creationId xmlns:a16="http://schemas.microsoft.com/office/drawing/2014/main" id="{92B4AAEB-ABF4-42A7-BE52-0B442190D16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66" name="Freeform 11">
              <a:extLst>
                <a:ext uri="{FF2B5EF4-FFF2-40B4-BE49-F238E27FC236}">
                  <a16:creationId xmlns:a16="http://schemas.microsoft.com/office/drawing/2014/main" id="{3767C370-4A42-4376-8CAE-606C4BC8F45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67" name="Freeform 12">
              <a:extLst>
                <a:ext uri="{FF2B5EF4-FFF2-40B4-BE49-F238E27FC236}">
                  <a16:creationId xmlns:a16="http://schemas.microsoft.com/office/drawing/2014/main" id="{36205F53-9C95-4954-B97C-1625BB8A350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68" name="Freeform 13">
              <a:extLst>
                <a:ext uri="{FF2B5EF4-FFF2-40B4-BE49-F238E27FC236}">
                  <a16:creationId xmlns:a16="http://schemas.microsoft.com/office/drawing/2014/main" id="{DC80B58E-3469-43E9-96FC-D747B6983030}"/>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69" name="Freeform 14">
              <a:extLst>
                <a:ext uri="{FF2B5EF4-FFF2-40B4-BE49-F238E27FC236}">
                  <a16:creationId xmlns:a16="http://schemas.microsoft.com/office/drawing/2014/main" id="{E17A4ED2-DDD7-4B4D-A39C-9B0121C886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70" name="Freeform 15">
              <a:extLst>
                <a:ext uri="{FF2B5EF4-FFF2-40B4-BE49-F238E27FC236}">
                  <a16:creationId xmlns:a16="http://schemas.microsoft.com/office/drawing/2014/main" id="{A2C14A85-E7A9-4E1D-809F-20F5CFA788B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71" name="Line 16">
              <a:extLst>
                <a:ext uri="{FF2B5EF4-FFF2-40B4-BE49-F238E27FC236}">
                  <a16:creationId xmlns:a16="http://schemas.microsoft.com/office/drawing/2014/main" id="{F3D51E32-9399-4B7F-8D91-BF9A068B834B}"/>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4763" y="9525"/>
              <a:ext cx="0" cy="0"/>
            </a:xfrm>
            <a:prstGeom prst="line">
              <a:avLst/>
            </a:prstGeom>
            <a:grpFill/>
            <a:ln w="15" cap="flat">
              <a:solidFill>
                <a:srgbClr val="FFFFFF"/>
              </a:solidFill>
              <a:prstDash val="solid"/>
              <a:miter lim="800000"/>
              <a:headEnd/>
              <a:tailEnd/>
            </a:ln>
          </p:spPr>
          <p:txBody>
            <a:bodyPr/>
            <a:lstStyle/>
            <a:p>
              <a:endParaRPr lang="tr-TR"/>
            </a:p>
          </p:txBody>
        </p:sp>
        <p:sp>
          <p:nvSpPr>
            <p:cNvPr id="72" name="Freeform 17">
              <a:extLst>
                <a:ext uri="{FF2B5EF4-FFF2-40B4-BE49-F238E27FC236}">
                  <a16:creationId xmlns:a16="http://schemas.microsoft.com/office/drawing/2014/main" id="{9969F9D2-502D-4C1D-ABA5-02B1BF2A001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73" name="Freeform 18">
              <a:extLst>
                <a:ext uri="{FF2B5EF4-FFF2-40B4-BE49-F238E27FC236}">
                  <a16:creationId xmlns:a16="http://schemas.microsoft.com/office/drawing/2014/main" id="{4AE555C6-5623-478A-BF35-63E9929A3A2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74" name="Freeform 19">
              <a:extLst>
                <a:ext uri="{FF2B5EF4-FFF2-40B4-BE49-F238E27FC236}">
                  <a16:creationId xmlns:a16="http://schemas.microsoft.com/office/drawing/2014/main" id="{A3D3AED4-A69E-4301-9BB4-436DC5F0C9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75" name="Freeform 20">
              <a:extLst>
                <a:ext uri="{FF2B5EF4-FFF2-40B4-BE49-F238E27FC236}">
                  <a16:creationId xmlns:a16="http://schemas.microsoft.com/office/drawing/2014/main" id="{C3B8082C-2D81-48D7-8B45-85B7C892963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76" name="Rectangle 21">
              <a:extLst>
                <a:ext uri="{FF2B5EF4-FFF2-40B4-BE49-F238E27FC236}">
                  <a16:creationId xmlns:a16="http://schemas.microsoft.com/office/drawing/2014/main" id="{9AD35461-BA86-408B-8A29-244EB2F2FB55}"/>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33350" y="4662488"/>
              <a:ext cx="23813" cy="2181225"/>
            </a:xfrm>
            <a:prstGeom prst="rect">
              <a:avLst/>
            </a:pr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miter lim="800000"/>
                  <a:headEnd/>
                  <a:tailEnd/>
                </a14:hiddenLine>
              </a:ext>
            </a:extLst>
          </p:spPr>
          <p:txBody>
            <a:bodyPr/>
            <a:lstStyle/>
            <a:p>
              <a:endParaRPr lang="tr-TR"/>
            </a:p>
          </p:txBody>
        </p:sp>
        <p:sp>
          <p:nvSpPr>
            <p:cNvPr id="77" name="Freeform 22">
              <a:extLst>
                <a:ext uri="{FF2B5EF4-FFF2-40B4-BE49-F238E27FC236}">
                  <a16:creationId xmlns:a16="http://schemas.microsoft.com/office/drawing/2014/main" id="{F238E495-B6C6-4857-899B-CDD58483120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78" name="Freeform 23">
              <a:extLst>
                <a:ext uri="{FF2B5EF4-FFF2-40B4-BE49-F238E27FC236}">
                  <a16:creationId xmlns:a16="http://schemas.microsoft.com/office/drawing/2014/main" id="{E20A751E-054C-4EC2-8DA3-0EC923A65888}"/>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79" name="Freeform 24">
              <a:extLst>
                <a:ext uri="{FF2B5EF4-FFF2-40B4-BE49-F238E27FC236}">
                  <a16:creationId xmlns:a16="http://schemas.microsoft.com/office/drawing/2014/main" id="{B6E8E701-3D21-4E5C-AB6E-9A740469706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80" name="Freeform 25">
              <a:extLst>
                <a:ext uri="{FF2B5EF4-FFF2-40B4-BE49-F238E27FC236}">
                  <a16:creationId xmlns:a16="http://schemas.microsoft.com/office/drawing/2014/main" id="{431BDA41-D09D-4984-B888-756F5F81B49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81" name="Freeform 26">
              <a:extLst>
                <a:ext uri="{FF2B5EF4-FFF2-40B4-BE49-F238E27FC236}">
                  <a16:creationId xmlns:a16="http://schemas.microsoft.com/office/drawing/2014/main" id="{0DC943D2-20E4-4C00-82D2-D405A7C00BB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82" name="Freeform 27">
              <a:extLst>
                <a:ext uri="{FF2B5EF4-FFF2-40B4-BE49-F238E27FC236}">
                  <a16:creationId xmlns:a16="http://schemas.microsoft.com/office/drawing/2014/main" id="{4BC34A74-80A2-4DE1-8ADC-BBD1709035B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83" name="Freeform 28">
              <a:extLst>
                <a:ext uri="{FF2B5EF4-FFF2-40B4-BE49-F238E27FC236}">
                  <a16:creationId xmlns:a16="http://schemas.microsoft.com/office/drawing/2014/main" id="{C6C3CA25-431F-4E26-952D-4AA9C4C725C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84" name="Freeform 29">
              <a:extLst>
                <a:ext uri="{FF2B5EF4-FFF2-40B4-BE49-F238E27FC236}">
                  <a16:creationId xmlns:a16="http://schemas.microsoft.com/office/drawing/2014/main" id="{776D1836-82AE-40EF-9829-C6B8D2CF0258}"/>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85" name="Freeform 30">
              <a:extLst>
                <a:ext uri="{FF2B5EF4-FFF2-40B4-BE49-F238E27FC236}">
                  <a16:creationId xmlns:a16="http://schemas.microsoft.com/office/drawing/2014/main" id="{9A8E397E-ADF9-45C1-98F4-3F5A86378B6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86" name="Freeform 31">
              <a:extLst>
                <a:ext uri="{FF2B5EF4-FFF2-40B4-BE49-F238E27FC236}">
                  <a16:creationId xmlns:a16="http://schemas.microsoft.com/office/drawing/2014/main" id="{DE07CFD9-357F-40BC-A792-CE874BFE509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grpSp>
      <p:sp>
        <p:nvSpPr>
          <p:cNvPr id="2" name="Başlık 1">
            <a:extLst>
              <a:ext uri="{FF2B5EF4-FFF2-40B4-BE49-F238E27FC236}">
                <a16:creationId xmlns:a16="http://schemas.microsoft.com/office/drawing/2014/main" id="{7D23D251-1E19-0066-991E-B0DEE0F34E9D}"/>
              </a:ext>
            </a:extLst>
          </p:cNvPr>
          <p:cNvSpPr>
            <a:spLocks noGrp="1"/>
          </p:cNvSpPr>
          <p:nvPr>
            <p:ph type="title"/>
          </p:nvPr>
        </p:nvSpPr>
        <p:spPr>
          <a:xfrm>
            <a:off x="1141413" y="1082673"/>
            <a:ext cx="2869416" cy="4708528"/>
          </a:xfrm>
        </p:spPr>
        <p:txBody>
          <a:bodyPr>
            <a:normAutofit/>
          </a:bodyPr>
          <a:lstStyle/>
          <a:p>
            <a:pPr algn="r"/>
            <a:r>
              <a:rPr lang="tr-TR" sz="4000" b="1" dirty="0"/>
              <a:t>Biyolojik İşaretler</a:t>
            </a:r>
          </a:p>
        </p:txBody>
      </p:sp>
      <p:cxnSp>
        <p:nvCxnSpPr>
          <p:cNvPr id="88" name="Straight Connector 87">
            <a:extLst>
              <a:ext uri="{FF2B5EF4-FFF2-40B4-BE49-F238E27FC236}">
                <a16:creationId xmlns:a16="http://schemas.microsoft.com/office/drawing/2014/main" id="{085ECEC0-FF5D-4348-92C7-1EA7C61E770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654296" y="1454684"/>
            <a:ext cx="0" cy="3649129"/>
          </a:xfrm>
          <a:prstGeom prst="line">
            <a:avLst/>
          </a:prstGeom>
          <a:ln w="25400">
            <a:solidFill>
              <a:schemeClr val="tx1">
                <a:alpha val="70000"/>
              </a:schemeClr>
            </a:solidFill>
          </a:ln>
        </p:spPr>
        <p:style>
          <a:lnRef idx="1">
            <a:schemeClr val="accent1"/>
          </a:lnRef>
          <a:fillRef idx="0">
            <a:schemeClr val="accent1"/>
          </a:fillRef>
          <a:effectRef idx="0">
            <a:schemeClr val="accent1"/>
          </a:effectRef>
          <a:fontRef idx="minor">
            <a:schemeClr val="tx1"/>
          </a:fontRef>
        </p:style>
      </p:cxnSp>
      <p:sp>
        <p:nvSpPr>
          <p:cNvPr id="3" name="İçerik Yer Tutucusu 2">
            <a:extLst>
              <a:ext uri="{FF2B5EF4-FFF2-40B4-BE49-F238E27FC236}">
                <a16:creationId xmlns:a16="http://schemas.microsoft.com/office/drawing/2014/main" id="{FCDA7F7C-E410-427D-001D-A9ACA087B580}"/>
              </a:ext>
            </a:extLst>
          </p:cNvPr>
          <p:cNvSpPr>
            <a:spLocks noGrp="1"/>
          </p:cNvSpPr>
          <p:nvPr>
            <p:ph idx="1"/>
          </p:nvPr>
        </p:nvSpPr>
        <p:spPr>
          <a:xfrm>
            <a:off x="5297763" y="1082673"/>
            <a:ext cx="5751237" cy="4708528"/>
          </a:xfrm>
        </p:spPr>
        <p:txBody>
          <a:bodyPr anchor="ctr">
            <a:normAutofit/>
          </a:bodyPr>
          <a:lstStyle/>
          <a:p>
            <a:r>
              <a:rPr lang="tr-TR" sz="1800" dirty="0"/>
              <a:t>Biyolojik işaret (</a:t>
            </a:r>
            <a:r>
              <a:rPr lang="tr-TR" sz="1800" dirty="0" err="1"/>
              <a:t>biyosinyal</a:t>
            </a:r>
            <a:r>
              <a:rPr lang="tr-TR" sz="1800" dirty="0"/>
              <a:t>), canlı bir organizmadan (insan, hayvan veya bitki) kaynaklanan, vücudun durumu hakkında bilgi taşıyan ve fiziksel veya kimyasal değişimler şeklinde kendini gösteren ölçülebilir büyüklüklerdir.</a:t>
            </a:r>
          </a:p>
          <a:p>
            <a:r>
              <a:rPr lang="tr-TR" sz="1800" dirty="0"/>
              <a:t>Tıp elektroniği perspektifiyle bu işaretler, vücudun karmaşık iç mekanizmalarını dış dünyaya yansıtan verilerdir.</a:t>
            </a:r>
          </a:p>
        </p:txBody>
      </p:sp>
      <p:grpSp>
        <p:nvGrpSpPr>
          <p:cNvPr id="90" name="Group 89">
            <a:extLst>
              <a:ext uri="{FF2B5EF4-FFF2-40B4-BE49-F238E27FC236}">
                <a16:creationId xmlns:a16="http://schemas.microsoft.com/office/drawing/2014/main" id="{F4E035BE-9FF4-43D3-BC25-CF582D7FF85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364912" y="0"/>
            <a:ext cx="674688" cy="6848476"/>
            <a:chOff x="11364912" y="0"/>
            <a:chExt cx="674688" cy="6848476"/>
          </a:xfrm>
          <a:solidFill>
            <a:schemeClr val="tx1">
              <a:alpha val="60000"/>
            </a:schemeClr>
          </a:solidFill>
        </p:grpSpPr>
        <p:sp>
          <p:nvSpPr>
            <p:cNvPr id="91" name="Freeform 32">
              <a:extLst>
                <a:ext uri="{FF2B5EF4-FFF2-40B4-BE49-F238E27FC236}">
                  <a16:creationId xmlns:a16="http://schemas.microsoft.com/office/drawing/2014/main" id="{F98BCEB2-EC20-4E84-A994-0AC37292C8B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1483975" y="0"/>
              <a:ext cx="417513" cy="512763"/>
            </a:xfrm>
            <a:custGeom>
              <a:avLst/>
              <a:gdLst/>
              <a:ahLst/>
              <a:cxnLst/>
              <a:rect l="0" t="0" r="r" b="b"/>
              <a:pathLst>
                <a:path w="263" h="323">
                  <a:moveTo>
                    <a:pt x="12" y="323"/>
                  </a:moveTo>
                  <a:lnTo>
                    <a:pt x="0" y="314"/>
                  </a:lnTo>
                  <a:lnTo>
                    <a:pt x="203" y="108"/>
                  </a:lnTo>
                  <a:lnTo>
                    <a:pt x="248" y="0"/>
                  </a:lnTo>
                  <a:lnTo>
                    <a:pt x="263" y="6"/>
                  </a:lnTo>
                  <a:lnTo>
                    <a:pt x="218" y="117"/>
                  </a:lnTo>
                  <a:lnTo>
                    <a:pt x="218" y="117"/>
                  </a:lnTo>
                  <a:lnTo>
                    <a:pt x="12" y="323"/>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92" name="Freeform 33">
              <a:extLst>
                <a:ext uri="{FF2B5EF4-FFF2-40B4-BE49-F238E27FC236}">
                  <a16:creationId xmlns:a16="http://schemas.microsoft.com/office/drawing/2014/main" id="{7A2E1821-AEDF-417E-9F17-83379E9C0941}"/>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364912" y="474663"/>
              <a:ext cx="157163" cy="152400"/>
            </a:xfrm>
            <a:custGeom>
              <a:avLst/>
              <a:gdLst/>
              <a:ahLst/>
              <a:cxnLst/>
              <a:rect l="0" t="0" r="r" b="b"/>
              <a:pathLst>
                <a:path w="33" h="32">
                  <a:moveTo>
                    <a:pt x="17" y="32"/>
                  </a:moveTo>
                  <a:cubicBezTo>
                    <a:pt x="13" y="32"/>
                    <a:pt x="9" y="30"/>
                    <a:pt x="6" y="27"/>
                  </a:cubicBezTo>
                  <a:cubicBezTo>
                    <a:pt x="0" y="21"/>
                    <a:pt x="0" y="11"/>
                    <a:pt x="6" y="5"/>
                  </a:cubicBezTo>
                  <a:cubicBezTo>
                    <a:pt x="9" y="2"/>
                    <a:pt x="13" y="0"/>
                    <a:pt x="17" y="0"/>
                  </a:cubicBezTo>
                  <a:cubicBezTo>
                    <a:pt x="21" y="0"/>
                    <a:pt x="25" y="2"/>
                    <a:pt x="28" y="5"/>
                  </a:cubicBezTo>
                  <a:cubicBezTo>
                    <a:pt x="31" y="8"/>
                    <a:pt x="33" y="12"/>
                    <a:pt x="33" y="16"/>
                  </a:cubicBezTo>
                  <a:cubicBezTo>
                    <a:pt x="33" y="20"/>
                    <a:pt x="31" y="24"/>
                    <a:pt x="28" y="27"/>
                  </a:cubicBezTo>
                  <a:cubicBezTo>
                    <a:pt x="25" y="30"/>
                    <a:pt x="21" y="32"/>
                    <a:pt x="17" y="32"/>
                  </a:cubicBezTo>
                  <a:close/>
                  <a:moveTo>
                    <a:pt x="17" y="4"/>
                  </a:moveTo>
                  <a:cubicBezTo>
                    <a:pt x="14" y="4"/>
                    <a:pt x="11" y="6"/>
                    <a:pt x="9" y="8"/>
                  </a:cubicBezTo>
                  <a:cubicBezTo>
                    <a:pt x="4" y="12"/>
                    <a:pt x="4" y="20"/>
                    <a:pt x="9" y="24"/>
                  </a:cubicBezTo>
                  <a:cubicBezTo>
                    <a:pt x="11" y="27"/>
                    <a:pt x="14" y="28"/>
                    <a:pt x="17" y="28"/>
                  </a:cubicBezTo>
                  <a:cubicBezTo>
                    <a:pt x="20" y="28"/>
                    <a:pt x="23" y="27"/>
                    <a:pt x="26" y="24"/>
                  </a:cubicBezTo>
                  <a:cubicBezTo>
                    <a:pt x="30" y="20"/>
                    <a:pt x="30" y="12"/>
                    <a:pt x="26" y="8"/>
                  </a:cubicBezTo>
                  <a:cubicBezTo>
                    <a:pt x="23" y="6"/>
                    <a:pt x="20" y="4"/>
                    <a:pt x="17"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93" name="Freeform 34">
              <a:extLst>
                <a:ext uri="{FF2B5EF4-FFF2-40B4-BE49-F238E27FC236}">
                  <a16:creationId xmlns:a16="http://schemas.microsoft.com/office/drawing/2014/main" id="{CB3734E2-8292-4B47-B6AB-0E5A058DE95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631612" y="1539875"/>
              <a:ext cx="188913"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94" name="Freeform 35">
              <a:extLst>
                <a:ext uri="{FF2B5EF4-FFF2-40B4-BE49-F238E27FC236}">
                  <a16:creationId xmlns:a16="http://schemas.microsoft.com/office/drawing/2014/main" id="{A0B09C51-29AB-45C0-B707-CCFB9DF280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1531600" y="5694363"/>
              <a:ext cx="298450" cy="1154113"/>
            </a:xfrm>
            <a:custGeom>
              <a:avLst/>
              <a:gdLst/>
              <a:ahLst/>
              <a:cxnLst/>
              <a:rect l="0" t="0" r="r" b="b"/>
              <a:pathLst>
                <a:path w="188" h="727">
                  <a:moveTo>
                    <a:pt x="15" y="727"/>
                  </a:moveTo>
                  <a:lnTo>
                    <a:pt x="0" y="727"/>
                  </a:lnTo>
                  <a:lnTo>
                    <a:pt x="0" y="407"/>
                  </a:lnTo>
                  <a:lnTo>
                    <a:pt x="0" y="407"/>
                  </a:lnTo>
                  <a:lnTo>
                    <a:pt x="176" y="0"/>
                  </a:lnTo>
                  <a:lnTo>
                    <a:pt x="188" y="6"/>
                  </a:lnTo>
                  <a:lnTo>
                    <a:pt x="15" y="410"/>
                  </a:lnTo>
                  <a:lnTo>
                    <a:pt x="15" y="727"/>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95" name="Freeform 36">
              <a:extLst>
                <a:ext uri="{FF2B5EF4-FFF2-40B4-BE49-F238E27FC236}">
                  <a16:creationId xmlns:a16="http://schemas.microsoft.com/office/drawing/2014/main" id="{510C0CED-AE1B-45AE-B5E1-57521E589D27}"/>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772900" y="5551488"/>
              <a:ext cx="157163" cy="155575"/>
            </a:xfrm>
            <a:custGeom>
              <a:avLst/>
              <a:gdLst/>
              <a:ahLst/>
              <a:cxnLst/>
              <a:rect l="0" t="0" r="r" b="b"/>
              <a:pathLst>
                <a:path w="33" h="33">
                  <a:moveTo>
                    <a:pt x="17" y="33"/>
                  </a:moveTo>
                  <a:cubicBezTo>
                    <a:pt x="8" y="33"/>
                    <a:pt x="0" y="25"/>
                    <a:pt x="0" y="16"/>
                  </a:cubicBezTo>
                  <a:cubicBezTo>
                    <a:pt x="0" y="7"/>
                    <a:pt x="8" y="0"/>
                    <a:pt x="17" y="0"/>
                  </a:cubicBezTo>
                  <a:cubicBezTo>
                    <a:pt x="26" y="0"/>
                    <a:pt x="33" y="7"/>
                    <a:pt x="33" y="16"/>
                  </a:cubicBezTo>
                  <a:cubicBezTo>
                    <a:pt x="33" y="25"/>
                    <a:pt x="26" y="33"/>
                    <a:pt x="17" y="33"/>
                  </a:cubicBezTo>
                  <a:close/>
                  <a:moveTo>
                    <a:pt x="17" y="4"/>
                  </a:moveTo>
                  <a:cubicBezTo>
                    <a:pt x="10" y="4"/>
                    <a:pt x="4" y="9"/>
                    <a:pt x="4" y="16"/>
                  </a:cubicBezTo>
                  <a:cubicBezTo>
                    <a:pt x="4" y="23"/>
                    <a:pt x="10" y="29"/>
                    <a:pt x="17" y="29"/>
                  </a:cubicBezTo>
                  <a:cubicBezTo>
                    <a:pt x="23" y="29"/>
                    <a:pt x="29" y="23"/>
                    <a:pt x="29" y="16"/>
                  </a:cubicBezTo>
                  <a:cubicBezTo>
                    <a:pt x="29" y="9"/>
                    <a:pt x="23" y="4"/>
                    <a:pt x="17"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96" name="Freeform 37">
              <a:extLst>
                <a:ext uri="{FF2B5EF4-FFF2-40B4-BE49-F238E27FC236}">
                  <a16:creationId xmlns:a16="http://schemas.microsoft.com/office/drawing/2014/main" id="{591F2327-4B45-41AA-B41C-7404B6A1E4F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1710987" y="4763"/>
              <a:ext cx="304800" cy="1544638"/>
            </a:xfrm>
            <a:custGeom>
              <a:avLst/>
              <a:gdLst/>
              <a:ahLst/>
              <a:cxnLst/>
              <a:rect l="0" t="0" r="r" b="b"/>
              <a:pathLst>
                <a:path w="192" h="973">
                  <a:moveTo>
                    <a:pt x="15" y="973"/>
                  </a:moveTo>
                  <a:lnTo>
                    <a:pt x="0" y="973"/>
                  </a:lnTo>
                  <a:lnTo>
                    <a:pt x="0" y="790"/>
                  </a:lnTo>
                  <a:lnTo>
                    <a:pt x="174" y="614"/>
                  </a:lnTo>
                  <a:lnTo>
                    <a:pt x="174" y="0"/>
                  </a:lnTo>
                  <a:lnTo>
                    <a:pt x="192" y="0"/>
                  </a:lnTo>
                  <a:lnTo>
                    <a:pt x="192" y="620"/>
                  </a:lnTo>
                  <a:lnTo>
                    <a:pt x="15" y="796"/>
                  </a:lnTo>
                  <a:lnTo>
                    <a:pt x="15" y="973"/>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97" name="Freeform 38">
              <a:extLst>
                <a:ext uri="{FF2B5EF4-FFF2-40B4-BE49-F238E27FC236}">
                  <a16:creationId xmlns:a16="http://schemas.microsoft.com/office/drawing/2014/main" id="{5A63224C-41A0-42C0-96F6-0B2BE99A1353}"/>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636375" y="4867275"/>
              <a:ext cx="188913"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98" name="Freeform 39">
              <a:extLst>
                <a:ext uri="{FF2B5EF4-FFF2-40B4-BE49-F238E27FC236}">
                  <a16:creationId xmlns:a16="http://schemas.microsoft.com/office/drawing/2014/main" id="{A7C00B9F-C253-4776-9935-EC02254A4F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1441112" y="5046663"/>
              <a:ext cx="307975" cy="1801813"/>
            </a:xfrm>
            <a:custGeom>
              <a:avLst/>
              <a:gdLst/>
              <a:ahLst/>
              <a:cxnLst/>
              <a:rect l="0" t="0" r="r" b="b"/>
              <a:pathLst>
                <a:path w="194" h="1135">
                  <a:moveTo>
                    <a:pt x="18" y="1135"/>
                  </a:moveTo>
                  <a:lnTo>
                    <a:pt x="0" y="1135"/>
                  </a:lnTo>
                  <a:lnTo>
                    <a:pt x="0" y="354"/>
                  </a:lnTo>
                  <a:lnTo>
                    <a:pt x="176" y="177"/>
                  </a:lnTo>
                  <a:lnTo>
                    <a:pt x="176" y="0"/>
                  </a:lnTo>
                  <a:lnTo>
                    <a:pt x="194" y="0"/>
                  </a:lnTo>
                  <a:lnTo>
                    <a:pt x="194" y="183"/>
                  </a:lnTo>
                  <a:lnTo>
                    <a:pt x="18" y="360"/>
                  </a:lnTo>
                  <a:lnTo>
                    <a:pt x="18" y="113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99" name="Freeform 40">
              <a:extLst>
                <a:ext uri="{FF2B5EF4-FFF2-40B4-BE49-F238E27FC236}">
                  <a16:creationId xmlns:a16="http://schemas.microsoft.com/office/drawing/2014/main" id="{5062D4AA-13F3-4064-8440-FFE8562D8540}"/>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849100" y="64166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100" name="Rectangle 41">
              <a:extLst>
                <a:ext uri="{FF2B5EF4-FFF2-40B4-BE49-F238E27FC236}">
                  <a16:creationId xmlns:a16="http://schemas.microsoft.com/office/drawing/2014/main" id="{3E143B27-CB82-440B-879B-D25C1891C19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939587" y="6596063"/>
              <a:ext cx="23813" cy="252413"/>
            </a:xfrm>
            <a:prstGeom prst="rect">
              <a:avLst/>
            </a:pr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miter lim="800000"/>
                  <a:headEnd/>
                  <a:tailEnd/>
                </a14:hiddenLine>
              </a:ext>
            </a:extLst>
          </p:spPr>
          <p:txBody>
            <a:bodyPr/>
            <a:lstStyle/>
            <a:p>
              <a:endParaRPr lang="tr-TR"/>
            </a:p>
          </p:txBody>
        </p:sp>
      </p:grpSp>
      <p:sp>
        <p:nvSpPr>
          <p:cNvPr id="5" name="Alt Bilgi Yer Tutucusu 4">
            <a:extLst>
              <a:ext uri="{FF2B5EF4-FFF2-40B4-BE49-F238E27FC236}">
                <a16:creationId xmlns:a16="http://schemas.microsoft.com/office/drawing/2014/main" id="{1D7E54E7-C831-22BB-F8BF-1ACA28828FFD}"/>
              </a:ext>
            </a:extLst>
          </p:cNvPr>
          <p:cNvSpPr>
            <a:spLocks noGrp="1"/>
          </p:cNvSpPr>
          <p:nvPr>
            <p:ph type="ftr" sz="quarter" idx="11"/>
          </p:nvPr>
        </p:nvSpPr>
        <p:spPr/>
        <p:txBody>
          <a:bodyPr/>
          <a:lstStyle/>
          <a:p>
            <a:r>
              <a:rPr lang="en-US"/>
              <a:t>MEHMET FATİH KARAKAŞ</a:t>
            </a:r>
            <a:endParaRPr lang="en-US" dirty="0"/>
          </a:p>
        </p:txBody>
      </p:sp>
    </p:spTree>
    <p:extLst>
      <p:ext uri="{BB962C8B-B14F-4D97-AF65-F5344CB8AC3E}">
        <p14:creationId xmlns:p14="http://schemas.microsoft.com/office/powerpoint/2010/main" val="307788463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588067-B201-008B-6E52-8536220721F4}"/>
            </a:ext>
          </a:extLst>
        </p:cNvPr>
        <p:cNvGrpSpPr/>
        <p:nvPr/>
      </p:nvGrpSpPr>
      <p:grpSpPr>
        <a:xfrm>
          <a:off x="0" y="0"/>
          <a:ext cx="0" cy="0"/>
          <a:chOff x="0" y="0"/>
          <a:chExt cx="0" cy="0"/>
        </a:xfrm>
      </p:grpSpPr>
      <p:sp>
        <p:nvSpPr>
          <p:cNvPr id="2" name="Başlık 1">
            <a:extLst>
              <a:ext uri="{FF2B5EF4-FFF2-40B4-BE49-F238E27FC236}">
                <a16:creationId xmlns:a16="http://schemas.microsoft.com/office/drawing/2014/main" id="{F71F9994-6926-C6CA-700F-B9379540374E}"/>
              </a:ext>
            </a:extLst>
          </p:cNvPr>
          <p:cNvSpPr>
            <a:spLocks noGrp="1"/>
          </p:cNvSpPr>
          <p:nvPr>
            <p:ph type="title"/>
          </p:nvPr>
        </p:nvSpPr>
        <p:spPr>
          <a:xfrm>
            <a:off x="1141413" y="618518"/>
            <a:ext cx="9905998" cy="1478570"/>
          </a:xfrm>
        </p:spPr>
        <p:txBody>
          <a:bodyPr>
            <a:normAutofit/>
          </a:bodyPr>
          <a:lstStyle/>
          <a:p>
            <a:r>
              <a:rPr lang="tr-TR" b="1" dirty="0"/>
              <a:t>1. Biyoelektrik İşaretler</a:t>
            </a:r>
            <a:endParaRPr lang="tr-TR" dirty="0"/>
          </a:p>
        </p:txBody>
      </p:sp>
      <p:graphicFrame>
        <p:nvGraphicFramePr>
          <p:cNvPr id="5" name="İçerik Yer Tutucusu 2">
            <a:extLst>
              <a:ext uri="{FF2B5EF4-FFF2-40B4-BE49-F238E27FC236}">
                <a16:creationId xmlns:a16="http://schemas.microsoft.com/office/drawing/2014/main" id="{031DC841-2EDB-3A74-EC40-17A58DA998C3}"/>
              </a:ext>
            </a:extLst>
          </p:cNvPr>
          <p:cNvGraphicFramePr>
            <a:graphicFrameLocks noGrp="1"/>
          </p:cNvGraphicFramePr>
          <p:nvPr>
            <p:ph idx="1"/>
            <p:extLst>
              <p:ext uri="{D42A27DB-BD31-4B8C-83A1-F6EECF244321}">
                <p14:modId xmlns:p14="http://schemas.microsoft.com/office/powerpoint/2010/main" val="3390845831"/>
              </p:ext>
            </p:extLst>
          </p:nvPr>
        </p:nvGraphicFramePr>
        <p:xfrm>
          <a:off x="1141411" y="2440771"/>
          <a:ext cx="9905999" cy="35848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Alt Bilgi Yer Tutucusu 2">
            <a:extLst>
              <a:ext uri="{FF2B5EF4-FFF2-40B4-BE49-F238E27FC236}">
                <a16:creationId xmlns:a16="http://schemas.microsoft.com/office/drawing/2014/main" id="{0A175DE0-06F0-DC45-A8E0-B741E842A21F}"/>
              </a:ext>
            </a:extLst>
          </p:cNvPr>
          <p:cNvSpPr>
            <a:spLocks noGrp="1"/>
          </p:cNvSpPr>
          <p:nvPr>
            <p:ph type="ftr" sz="quarter" idx="11"/>
          </p:nvPr>
        </p:nvSpPr>
        <p:spPr/>
        <p:txBody>
          <a:bodyPr/>
          <a:lstStyle/>
          <a:p>
            <a:r>
              <a:rPr lang="en-US"/>
              <a:t>MEHMET FATİH KARAKAŞ</a:t>
            </a:r>
            <a:endParaRPr lang="en-US" dirty="0"/>
          </a:p>
        </p:txBody>
      </p:sp>
    </p:spTree>
    <p:extLst>
      <p:ext uri="{BB962C8B-B14F-4D97-AF65-F5344CB8AC3E}">
        <p14:creationId xmlns:p14="http://schemas.microsoft.com/office/powerpoint/2010/main" val="343257579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780954-8629-8551-B0CE-2DD59E0907F3}"/>
            </a:ext>
          </a:extLst>
        </p:cNvPr>
        <p:cNvGrpSpPr/>
        <p:nvPr/>
      </p:nvGrpSpPr>
      <p:grpSpPr>
        <a:xfrm>
          <a:off x="0" y="0"/>
          <a:ext cx="0" cy="0"/>
          <a:chOff x="0" y="0"/>
          <a:chExt cx="0" cy="0"/>
        </a:xfrm>
      </p:grpSpPr>
      <p:sp>
        <p:nvSpPr>
          <p:cNvPr id="2" name="Başlık 1">
            <a:extLst>
              <a:ext uri="{FF2B5EF4-FFF2-40B4-BE49-F238E27FC236}">
                <a16:creationId xmlns:a16="http://schemas.microsoft.com/office/drawing/2014/main" id="{9C6E8B26-2E28-E2BA-F271-439903713CAC}"/>
              </a:ext>
            </a:extLst>
          </p:cNvPr>
          <p:cNvSpPr>
            <a:spLocks noGrp="1"/>
          </p:cNvSpPr>
          <p:nvPr>
            <p:ph type="title"/>
          </p:nvPr>
        </p:nvSpPr>
        <p:spPr>
          <a:xfrm>
            <a:off x="1141413" y="618518"/>
            <a:ext cx="9905998" cy="1478570"/>
          </a:xfrm>
        </p:spPr>
        <p:txBody>
          <a:bodyPr>
            <a:normAutofit/>
          </a:bodyPr>
          <a:lstStyle/>
          <a:p>
            <a:r>
              <a:rPr lang="tr-TR" b="1" dirty="0"/>
              <a:t>2. Biyomekanik İşaretler</a:t>
            </a:r>
            <a:endParaRPr lang="tr-TR" dirty="0"/>
          </a:p>
        </p:txBody>
      </p:sp>
      <p:graphicFrame>
        <p:nvGraphicFramePr>
          <p:cNvPr id="5" name="İçerik Yer Tutucusu 2">
            <a:extLst>
              <a:ext uri="{FF2B5EF4-FFF2-40B4-BE49-F238E27FC236}">
                <a16:creationId xmlns:a16="http://schemas.microsoft.com/office/drawing/2014/main" id="{F9C08AA1-2CB8-B10C-5D69-0CE6FE8D0B8F}"/>
              </a:ext>
            </a:extLst>
          </p:cNvPr>
          <p:cNvGraphicFramePr>
            <a:graphicFrameLocks noGrp="1"/>
          </p:cNvGraphicFramePr>
          <p:nvPr>
            <p:ph idx="1"/>
            <p:extLst>
              <p:ext uri="{D42A27DB-BD31-4B8C-83A1-F6EECF244321}">
                <p14:modId xmlns:p14="http://schemas.microsoft.com/office/powerpoint/2010/main" val="2432853063"/>
              </p:ext>
            </p:extLst>
          </p:nvPr>
        </p:nvGraphicFramePr>
        <p:xfrm>
          <a:off x="1141411" y="2440771"/>
          <a:ext cx="9905999" cy="35848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Alt Bilgi Yer Tutucusu 2">
            <a:extLst>
              <a:ext uri="{FF2B5EF4-FFF2-40B4-BE49-F238E27FC236}">
                <a16:creationId xmlns:a16="http://schemas.microsoft.com/office/drawing/2014/main" id="{139E79C3-E7A6-8385-55C2-B7DBE2EDB57C}"/>
              </a:ext>
            </a:extLst>
          </p:cNvPr>
          <p:cNvSpPr>
            <a:spLocks noGrp="1"/>
          </p:cNvSpPr>
          <p:nvPr>
            <p:ph type="ftr" sz="quarter" idx="11"/>
          </p:nvPr>
        </p:nvSpPr>
        <p:spPr/>
        <p:txBody>
          <a:bodyPr/>
          <a:lstStyle/>
          <a:p>
            <a:r>
              <a:rPr lang="en-US"/>
              <a:t>MEHMET FATİH KARAKAŞ</a:t>
            </a:r>
            <a:endParaRPr lang="en-US" dirty="0"/>
          </a:p>
        </p:txBody>
      </p:sp>
    </p:spTree>
    <p:extLst>
      <p:ext uri="{BB962C8B-B14F-4D97-AF65-F5344CB8AC3E}">
        <p14:creationId xmlns:p14="http://schemas.microsoft.com/office/powerpoint/2010/main" val="132049367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395A08-57CD-9E2F-5926-B6889BBDEFE8}"/>
            </a:ext>
          </a:extLst>
        </p:cNvPr>
        <p:cNvGrpSpPr/>
        <p:nvPr/>
      </p:nvGrpSpPr>
      <p:grpSpPr>
        <a:xfrm>
          <a:off x="0" y="0"/>
          <a:ext cx="0" cy="0"/>
          <a:chOff x="0" y="0"/>
          <a:chExt cx="0" cy="0"/>
        </a:xfrm>
      </p:grpSpPr>
      <p:sp>
        <p:nvSpPr>
          <p:cNvPr id="2" name="Başlık 1">
            <a:extLst>
              <a:ext uri="{FF2B5EF4-FFF2-40B4-BE49-F238E27FC236}">
                <a16:creationId xmlns:a16="http://schemas.microsoft.com/office/drawing/2014/main" id="{CD537C6A-31E8-8A3E-68EE-6543599333AE}"/>
              </a:ext>
            </a:extLst>
          </p:cNvPr>
          <p:cNvSpPr>
            <a:spLocks noGrp="1"/>
          </p:cNvSpPr>
          <p:nvPr>
            <p:ph type="title"/>
          </p:nvPr>
        </p:nvSpPr>
        <p:spPr>
          <a:xfrm>
            <a:off x="1141413" y="618518"/>
            <a:ext cx="9905998" cy="1478570"/>
          </a:xfrm>
        </p:spPr>
        <p:txBody>
          <a:bodyPr>
            <a:normAutofit/>
          </a:bodyPr>
          <a:lstStyle/>
          <a:p>
            <a:r>
              <a:rPr lang="tr-TR" b="1" dirty="0"/>
              <a:t>3. Biyokimyasal İşaretler</a:t>
            </a:r>
            <a:endParaRPr lang="tr-TR" dirty="0"/>
          </a:p>
        </p:txBody>
      </p:sp>
      <p:graphicFrame>
        <p:nvGraphicFramePr>
          <p:cNvPr id="5" name="İçerik Yer Tutucusu 2">
            <a:extLst>
              <a:ext uri="{FF2B5EF4-FFF2-40B4-BE49-F238E27FC236}">
                <a16:creationId xmlns:a16="http://schemas.microsoft.com/office/drawing/2014/main" id="{06A7BE1C-5EDA-8B3D-6973-3B20D50F95C2}"/>
              </a:ext>
            </a:extLst>
          </p:cNvPr>
          <p:cNvGraphicFramePr>
            <a:graphicFrameLocks noGrp="1"/>
          </p:cNvGraphicFramePr>
          <p:nvPr>
            <p:ph idx="1"/>
            <p:extLst>
              <p:ext uri="{D42A27DB-BD31-4B8C-83A1-F6EECF244321}">
                <p14:modId xmlns:p14="http://schemas.microsoft.com/office/powerpoint/2010/main" val="2061961044"/>
              </p:ext>
            </p:extLst>
          </p:nvPr>
        </p:nvGraphicFramePr>
        <p:xfrm>
          <a:off x="1141411" y="2440771"/>
          <a:ext cx="9905999" cy="35848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Alt Bilgi Yer Tutucusu 2">
            <a:extLst>
              <a:ext uri="{FF2B5EF4-FFF2-40B4-BE49-F238E27FC236}">
                <a16:creationId xmlns:a16="http://schemas.microsoft.com/office/drawing/2014/main" id="{DD2399E4-C836-9F29-BAB7-5131BE8D66DE}"/>
              </a:ext>
            </a:extLst>
          </p:cNvPr>
          <p:cNvSpPr>
            <a:spLocks noGrp="1"/>
          </p:cNvSpPr>
          <p:nvPr>
            <p:ph type="ftr" sz="quarter" idx="11"/>
          </p:nvPr>
        </p:nvSpPr>
        <p:spPr/>
        <p:txBody>
          <a:bodyPr/>
          <a:lstStyle/>
          <a:p>
            <a:r>
              <a:rPr lang="en-US"/>
              <a:t>MEHMET FATİH KARAKAŞ</a:t>
            </a:r>
            <a:endParaRPr lang="en-US" dirty="0"/>
          </a:p>
        </p:txBody>
      </p:sp>
    </p:spTree>
    <p:extLst>
      <p:ext uri="{BB962C8B-B14F-4D97-AF65-F5344CB8AC3E}">
        <p14:creationId xmlns:p14="http://schemas.microsoft.com/office/powerpoint/2010/main" val="9213964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D3232B-2E09-5F42-4DF7-B1FC8B90F3CE}"/>
            </a:ext>
          </a:extLst>
        </p:cNvPr>
        <p:cNvGrpSpPr/>
        <p:nvPr/>
      </p:nvGrpSpPr>
      <p:grpSpPr>
        <a:xfrm>
          <a:off x="0" y="0"/>
          <a:ext cx="0" cy="0"/>
          <a:chOff x="0" y="0"/>
          <a:chExt cx="0" cy="0"/>
        </a:xfrm>
      </p:grpSpPr>
      <p:sp>
        <p:nvSpPr>
          <p:cNvPr id="2" name="Başlık 1">
            <a:extLst>
              <a:ext uri="{FF2B5EF4-FFF2-40B4-BE49-F238E27FC236}">
                <a16:creationId xmlns:a16="http://schemas.microsoft.com/office/drawing/2014/main" id="{E1765F2A-E533-0DA5-E606-9A62205F2186}"/>
              </a:ext>
            </a:extLst>
          </p:cNvPr>
          <p:cNvSpPr>
            <a:spLocks noGrp="1"/>
          </p:cNvSpPr>
          <p:nvPr>
            <p:ph type="title"/>
          </p:nvPr>
        </p:nvSpPr>
        <p:spPr>
          <a:xfrm>
            <a:off x="1141413" y="618518"/>
            <a:ext cx="9905998" cy="1478570"/>
          </a:xfrm>
        </p:spPr>
        <p:txBody>
          <a:bodyPr>
            <a:normAutofit/>
          </a:bodyPr>
          <a:lstStyle/>
          <a:p>
            <a:r>
              <a:rPr lang="tr-TR" b="1" dirty="0"/>
              <a:t>4. </a:t>
            </a:r>
            <a:r>
              <a:rPr lang="tr-TR" b="1" dirty="0" err="1"/>
              <a:t>Biyoakustik</a:t>
            </a:r>
            <a:r>
              <a:rPr lang="tr-TR" b="1" dirty="0"/>
              <a:t> İşaretler</a:t>
            </a:r>
            <a:endParaRPr lang="tr-TR" dirty="0"/>
          </a:p>
        </p:txBody>
      </p:sp>
      <p:graphicFrame>
        <p:nvGraphicFramePr>
          <p:cNvPr id="5" name="İçerik Yer Tutucusu 2">
            <a:extLst>
              <a:ext uri="{FF2B5EF4-FFF2-40B4-BE49-F238E27FC236}">
                <a16:creationId xmlns:a16="http://schemas.microsoft.com/office/drawing/2014/main" id="{E5B1F589-6F4D-8AE9-9808-9C2A695714E3}"/>
              </a:ext>
            </a:extLst>
          </p:cNvPr>
          <p:cNvGraphicFramePr>
            <a:graphicFrameLocks noGrp="1"/>
          </p:cNvGraphicFramePr>
          <p:nvPr>
            <p:ph idx="1"/>
            <p:extLst>
              <p:ext uri="{D42A27DB-BD31-4B8C-83A1-F6EECF244321}">
                <p14:modId xmlns:p14="http://schemas.microsoft.com/office/powerpoint/2010/main" val="3262911266"/>
              </p:ext>
            </p:extLst>
          </p:nvPr>
        </p:nvGraphicFramePr>
        <p:xfrm>
          <a:off x="1141411" y="2440771"/>
          <a:ext cx="9905999" cy="35848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Alt Bilgi Yer Tutucusu 2">
            <a:extLst>
              <a:ext uri="{FF2B5EF4-FFF2-40B4-BE49-F238E27FC236}">
                <a16:creationId xmlns:a16="http://schemas.microsoft.com/office/drawing/2014/main" id="{EFBBE929-EC6A-1CD6-F87C-6A11B316E11A}"/>
              </a:ext>
            </a:extLst>
          </p:cNvPr>
          <p:cNvSpPr>
            <a:spLocks noGrp="1"/>
          </p:cNvSpPr>
          <p:nvPr>
            <p:ph type="ftr" sz="quarter" idx="11"/>
          </p:nvPr>
        </p:nvSpPr>
        <p:spPr/>
        <p:txBody>
          <a:bodyPr/>
          <a:lstStyle/>
          <a:p>
            <a:r>
              <a:rPr lang="en-US"/>
              <a:t>MEHMET FATİH KARAKAŞ</a:t>
            </a:r>
            <a:endParaRPr lang="en-US" dirty="0"/>
          </a:p>
        </p:txBody>
      </p:sp>
    </p:spTree>
    <p:extLst>
      <p:ext uri="{BB962C8B-B14F-4D97-AF65-F5344CB8AC3E}">
        <p14:creationId xmlns:p14="http://schemas.microsoft.com/office/powerpoint/2010/main" val="29622085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C5608A-3041-8F9B-DCC8-2ABA45FEA4DF}"/>
            </a:ext>
          </a:extLst>
        </p:cNvPr>
        <p:cNvGrpSpPr/>
        <p:nvPr/>
      </p:nvGrpSpPr>
      <p:grpSpPr>
        <a:xfrm>
          <a:off x="0" y="0"/>
          <a:ext cx="0" cy="0"/>
          <a:chOff x="0" y="0"/>
          <a:chExt cx="0" cy="0"/>
        </a:xfrm>
      </p:grpSpPr>
      <p:sp>
        <p:nvSpPr>
          <p:cNvPr id="2" name="Başlık 1">
            <a:extLst>
              <a:ext uri="{FF2B5EF4-FFF2-40B4-BE49-F238E27FC236}">
                <a16:creationId xmlns:a16="http://schemas.microsoft.com/office/drawing/2014/main" id="{07EF0D95-1655-2DF4-519C-E03C4825EA43}"/>
              </a:ext>
            </a:extLst>
          </p:cNvPr>
          <p:cNvSpPr>
            <a:spLocks noGrp="1"/>
          </p:cNvSpPr>
          <p:nvPr>
            <p:ph type="title"/>
          </p:nvPr>
        </p:nvSpPr>
        <p:spPr>
          <a:xfrm>
            <a:off x="1141413" y="618518"/>
            <a:ext cx="9905998" cy="1478570"/>
          </a:xfrm>
        </p:spPr>
        <p:txBody>
          <a:bodyPr>
            <a:normAutofit/>
          </a:bodyPr>
          <a:lstStyle/>
          <a:p>
            <a:r>
              <a:rPr lang="tr-TR" b="1" dirty="0"/>
              <a:t>5. </a:t>
            </a:r>
            <a:r>
              <a:rPr lang="tr-TR" b="1" dirty="0" err="1"/>
              <a:t>Biyotermal</a:t>
            </a:r>
            <a:r>
              <a:rPr lang="tr-TR" b="1" dirty="0"/>
              <a:t> İşaretler</a:t>
            </a:r>
            <a:endParaRPr lang="tr-TR" dirty="0"/>
          </a:p>
        </p:txBody>
      </p:sp>
      <p:graphicFrame>
        <p:nvGraphicFramePr>
          <p:cNvPr id="5" name="İçerik Yer Tutucusu 2">
            <a:extLst>
              <a:ext uri="{FF2B5EF4-FFF2-40B4-BE49-F238E27FC236}">
                <a16:creationId xmlns:a16="http://schemas.microsoft.com/office/drawing/2014/main" id="{3240A230-9859-A05A-0C8A-1EDC42AF527E}"/>
              </a:ext>
            </a:extLst>
          </p:cNvPr>
          <p:cNvGraphicFramePr>
            <a:graphicFrameLocks noGrp="1"/>
          </p:cNvGraphicFramePr>
          <p:nvPr>
            <p:ph idx="1"/>
            <p:extLst>
              <p:ext uri="{D42A27DB-BD31-4B8C-83A1-F6EECF244321}">
                <p14:modId xmlns:p14="http://schemas.microsoft.com/office/powerpoint/2010/main" val="629410218"/>
              </p:ext>
            </p:extLst>
          </p:nvPr>
        </p:nvGraphicFramePr>
        <p:xfrm>
          <a:off x="1141411" y="2440771"/>
          <a:ext cx="9905999" cy="35848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Alt Bilgi Yer Tutucusu 2">
            <a:extLst>
              <a:ext uri="{FF2B5EF4-FFF2-40B4-BE49-F238E27FC236}">
                <a16:creationId xmlns:a16="http://schemas.microsoft.com/office/drawing/2014/main" id="{A500F1CB-E531-193D-7653-C256E93F12BC}"/>
              </a:ext>
            </a:extLst>
          </p:cNvPr>
          <p:cNvSpPr>
            <a:spLocks noGrp="1"/>
          </p:cNvSpPr>
          <p:nvPr>
            <p:ph type="ftr" sz="quarter" idx="11"/>
          </p:nvPr>
        </p:nvSpPr>
        <p:spPr/>
        <p:txBody>
          <a:bodyPr/>
          <a:lstStyle/>
          <a:p>
            <a:r>
              <a:rPr lang="en-US"/>
              <a:t>MEHMET FATİH KARAKAŞ</a:t>
            </a:r>
            <a:endParaRPr lang="en-US" dirty="0"/>
          </a:p>
        </p:txBody>
      </p:sp>
    </p:spTree>
    <p:extLst>
      <p:ext uri="{BB962C8B-B14F-4D97-AF65-F5344CB8AC3E}">
        <p14:creationId xmlns:p14="http://schemas.microsoft.com/office/powerpoint/2010/main" val="293560826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blipFill>
          <a:blip r:embed="rId2">
            <a:duotone>
              <a:schemeClr val="bg2">
                <a:shade val="88000"/>
                <a:hueMod val="106000"/>
                <a:satMod val="140000"/>
                <a:lumMod val="54000"/>
              </a:schemeClr>
              <a:schemeClr val="bg2">
                <a:tint val="98000"/>
                <a:hueMod val="90000"/>
                <a:satMod val="150000"/>
                <a:lumMod val="160000"/>
              </a:schemeClr>
            </a:duotone>
          </a:blip>
          <a:stretch/>
        </a:blipFill>
        <a:effectLst/>
      </p:bgPr>
    </p:bg>
    <p:spTree>
      <p:nvGrpSpPr>
        <p:cNvPr id="1" name=""/>
        <p:cNvGrpSpPr/>
        <p:nvPr/>
      </p:nvGrpSpPr>
      <p:grpSpPr>
        <a:xfrm>
          <a:off x="0" y="0"/>
          <a:ext cx="0" cy="0"/>
          <a:chOff x="0" y="0"/>
          <a:chExt cx="0" cy="0"/>
        </a:xfrm>
      </p:grpSpPr>
      <p:pic>
        <p:nvPicPr>
          <p:cNvPr id="198" name="Picture 2">
            <a:extLst>
              <a:ext uri="{FF2B5EF4-FFF2-40B4-BE49-F238E27FC236}">
                <a16:creationId xmlns:a16="http://schemas.microsoft.com/office/drawing/2014/main" id="{9EB19A0D-88ED-4EC7-B012-FDA45662F228}"/>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alphaModFix amt="30000"/>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 xmlns:a16="http://schemas.microsoft.com/office/drawing/2014/main" xmlns:p14="http://schemas.microsoft.com/office/powerpoint/2010/main" xmlns:a14="http://schemas.microsoft.com/office/drawing/2010/main">
                <a:solidFill>
                  <a:srgbClr val="FFFFFF"/>
                </a:solidFill>
              </a14:hiddenFill>
            </a:ext>
          </a:extLst>
        </p:spPr>
      </p:pic>
      <p:grpSp>
        <p:nvGrpSpPr>
          <p:cNvPr id="200" name="Group 199">
            <a:extLst>
              <a:ext uri="{FF2B5EF4-FFF2-40B4-BE49-F238E27FC236}">
                <a16:creationId xmlns:a16="http://schemas.microsoft.com/office/drawing/2014/main" id="{039C885C-7507-48BC-8DA5-9B9A8A3B290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2305051" cy="6858001"/>
            <a:chOff x="0" y="0"/>
            <a:chExt cx="2305051" cy="6858001"/>
          </a:xfrm>
          <a:gradFill flip="none" rotWithShape="1">
            <a:gsLst>
              <a:gs pos="0">
                <a:schemeClr val="tx2"/>
              </a:gs>
              <a:gs pos="100000">
                <a:schemeClr val="bg2">
                  <a:lumMod val="60000"/>
                  <a:lumOff val="40000"/>
                </a:schemeClr>
              </a:gs>
            </a:gsLst>
            <a:lin ang="5400000" scaled="0"/>
            <a:tileRect/>
          </a:gradFill>
        </p:grpSpPr>
        <p:sp>
          <p:nvSpPr>
            <p:cNvPr id="201" name="Rectangle 5">
              <a:extLst>
                <a:ext uri="{FF2B5EF4-FFF2-40B4-BE49-F238E27FC236}">
                  <a16:creationId xmlns:a16="http://schemas.microsoft.com/office/drawing/2014/main" id="{80315E80-D09C-4AAC-A1AA-6416ADD0A776}"/>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209675" y="4763"/>
              <a:ext cx="23813" cy="2181225"/>
            </a:xfrm>
            <a:prstGeom prst="rect">
              <a:avLst/>
            </a:pr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miter lim="800000"/>
                  <a:headEnd/>
                  <a:tailEnd/>
                </a14:hiddenLine>
              </a:ext>
            </a:extLst>
          </p:spPr>
          <p:txBody>
            <a:bodyPr/>
            <a:lstStyle/>
            <a:p>
              <a:endParaRPr lang="tr-TR"/>
            </a:p>
          </p:txBody>
        </p:sp>
        <p:sp>
          <p:nvSpPr>
            <p:cNvPr id="202" name="Freeform 6">
              <a:extLst>
                <a:ext uri="{FF2B5EF4-FFF2-40B4-BE49-F238E27FC236}">
                  <a16:creationId xmlns:a16="http://schemas.microsoft.com/office/drawing/2014/main" id="{464D5536-A035-4505-AF73-4F7CAE48825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28713"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203" name="Freeform 7">
              <a:extLst>
                <a:ext uri="{FF2B5EF4-FFF2-40B4-BE49-F238E27FC236}">
                  <a16:creationId xmlns:a16="http://schemas.microsoft.com/office/drawing/2014/main" id="{81218E36-F40D-459F-A201-0A62E0FA57A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23950"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204" name="Rectangle 8">
              <a:extLst>
                <a:ext uri="{FF2B5EF4-FFF2-40B4-BE49-F238E27FC236}">
                  <a16:creationId xmlns:a16="http://schemas.microsoft.com/office/drawing/2014/main" id="{5B53825A-3A84-4E26-A19D-A61548B6A596}"/>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414338" y="9525"/>
              <a:ext cx="28575" cy="4481513"/>
            </a:xfrm>
            <a:prstGeom prst="rect">
              <a:avLst/>
            </a:pr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miter lim="800000"/>
                  <a:headEnd/>
                  <a:tailEnd/>
                </a14:hiddenLine>
              </a:ext>
            </a:extLst>
          </p:spPr>
          <p:txBody>
            <a:bodyPr/>
            <a:lstStyle/>
            <a:p>
              <a:endParaRPr lang="tr-TR"/>
            </a:p>
          </p:txBody>
        </p:sp>
        <p:sp>
          <p:nvSpPr>
            <p:cNvPr id="205" name="Freeform 9">
              <a:extLst>
                <a:ext uri="{FF2B5EF4-FFF2-40B4-BE49-F238E27FC236}">
                  <a16:creationId xmlns:a16="http://schemas.microsoft.com/office/drawing/2014/main" id="{AD90489C-7868-4D44-828E-5BD078E1078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333375"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206" name="Freeform 10">
              <a:extLst>
                <a:ext uri="{FF2B5EF4-FFF2-40B4-BE49-F238E27FC236}">
                  <a16:creationId xmlns:a16="http://schemas.microsoft.com/office/drawing/2014/main" id="{98ED0810-C456-43E0-A430-4BF3E84BB3F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90500" y="9525"/>
              <a:ext cx="152400" cy="908050"/>
            </a:xfrm>
            <a:custGeom>
              <a:avLst/>
              <a:gdLst/>
              <a:ahLst/>
              <a:cxnLst/>
              <a:rect l="0" t="0" r="r" b="b"/>
              <a:pathLst>
                <a:path w="96" h="572">
                  <a:moveTo>
                    <a:pt x="15" y="572"/>
                  </a:moveTo>
                  <a:lnTo>
                    <a:pt x="0" y="566"/>
                  </a:lnTo>
                  <a:lnTo>
                    <a:pt x="81" y="380"/>
                  </a:lnTo>
                  <a:lnTo>
                    <a:pt x="81" y="0"/>
                  </a:lnTo>
                  <a:lnTo>
                    <a:pt x="96" y="0"/>
                  </a:lnTo>
                  <a:lnTo>
                    <a:pt x="96" y="383"/>
                  </a:lnTo>
                  <a:lnTo>
                    <a:pt x="15" y="572"/>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207" name="Freeform 11">
              <a:extLst>
                <a:ext uri="{FF2B5EF4-FFF2-40B4-BE49-F238E27FC236}">
                  <a16:creationId xmlns:a16="http://schemas.microsoft.com/office/drawing/2014/main" id="{E5A0D863-274E-498B-A757-EE462B7CFC4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90638" y="14288"/>
              <a:ext cx="376238" cy="1801813"/>
            </a:xfrm>
            <a:custGeom>
              <a:avLst/>
              <a:gdLst/>
              <a:ahLst/>
              <a:cxnLst/>
              <a:rect l="0" t="0" r="r" b="b"/>
              <a:pathLst>
                <a:path w="237" h="1135">
                  <a:moveTo>
                    <a:pt x="222" y="1135"/>
                  </a:moveTo>
                  <a:lnTo>
                    <a:pt x="0" y="620"/>
                  </a:lnTo>
                  <a:lnTo>
                    <a:pt x="0" y="0"/>
                  </a:lnTo>
                  <a:lnTo>
                    <a:pt x="18" y="0"/>
                  </a:lnTo>
                  <a:lnTo>
                    <a:pt x="18" y="617"/>
                  </a:lnTo>
                  <a:lnTo>
                    <a:pt x="237" y="1129"/>
                  </a:lnTo>
                  <a:lnTo>
                    <a:pt x="222" y="113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208" name="Freeform 12">
              <a:extLst>
                <a:ext uri="{FF2B5EF4-FFF2-40B4-BE49-F238E27FC236}">
                  <a16:creationId xmlns:a16="http://schemas.microsoft.com/office/drawing/2014/main" id="{B7819E45-002E-4BE7-9D91-AF82D377627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00200" y="180181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209" name="Freeform 13">
              <a:extLst>
                <a:ext uri="{FF2B5EF4-FFF2-40B4-BE49-F238E27FC236}">
                  <a16:creationId xmlns:a16="http://schemas.microsoft.com/office/drawing/2014/main" id="{8B2A702D-53E8-4674-87E0-CA1F7E56278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81125" y="9525"/>
              <a:ext cx="371475" cy="1425575"/>
            </a:xfrm>
            <a:custGeom>
              <a:avLst/>
              <a:gdLst/>
              <a:ahLst/>
              <a:cxnLst/>
              <a:rect l="0" t="0" r="r" b="b"/>
              <a:pathLst>
                <a:path w="234" h="898">
                  <a:moveTo>
                    <a:pt x="219" y="898"/>
                  </a:moveTo>
                  <a:lnTo>
                    <a:pt x="0" y="383"/>
                  </a:lnTo>
                  <a:lnTo>
                    <a:pt x="0" y="0"/>
                  </a:lnTo>
                  <a:lnTo>
                    <a:pt x="15" y="0"/>
                  </a:lnTo>
                  <a:lnTo>
                    <a:pt x="15" y="380"/>
                  </a:lnTo>
                  <a:lnTo>
                    <a:pt x="234" y="892"/>
                  </a:lnTo>
                  <a:lnTo>
                    <a:pt x="219" y="898"/>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210" name="Freeform 14">
              <a:extLst>
                <a:ext uri="{FF2B5EF4-FFF2-40B4-BE49-F238E27FC236}">
                  <a16:creationId xmlns:a16="http://schemas.microsoft.com/office/drawing/2014/main" id="{451CEEF2-55A9-4CDF-BB69-2D07031F0D3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643063"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211" name="Freeform 15">
              <a:extLst>
                <a:ext uri="{FF2B5EF4-FFF2-40B4-BE49-F238E27FC236}">
                  <a16:creationId xmlns:a16="http://schemas.microsoft.com/office/drawing/2014/main" id="{DCEC5350-68CD-460C-999B-A6055EA50638}"/>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85925" y="14208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212" name="Freeform 16">
              <a:extLst>
                <a:ext uri="{FF2B5EF4-FFF2-40B4-BE49-F238E27FC236}">
                  <a16:creationId xmlns:a16="http://schemas.microsoft.com/office/drawing/2014/main" id="{26945734-B592-423F-BCF3-8ED9227467C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8592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213" name="Freeform 17">
              <a:extLst>
                <a:ext uri="{FF2B5EF4-FFF2-40B4-BE49-F238E27FC236}">
                  <a16:creationId xmlns:a16="http://schemas.microsoft.com/office/drawing/2014/main" id="{D6FF6791-D332-4D35-90E0-42011DF40CC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743075" y="4763"/>
              <a:ext cx="419100" cy="522288"/>
            </a:xfrm>
            <a:custGeom>
              <a:avLst/>
              <a:gdLst/>
              <a:ahLst/>
              <a:cxnLst/>
              <a:rect l="0" t="0" r="r" b="b"/>
              <a:pathLst>
                <a:path w="264" h="329">
                  <a:moveTo>
                    <a:pt x="252" y="329"/>
                  </a:moveTo>
                  <a:lnTo>
                    <a:pt x="45" y="120"/>
                  </a:lnTo>
                  <a:lnTo>
                    <a:pt x="0" y="6"/>
                  </a:lnTo>
                  <a:lnTo>
                    <a:pt x="15" y="0"/>
                  </a:lnTo>
                  <a:lnTo>
                    <a:pt x="60" y="111"/>
                  </a:lnTo>
                  <a:lnTo>
                    <a:pt x="264" y="317"/>
                  </a:lnTo>
                  <a:lnTo>
                    <a:pt x="252" y="329"/>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214" name="Freeform 18">
              <a:extLst>
                <a:ext uri="{FF2B5EF4-FFF2-40B4-BE49-F238E27FC236}">
                  <a16:creationId xmlns:a16="http://schemas.microsoft.com/office/drawing/2014/main" id="{B1ED9C0C-0AD0-4F60-BB85-02B00AFE760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119313"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215" name="Freeform 19">
              <a:extLst>
                <a:ext uri="{FF2B5EF4-FFF2-40B4-BE49-F238E27FC236}">
                  <a16:creationId xmlns:a16="http://schemas.microsoft.com/office/drawing/2014/main" id="{E202B26B-3FB3-4127-9295-F6E24A75EDD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00" y="4763"/>
              <a:ext cx="152400" cy="908050"/>
            </a:xfrm>
            <a:custGeom>
              <a:avLst/>
              <a:gdLst/>
              <a:ahLst/>
              <a:cxnLst/>
              <a:rect l="0" t="0" r="r" b="b"/>
              <a:pathLst>
                <a:path w="96" h="572">
                  <a:moveTo>
                    <a:pt x="15" y="572"/>
                  </a:moveTo>
                  <a:lnTo>
                    <a:pt x="0" y="572"/>
                  </a:lnTo>
                  <a:lnTo>
                    <a:pt x="0" y="189"/>
                  </a:lnTo>
                  <a:lnTo>
                    <a:pt x="81" y="0"/>
                  </a:lnTo>
                  <a:lnTo>
                    <a:pt x="96" y="6"/>
                  </a:lnTo>
                  <a:lnTo>
                    <a:pt x="15" y="192"/>
                  </a:lnTo>
                  <a:lnTo>
                    <a:pt x="15" y="572"/>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216" name="Freeform 20">
              <a:extLst>
                <a:ext uri="{FF2B5EF4-FFF2-40B4-BE49-F238E27FC236}">
                  <a16:creationId xmlns:a16="http://schemas.microsoft.com/office/drawing/2014/main" id="{A9B0C70B-3686-4190-8592-736E11AB4D0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86677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2"/>
                    <a:pt x="4" y="20"/>
                  </a:cubicBezTo>
                  <a:cubicBezTo>
                    <a:pt x="4" y="29"/>
                    <a:pt x="11" y="36"/>
                    <a:pt x="20" y="36"/>
                  </a:cubicBezTo>
                  <a:cubicBezTo>
                    <a:pt x="29" y="36"/>
                    <a:pt x="36" y="29"/>
                    <a:pt x="36" y="20"/>
                  </a:cubicBezTo>
                  <a:cubicBezTo>
                    <a:pt x="36" y="12"/>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217" name="Freeform 21">
              <a:extLst>
                <a:ext uri="{FF2B5EF4-FFF2-40B4-BE49-F238E27FC236}">
                  <a16:creationId xmlns:a16="http://schemas.microsoft.com/office/drawing/2014/main" id="{3DCD01FB-20E8-42C3-AFE9-DFD3F426A15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890588" y="15541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218" name="Freeform 22">
              <a:extLst>
                <a:ext uri="{FF2B5EF4-FFF2-40B4-BE49-F238E27FC236}">
                  <a16:creationId xmlns:a16="http://schemas.microsoft.com/office/drawing/2014/main" id="{E18D3AEB-E104-4243-893A-880F9A3C450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738188" y="5622925"/>
              <a:ext cx="338138" cy="1216025"/>
            </a:xfrm>
            <a:custGeom>
              <a:avLst/>
              <a:gdLst/>
              <a:ahLst/>
              <a:cxnLst/>
              <a:rect l="0" t="0" r="r" b="b"/>
              <a:pathLst>
                <a:path w="213" h="766">
                  <a:moveTo>
                    <a:pt x="213" y="766"/>
                  </a:moveTo>
                  <a:lnTo>
                    <a:pt x="195" y="766"/>
                  </a:lnTo>
                  <a:lnTo>
                    <a:pt x="195" y="464"/>
                  </a:lnTo>
                  <a:lnTo>
                    <a:pt x="0" y="6"/>
                  </a:lnTo>
                  <a:lnTo>
                    <a:pt x="12" y="0"/>
                  </a:lnTo>
                  <a:lnTo>
                    <a:pt x="213" y="461"/>
                  </a:lnTo>
                  <a:lnTo>
                    <a:pt x="213" y="766"/>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219" name="Freeform 23">
              <a:extLst>
                <a:ext uri="{FF2B5EF4-FFF2-40B4-BE49-F238E27FC236}">
                  <a16:creationId xmlns:a16="http://schemas.microsoft.com/office/drawing/2014/main" id="{25B79020-576E-46E2-BDDD-3D93C9DD53B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47700" y="5480050"/>
              <a:ext cx="157163" cy="157163"/>
            </a:xfrm>
            <a:custGeom>
              <a:avLst/>
              <a:gdLst/>
              <a:ahLst/>
              <a:cxnLst/>
              <a:rect l="0" t="0" r="r" b="b"/>
              <a:pathLst>
                <a:path w="33" h="33">
                  <a:moveTo>
                    <a:pt x="17" y="33"/>
                  </a:moveTo>
                  <a:cubicBezTo>
                    <a:pt x="8" y="33"/>
                    <a:pt x="0" y="26"/>
                    <a:pt x="0" y="17"/>
                  </a:cubicBezTo>
                  <a:cubicBezTo>
                    <a:pt x="0" y="8"/>
                    <a:pt x="8" y="0"/>
                    <a:pt x="17" y="0"/>
                  </a:cubicBezTo>
                  <a:cubicBezTo>
                    <a:pt x="26" y="0"/>
                    <a:pt x="33" y="8"/>
                    <a:pt x="33" y="17"/>
                  </a:cubicBezTo>
                  <a:cubicBezTo>
                    <a:pt x="33" y="26"/>
                    <a:pt x="26" y="33"/>
                    <a:pt x="17" y="33"/>
                  </a:cubicBezTo>
                  <a:close/>
                  <a:moveTo>
                    <a:pt x="17" y="4"/>
                  </a:moveTo>
                  <a:cubicBezTo>
                    <a:pt x="10" y="4"/>
                    <a:pt x="4" y="10"/>
                    <a:pt x="4" y="17"/>
                  </a:cubicBezTo>
                  <a:cubicBezTo>
                    <a:pt x="4" y="24"/>
                    <a:pt x="10" y="29"/>
                    <a:pt x="17" y="29"/>
                  </a:cubicBezTo>
                  <a:cubicBezTo>
                    <a:pt x="23" y="29"/>
                    <a:pt x="29" y="24"/>
                    <a:pt x="29" y="17"/>
                  </a:cubicBezTo>
                  <a:cubicBezTo>
                    <a:pt x="29" y="10"/>
                    <a:pt x="23" y="4"/>
                    <a:pt x="17"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220" name="Freeform 24">
              <a:extLst>
                <a:ext uri="{FF2B5EF4-FFF2-40B4-BE49-F238E27FC236}">
                  <a16:creationId xmlns:a16="http://schemas.microsoft.com/office/drawing/2014/main" id="{F9BE123C-99CB-4F9F-B6AD-D78B410111B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6675" y="903288"/>
              <a:ext cx="190500" cy="190500"/>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2"/>
                    <a:pt x="4" y="20"/>
                  </a:cubicBezTo>
                  <a:cubicBezTo>
                    <a:pt x="4" y="29"/>
                    <a:pt x="12" y="36"/>
                    <a:pt x="20" y="36"/>
                  </a:cubicBezTo>
                  <a:cubicBezTo>
                    <a:pt x="29" y="36"/>
                    <a:pt x="36" y="29"/>
                    <a:pt x="36" y="20"/>
                  </a:cubicBezTo>
                  <a:cubicBezTo>
                    <a:pt x="36" y="12"/>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221" name="Freeform 25">
              <a:extLst>
                <a:ext uri="{FF2B5EF4-FFF2-40B4-BE49-F238E27FC236}">
                  <a16:creationId xmlns:a16="http://schemas.microsoft.com/office/drawing/2014/main" id="{2652409A-0FBC-471C-8070-735AA2D18C0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0" y="3897313"/>
              <a:ext cx="133350" cy="266700"/>
            </a:xfrm>
            <a:custGeom>
              <a:avLst/>
              <a:gdLst/>
              <a:ahLst/>
              <a:cxnLst/>
              <a:rect l="0" t="0" r="r" b="b"/>
              <a:pathLst>
                <a:path w="84" h="168">
                  <a:moveTo>
                    <a:pt x="69" y="168"/>
                  </a:moveTo>
                  <a:lnTo>
                    <a:pt x="0" y="6"/>
                  </a:lnTo>
                  <a:lnTo>
                    <a:pt x="12" y="0"/>
                  </a:lnTo>
                  <a:lnTo>
                    <a:pt x="84" y="162"/>
                  </a:lnTo>
                  <a:lnTo>
                    <a:pt x="69" y="168"/>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222" name="Freeform 26">
              <a:extLst>
                <a:ext uri="{FF2B5EF4-FFF2-40B4-BE49-F238E27FC236}">
                  <a16:creationId xmlns:a16="http://schemas.microsoft.com/office/drawing/2014/main" id="{A7B0AC30-BECB-435E-B184-5893DAF4CF1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6675" y="414972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223" name="Freeform 27">
              <a:extLst>
                <a:ext uri="{FF2B5EF4-FFF2-40B4-BE49-F238E27FC236}">
                  <a16:creationId xmlns:a16="http://schemas.microsoft.com/office/drawing/2014/main" id="{209F3AA3-0D92-49EA-8E9E-E851935910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0" y="1644650"/>
              <a:ext cx="133350" cy="269875"/>
            </a:xfrm>
            <a:custGeom>
              <a:avLst/>
              <a:gdLst/>
              <a:ahLst/>
              <a:cxnLst/>
              <a:rect l="0" t="0" r="r" b="b"/>
              <a:pathLst>
                <a:path w="84" h="170">
                  <a:moveTo>
                    <a:pt x="12" y="170"/>
                  </a:moveTo>
                  <a:lnTo>
                    <a:pt x="0" y="164"/>
                  </a:lnTo>
                  <a:lnTo>
                    <a:pt x="69" y="0"/>
                  </a:lnTo>
                  <a:lnTo>
                    <a:pt x="84" y="6"/>
                  </a:lnTo>
                  <a:lnTo>
                    <a:pt x="12" y="170"/>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224" name="Freeform 28">
              <a:extLst>
                <a:ext uri="{FF2B5EF4-FFF2-40B4-BE49-F238E27FC236}">
                  <a16:creationId xmlns:a16="http://schemas.microsoft.com/office/drawing/2014/main" id="{96C003E9-8BC2-48CC-ABF7-540233FDB0B8}"/>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6675" y="146843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225" name="Freeform 29">
              <a:extLst>
                <a:ext uri="{FF2B5EF4-FFF2-40B4-BE49-F238E27FC236}">
                  <a16:creationId xmlns:a16="http://schemas.microsoft.com/office/drawing/2014/main" id="{13BDD8BA-D378-486C-AAC9-F4BC3E85607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95325" y="4763"/>
              <a:ext cx="309563" cy="1558925"/>
            </a:xfrm>
            <a:custGeom>
              <a:avLst/>
              <a:gdLst/>
              <a:ahLst/>
              <a:cxnLst/>
              <a:rect l="0" t="0" r="r" b="b"/>
              <a:pathLst>
                <a:path w="195" h="982">
                  <a:moveTo>
                    <a:pt x="195" y="982"/>
                  </a:moveTo>
                  <a:lnTo>
                    <a:pt x="177" y="982"/>
                  </a:lnTo>
                  <a:lnTo>
                    <a:pt x="177" y="805"/>
                  </a:lnTo>
                  <a:lnTo>
                    <a:pt x="0" y="629"/>
                  </a:lnTo>
                  <a:lnTo>
                    <a:pt x="0" y="0"/>
                  </a:lnTo>
                  <a:lnTo>
                    <a:pt x="18" y="0"/>
                  </a:lnTo>
                  <a:lnTo>
                    <a:pt x="18" y="623"/>
                  </a:lnTo>
                  <a:lnTo>
                    <a:pt x="195" y="796"/>
                  </a:lnTo>
                  <a:lnTo>
                    <a:pt x="195" y="982"/>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226" name="Freeform 30">
              <a:extLst>
                <a:ext uri="{FF2B5EF4-FFF2-40B4-BE49-F238E27FC236}">
                  <a16:creationId xmlns:a16="http://schemas.microsoft.com/office/drawing/2014/main" id="{04C38930-9B92-429B-915A-D0198D6ACD1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7150" y="48815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227" name="Freeform 31">
              <a:extLst>
                <a:ext uri="{FF2B5EF4-FFF2-40B4-BE49-F238E27FC236}">
                  <a16:creationId xmlns:a16="http://schemas.microsoft.com/office/drawing/2014/main" id="{32660743-42C8-4FFB-A77B-66678E1E1B3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8113" y="5060950"/>
              <a:ext cx="304800" cy="1778000"/>
            </a:xfrm>
            <a:custGeom>
              <a:avLst/>
              <a:gdLst/>
              <a:ahLst/>
              <a:cxnLst/>
              <a:rect l="0" t="0" r="r" b="b"/>
              <a:pathLst>
                <a:path w="192" h="1120">
                  <a:moveTo>
                    <a:pt x="192" y="1120"/>
                  </a:moveTo>
                  <a:lnTo>
                    <a:pt x="177" y="1120"/>
                  </a:lnTo>
                  <a:lnTo>
                    <a:pt x="177" y="360"/>
                  </a:lnTo>
                  <a:lnTo>
                    <a:pt x="0" y="183"/>
                  </a:lnTo>
                  <a:lnTo>
                    <a:pt x="0" y="0"/>
                  </a:lnTo>
                  <a:lnTo>
                    <a:pt x="15" y="0"/>
                  </a:lnTo>
                  <a:lnTo>
                    <a:pt x="15" y="177"/>
                  </a:lnTo>
                  <a:lnTo>
                    <a:pt x="192" y="354"/>
                  </a:lnTo>
                  <a:lnTo>
                    <a:pt x="192" y="1120"/>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228" name="Freeform 32">
              <a:extLst>
                <a:ext uri="{FF2B5EF4-FFF2-40B4-BE49-F238E27FC236}">
                  <a16:creationId xmlns:a16="http://schemas.microsoft.com/office/drawing/2014/main" id="{6B242301-66B7-4876-B23A-1B97410A55A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61975" y="64309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229" name="Rectangle 33">
              <a:extLst>
                <a:ext uri="{FF2B5EF4-FFF2-40B4-BE49-F238E27FC236}">
                  <a16:creationId xmlns:a16="http://schemas.microsoft.com/office/drawing/2014/main" id="{B05C5127-C481-4571-9E17-90305CA0A918}"/>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642938" y="6610350"/>
              <a:ext cx="23813" cy="242888"/>
            </a:xfrm>
            <a:prstGeom prst="rect">
              <a:avLst/>
            </a:pr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miter lim="800000"/>
                  <a:headEnd/>
                  <a:tailEnd/>
                </a14:hiddenLine>
              </a:ext>
            </a:extLst>
          </p:spPr>
          <p:txBody>
            <a:bodyPr/>
            <a:lstStyle/>
            <a:p>
              <a:endParaRPr lang="tr-TR"/>
            </a:p>
          </p:txBody>
        </p:sp>
        <p:sp>
          <p:nvSpPr>
            <p:cNvPr id="230" name="Freeform 34">
              <a:extLst>
                <a:ext uri="{FF2B5EF4-FFF2-40B4-BE49-F238E27FC236}">
                  <a16:creationId xmlns:a16="http://schemas.microsoft.com/office/drawing/2014/main" id="{BC0F1F06-EBE2-4919-A902-A503E384D262}"/>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76200" y="6430963"/>
              <a:ext cx="190500" cy="188913"/>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231" name="Freeform 35">
              <a:extLst>
                <a:ext uri="{FF2B5EF4-FFF2-40B4-BE49-F238E27FC236}">
                  <a16:creationId xmlns:a16="http://schemas.microsoft.com/office/drawing/2014/main" id="{2B2E1C8D-A953-4AED-8346-C34CFE3BE3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0" y="5978525"/>
              <a:ext cx="190500" cy="461963"/>
            </a:xfrm>
            <a:custGeom>
              <a:avLst/>
              <a:gdLst/>
              <a:ahLst/>
              <a:cxnLst/>
              <a:rect l="0" t="0" r="r" b="b"/>
              <a:pathLst>
                <a:path w="120" h="291">
                  <a:moveTo>
                    <a:pt x="120" y="291"/>
                  </a:moveTo>
                  <a:lnTo>
                    <a:pt x="105" y="291"/>
                  </a:lnTo>
                  <a:lnTo>
                    <a:pt x="105" y="114"/>
                  </a:lnTo>
                  <a:lnTo>
                    <a:pt x="0" y="9"/>
                  </a:lnTo>
                  <a:lnTo>
                    <a:pt x="12" y="0"/>
                  </a:lnTo>
                  <a:lnTo>
                    <a:pt x="120" y="108"/>
                  </a:lnTo>
                  <a:lnTo>
                    <a:pt x="120" y="291"/>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232" name="Freeform 36">
              <a:extLst>
                <a:ext uri="{FF2B5EF4-FFF2-40B4-BE49-F238E27FC236}">
                  <a16:creationId xmlns:a16="http://schemas.microsoft.com/office/drawing/2014/main" id="{8F150D6E-EB09-41AD-93BE-BF543BE3655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014413" y="1801813"/>
              <a:ext cx="214313" cy="755650"/>
            </a:xfrm>
            <a:custGeom>
              <a:avLst/>
              <a:gdLst/>
              <a:ahLst/>
              <a:cxnLst/>
              <a:rect l="0" t="0" r="r" b="b"/>
              <a:pathLst>
                <a:path w="135" h="476">
                  <a:moveTo>
                    <a:pt x="12" y="476"/>
                  </a:moveTo>
                  <a:lnTo>
                    <a:pt x="0" y="476"/>
                  </a:lnTo>
                  <a:lnTo>
                    <a:pt x="0" y="128"/>
                  </a:lnTo>
                  <a:lnTo>
                    <a:pt x="126" y="0"/>
                  </a:lnTo>
                  <a:lnTo>
                    <a:pt x="135" y="9"/>
                  </a:lnTo>
                  <a:lnTo>
                    <a:pt x="12" y="131"/>
                  </a:lnTo>
                  <a:lnTo>
                    <a:pt x="12" y="476"/>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233" name="Freeform 37">
              <a:extLst>
                <a:ext uri="{FF2B5EF4-FFF2-40B4-BE49-F238E27FC236}">
                  <a16:creationId xmlns:a16="http://schemas.microsoft.com/office/drawing/2014/main" id="{AE3633FE-8FF6-4FC3-8422-483E7FAEDE5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938213" y="2547938"/>
              <a:ext cx="166688" cy="160338"/>
            </a:xfrm>
            <a:custGeom>
              <a:avLst/>
              <a:gdLst/>
              <a:ahLst/>
              <a:cxnLst/>
              <a:rect l="0" t="0" r="r" b="b"/>
              <a:pathLst>
                <a:path w="35" h="34">
                  <a:moveTo>
                    <a:pt x="18" y="34"/>
                  </a:moveTo>
                  <a:cubicBezTo>
                    <a:pt x="8" y="34"/>
                    <a:pt x="0" y="26"/>
                    <a:pt x="0" y="17"/>
                  </a:cubicBezTo>
                  <a:cubicBezTo>
                    <a:pt x="0" y="7"/>
                    <a:pt x="8" y="0"/>
                    <a:pt x="18" y="0"/>
                  </a:cubicBezTo>
                  <a:cubicBezTo>
                    <a:pt x="27" y="0"/>
                    <a:pt x="35" y="7"/>
                    <a:pt x="35" y="17"/>
                  </a:cubicBezTo>
                  <a:cubicBezTo>
                    <a:pt x="35" y="26"/>
                    <a:pt x="27" y="34"/>
                    <a:pt x="18" y="34"/>
                  </a:cubicBezTo>
                  <a:close/>
                  <a:moveTo>
                    <a:pt x="18" y="4"/>
                  </a:moveTo>
                  <a:cubicBezTo>
                    <a:pt x="10" y="4"/>
                    <a:pt x="4" y="10"/>
                    <a:pt x="4" y="17"/>
                  </a:cubicBezTo>
                  <a:cubicBezTo>
                    <a:pt x="4" y="24"/>
                    <a:pt x="10" y="30"/>
                    <a:pt x="18" y="30"/>
                  </a:cubicBezTo>
                  <a:cubicBezTo>
                    <a:pt x="25" y="30"/>
                    <a:pt x="31" y="24"/>
                    <a:pt x="31" y="17"/>
                  </a:cubicBezTo>
                  <a:cubicBezTo>
                    <a:pt x="31" y="10"/>
                    <a:pt x="25" y="4"/>
                    <a:pt x="18"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234" name="Freeform 38">
              <a:extLst>
                <a:ext uri="{FF2B5EF4-FFF2-40B4-BE49-F238E27FC236}">
                  <a16:creationId xmlns:a16="http://schemas.microsoft.com/office/drawing/2014/main" id="{D233BC09-3785-4EA9-A80F-699EABFCD8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95313" y="4763"/>
              <a:ext cx="638175" cy="4025900"/>
            </a:xfrm>
            <a:custGeom>
              <a:avLst/>
              <a:gdLst/>
              <a:ahLst/>
              <a:cxnLst/>
              <a:rect l="0" t="0" r="r" b="b"/>
              <a:pathLst>
                <a:path w="402" h="2536">
                  <a:moveTo>
                    <a:pt x="402" y="2536"/>
                  </a:moveTo>
                  <a:lnTo>
                    <a:pt x="387" y="2536"/>
                  </a:lnTo>
                  <a:lnTo>
                    <a:pt x="387" y="2311"/>
                  </a:lnTo>
                  <a:lnTo>
                    <a:pt x="0" y="1925"/>
                  </a:lnTo>
                  <a:lnTo>
                    <a:pt x="0" y="0"/>
                  </a:lnTo>
                  <a:lnTo>
                    <a:pt x="15" y="0"/>
                  </a:lnTo>
                  <a:lnTo>
                    <a:pt x="15" y="1916"/>
                  </a:lnTo>
                  <a:lnTo>
                    <a:pt x="402" y="2302"/>
                  </a:lnTo>
                  <a:lnTo>
                    <a:pt x="402" y="2536"/>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235" name="Freeform 39">
              <a:extLst>
                <a:ext uri="{FF2B5EF4-FFF2-40B4-BE49-F238E27FC236}">
                  <a16:creationId xmlns:a16="http://schemas.microsoft.com/office/drawing/2014/main" id="{DEFAAC70-9A33-41C4-9960-80B056E47F7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23963"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236" name="Freeform 40">
              <a:extLst>
                <a:ext uri="{FF2B5EF4-FFF2-40B4-BE49-F238E27FC236}">
                  <a16:creationId xmlns:a16="http://schemas.microsoft.com/office/drawing/2014/main" id="{FE1B6380-FA49-4E35-B2EB-BC1D322A0A20}"/>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300163" y="1849438"/>
              <a:ext cx="109538" cy="107950"/>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237" name="Freeform 41">
              <a:extLst>
                <a:ext uri="{FF2B5EF4-FFF2-40B4-BE49-F238E27FC236}">
                  <a16:creationId xmlns:a16="http://schemas.microsoft.com/office/drawing/2014/main" id="{F578AFE9-69B9-4FE3-A349-4640D49A58B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80988" y="3417888"/>
              <a:ext cx="142875" cy="474663"/>
            </a:xfrm>
            <a:custGeom>
              <a:avLst/>
              <a:gdLst/>
              <a:ahLst/>
              <a:cxnLst/>
              <a:rect l="0" t="0" r="r" b="b"/>
              <a:pathLst>
                <a:path w="90" h="299">
                  <a:moveTo>
                    <a:pt x="12" y="299"/>
                  </a:moveTo>
                  <a:lnTo>
                    <a:pt x="0" y="299"/>
                  </a:lnTo>
                  <a:lnTo>
                    <a:pt x="0" y="80"/>
                  </a:lnTo>
                  <a:lnTo>
                    <a:pt x="81" y="0"/>
                  </a:lnTo>
                  <a:lnTo>
                    <a:pt x="90" y="8"/>
                  </a:lnTo>
                  <a:lnTo>
                    <a:pt x="12" y="83"/>
                  </a:lnTo>
                  <a:lnTo>
                    <a:pt x="12" y="299"/>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238" name="Freeform 42">
              <a:extLst>
                <a:ext uri="{FF2B5EF4-FFF2-40B4-BE49-F238E27FC236}">
                  <a16:creationId xmlns:a16="http://schemas.microsoft.com/office/drawing/2014/main" id="{49C01CF4-73AC-40B8-8AA5-60072CBB3420}"/>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38125" y="3883025"/>
              <a:ext cx="109538" cy="109538"/>
            </a:xfrm>
            <a:custGeom>
              <a:avLst/>
              <a:gdLst/>
              <a:ahLst/>
              <a:cxnLst/>
              <a:rect l="0" t="0" r="r" b="b"/>
              <a:pathLst>
                <a:path w="23" h="23">
                  <a:moveTo>
                    <a:pt x="11" y="23"/>
                  </a:moveTo>
                  <a:cubicBezTo>
                    <a:pt x="5" y="23"/>
                    <a:pt x="0" y="18"/>
                    <a:pt x="0" y="12"/>
                  </a:cubicBezTo>
                  <a:cubicBezTo>
                    <a:pt x="0" y="5"/>
                    <a:pt x="5" y="0"/>
                    <a:pt x="11" y="0"/>
                  </a:cubicBezTo>
                  <a:cubicBezTo>
                    <a:pt x="17" y="0"/>
                    <a:pt x="23" y="5"/>
                    <a:pt x="23" y="12"/>
                  </a:cubicBezTo>
                  <a:cubicBezTo>
                    <a:pt x="23" y="18"/>
                    <a:pt x="17" y="23"/>
                    <a:pt x="11" y="23"/>
                  </a:cubicBezTo>
                  <a:close/>
                  <a:moveTo>
                    <a:pt x="11" y="4"/>
                  </a:moveTo>
                  <a:cubicBezTo>
                    <a:pt x="7" y="4"/>
                    <a:pt x="4" y="8"/>
                    <a:pt x="4" y="12"/>
                  </a:cubicBezTo>
                  <a:cubicBezTo>
                    <a:pt x="4" y="16"/>
                    <a:pt x="7" y="19"/>
                    <a:pt x="11" y="19"/>
                  </a:cubicBezTo>
                  <a:cubicBezTo>
                    <a:pt x="15" y="19"/>
                    <a:pt x="19" y="16"/>
                    <a:pt x="19" y="12"/>
                  </a:cubicBezTo>
                  <a:cubicBezTo>
                    <a:pt x="19" y="8"/>
                    <a:pt x="15" y="4"/>
                    <a:pt x="11"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239" name="Freeform 43">
              <a:extLst>
                <a:ext uri="{FF2B5EF4-FFF2-40B4-BE49-F238E27FC236}">
                  <a16:creationId xmlns:a16="http://schemas.microsoft.com/office/drawing/2014/main" id="{B4DA1C3D-282A-4010-9263-E2F62D7954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4763" y="2166938"/>
              <a:ext cx="114300" cy="452438"/>
            </a:xfrm>
            <a:custGeom>
              <a:avLst/>
              <a:gdLst/>
              <a:ahLst/>
              <a:cxnLst/>
              <a:rect l="0" t="0" r="r" b="b"/>
              <a:pathLst>
                <a:path w="72" h="285">
                  <a:moveTo>
                    <a:pt x="6" y="285"/>
                  </a:moveTo>
                  <a:lnTo>
                    <a:pt x="0" y="276"/>
                  </a:lnTo>
                  <a:lnTo>
                    <a:pt x="60" y="216"/>
                  </a:lnTo>
                  <a:lnTo>
                    <a:pt x="60" y="0"/>
                  </a:lnTo>
                  <a:lnTo>
                    <a:pt x="72" y="0"/>
                  </a:lnTo>
                  <a:lnTo>
                    <a:pt x="72" y="222"/>
                  </a:lnTo>
                  <a:lnTo>
                    <a:pt x="6" y="28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240" name="Freeform 44">
              <a:extLst>
                <a:ext uri="{FF2B5EF4-FFF2-40B4-BE49-F238E27FC236}">
                  <a16:creationId xmlns:a16="http://schemas.microsoft.com/office/drawing/2014/main" id="{52475A43-7A28-4A0F-BA58-C070BB882B67}"/>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388" y="2066925"/>
              <a:ext cx="109538" cy="109538"/>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241" name="Rectangle 45">
              <a:extLst>
                <a:ext uri="{FF2B5EF4-FFF2-40B4-BE49-F238E27FC236}">
                  <a16:creationId xmlns:a16="http://schemas.microsoft.com/office/drawing/2014/main" id="{0C7241CC-AC61-4580-A46E-C217B329EB28}"/>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228725" y="4662488"/>
              <a:ext cx="23813" cy="2181225"/>
            </a:xfrm>
            <a:prstGeom prst="rect">
              <a:avLst/>
            </a:pr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miter lim="800000"/>
                  <a:headEnd/>
                  <a:tailEnd/>
                </a14:hiddenLine>
              </a:ext>
            </a:extLst>
          </p:spPr>
          <p:txBody>
            <a:bodyPr/>
            <a:lstStyle/>
            <a:p>
              <a:endParaRPr lang="tr-TR"/>
            </a:p>
          </p:txBody>
        </p:sp>
        <p:sp>
          <p:nvSpPr>
            <p:cNvPr id="242" name="Freeform 46">
              <a:extLst>
                <a:ext uri="{FF2B5EF4-FFF2-40B4-BE49-F238E27FC236}">
                  <a16:creationId xmlns:a16="http://schemas.microsoft.com/office/drawing/2014/main" id="{584FF8AA-E75D-483B-A344-7022541CF8D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19213" y="5041900"/>
              <a:ext cx="371475" cy="1801813"/>
            </a:xfrm>
            <a:custGeom>
              <a:avLst/>
              <a:gdLst/>
              <a:ahLst/>
              <a:cxnLst/>
              <a:rect l="0" t="0" r="r" b="b"/>
              <a:pathLst>
                <a:path w="234" h="1135">
                  <a:moveTo>
                    <a:pt x="15" y="1135"/>
                  </a:moveTo>
                  <a:lnTo>
                    <a:pt x="0" y="1135"/>
                  </a:lnTo>
                  <a:lnTo>
                    <a:pt x="0" y="515"/>
                  </a:lnTo>
                  <a:lnTo>
                    <a:pt x="0" y="512"/>
                  </a:lnTo>
                  <a:lnTo>
                    <a:pt x="219" y="0"/>
                  </a:lnTo>
                  <a:lnTo>
                    <a:pt x="234" y="6"/>
                  </a:lnTo>
                  <a:lnTo>
                    <a:pt x="15" y="518"/>
                  </a:lnTo>
                  <a:lnTo>
                    <a:pt x="15" y="113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243" name="Freeform 47">
              <a:extLst>
                <a:ext uri="{FF2B5EF4-FFF2-40B4-BE49-F238E27FC236}">
                  <a16:creationId xmlns:a16="http://schemas.microsoft.com/office/drawing/2014/main" id="{AFF0ABD2-8247-432E-9F13-CCB7D0E62060}"/>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47763"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244" name="Freeform 48">
              <a:extLst>
                <a:ext uri="{FF2B5EF4-FFF2-40B4-BE49-F238E27FC236}">
                  <a16:creationId xmlns:a16="http://schemas.microsoft.com/office/drawing/2014/main" id="{8779D639-A8BE-46A3-BF82-B0498C363B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819150" y="3983038"/>
              <a:ext cx="347663" cy="2860675"/>
            </a:xfrm>
            <a:custGeom>
              <a:avLst/>
              <a:gdLst/>
              <a:ahLst/>
              <a:cxnLst/>
              <a:rect l="0" t="0" r="r" b="b"/>
              <a:pathLst>
                <a:path w="219" h="1802">
                  <a:moveTo>
                    <a:pt x="219" y="1802"/>
                  </a:moveTo>
                  <a:lnTo>
                    <a:pt x="201" y="1802"/>
                  </a:lnTo>
                  <a:lnTo>
                    <a:pt x="201" y="1185"/>
                  </a:lnTo>
                  <a:lnTo>
                    <a:pt x="0" y="3"/>
                  </a:lnTo>
                  <a:lnTo>
                    <a:pt x="15" y="0"/>
                  </a:lnTo>
                  <a:lnTo>
                    <a:pt x="219" y="1185"/>
                  </a:lnTo>
                  <a:lnTo>
                    <a:pt x="219" y="1802"/>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245" name="Freeform 49">
              <a:extLst>
                <a:ext uri="{FF2B5EF4-FFF2-40B4-BE49-F238E27FC236}">
                  <a16:creationId xmlns:a16="http://schemas.microsoft.com/office/drawing/2014/main" id="{62C75AD3-B601-4AB8-A449-C0375B263A57}"/>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728663" y="3806825"/>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246" name="Freeform 50">
              <a:extLst>
                <a:ext uri="{FF2B5EF4-FFF2-40B4-BE49-F238E27FC236}">
                  <a16:creationId xmlns:a16="http://schemas.microsoft.com/office/drawing/2014/main" id="{7CEBAD4A-BB32-451F-B1E1-48D6F52EBD52}"/>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24013"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247" name="Freeform 51">
              <a:extLst>
                <a:ext uri="{FF2B5EF4-FFF2-40B4-BE49-F238E27FC236}">
                  <a16:creationId xmlns:a16="http://schemas.microsoft.com/office/drawing/2014/main" id="{9EA19F7F-29F8-4DF4-AB9B-C4D507FA7C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404938" y="5422900"/>
              <a:ext cx="371475" cy="1425575"/>
            </a:xfrm>
            <a:custGeom>
              <a:avLst/>
              <a:gdLst/>
              <a:ahLst/>
              <a:cxnLst/>
              <a:rect l="0" t="0" r="r" b="b"/>
              <a:pathLst>
                <a:path w="234" h="898">
                  <a:moveTo>
                    <a:pt x="18" y="898"/>
                  </a:moveTo>
                  <a:lnTo>
                    <a:pt x="0" y="898"/>
                  </a:lnTo>
                  <a:lnTo>
                    <a:pt x="0" y="515"/>
                  </a:lnTo>
                  <a:lnTo>
                    <a:pt x="0" y="512"/>
                  </a:lnTo>
                  <a:lnTo>
                    <a:pt x="222" y="0"/>
                  </a:lnTo>
                  <a:lnTo>
                    <a:pt x="234" y="6"/>
                  </a:lnTo>
                  <a:lnTo>
                    <a:pt x="18" y="518"/>
                  </a:lnTo>
                  <a:lnTo>
                    <a:pt x="18" y="898"/>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248" name="Freeform 52">
              <a:extLst>
                <a:ext uri="{FF2B5EF4-FFF2-40B4-BE49-F238E27FC236}">
                  <a16:creationId xmlns:a16="http://schemas.microsoft.com/office/drawing/2014/main" id="{9A6E14CB-BA29-40ED-B9E1-9AF554AFDE3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666875"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249" name="Freeform 53">
              <a:extLst>
                <a:ext uri="{FF2B5EF4-FFF2-40B4-BE49-F238E27FC236}">
                  <a16:creationId xmlns:a16="http://schemas.microsoft.com/office/drawing/2014/main" id="{384A67CA-9AF3-4473-9BC7-2C48C4326163}"/>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709738"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250" name="Freeform 54">
              <a:extLst>
                <a:ext uri="{FF2B5EF4-FFF2-40B4-BE49-F238E27FC236}">
                  <a16:creationId xmlns:a16="http://schemas.microsoft.com/office/drawing/2014/main" id="{9DE1AF00-9D03-4DFB-B862-C86659628941}"/>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709738"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251" name="Freeform 55">
              <a:extLst>
                <a:ext uri="{FF2B5EF4-FFF2-40B4-BE49-F238E27FC236}">
                  <a16:creationId xmlns:a16="http://schemas.microsoft.com/office/drawing/2014/main" id="{03D15E32-C507-4B36-B9AB-BD0A1AEBDEF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766888" y="6330950"/>
              <a:ext cx="419100" cy="527050"/>
            </a:xfrm>
            <a:custGeom>
              <a:avLst/>
              <a:gdLst/>
              <a:ahLst/>
              <a:cxnLst/>
              <a:rect l="0" t="0" r="r" b="b"/>
              <a:pathLst>
                <a:path w="264" h="332">
                  <a:moveTo>
                    <a:pt x="12" y="332"/>
                  </a:moveTo>
                  <a:lnTo>
                    <a:pt x="0" y="326"/>
                  </a:lnTo>
                  <a:lnTo>
                    <a:pt x="45" y="206"/>
                  </a:lnTo>
                  <a:lnTo>
                    <a:pt x="255" y="0"/>
                  </a:lnTo>
                  <a:lnTo>
                    <a:pt x="264" y="12"/>
                  </a:lnTo>
                  <a:lnTo>
                    <a:pt x="60" y="215"/>
                  </a:lnTo>
                  <a:lnTo>
                    <a:pt x="12" y="332"/>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252" name="Freeform 56">
              <a:extLst>
                <a:ext uri="{FF2B5EF4-FFF2-40B4-BE49-F238E27FC236}">
                  <a16:creationId xmlns:a16="http://schemas.microsoft.com/office/drawing/2014/main" id="{978B3024-1C05-4858-A919-0ABF75EF71A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147888"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253" name="Freeform 57">
              <a:extLst>
                <a:ext uri="{FF2B5EF4-FFF2-40B4-BE49-F238E27FC236}">
                  <a16:creationId xmlns:a16="http://schemas.microsoft.com/office/drawing/2014/main" id="{04B0C1D6-8B63-4D35-83C5-5D4331190A2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04825" y="9525"/>
              <a:ext cx="233363" cy="5103813"/>
            </a:xfrm>
            <a:custGeom>
              <a:avLst/>
              <a:gdLst/>
              <a:ahLst/>
              <a:cxnLst/>
              <a:rect l="0" t="0" r="r" b="b"/>
              <a:pathLst>
                <a:path w="147" h="3215">
                  <a:moveTo>
                    <a:pt x="132" y="3215"/>
                  </a:moveTo>
                  <a:lnTo>
                    <a:pt x="129" y="2754"/>
                  </a:lnTo>
                  <a:lnTo>
                    <a:pt x="0" y="1901"/>
                  </a:lnTo>
                  <a:lnTo>
                    <a:pt x="0" y="0"/>
                  </a:lnTo>
                  <a:lnTo>
                    <a:pt x="15" y="0"/>
                  </a:lnTo>
                  <a:lnTo>
                    <a:pt x="15" y="1898"/>
                  </a:lnTo>
                  <a:lnTo>
                    <a:pt x="144" y="2754"/>
                  </a:lnTo>
                  <a:lnTo>
                    <a:pt x="147" y="3215"/>
                  </a:lnTo>
                  <a:lnTo>
                    <a:pt x="132" y="321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254" name="Freeform 58">
              <a:extLst>
                <a:ext uri="{FF2B5EF4-FFF2-40B4-BE49-F238E27FC236}">
                  <a16:creationId xmlns:a16="http://schemas.microsoft.com/office/drawing/2014/main" id="{C0409678-BF82-43B2-8F95-46A5A0E1864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33413" y="5103813"/>
              <a:ext cx="185738" cy="185738"/>
            </a:xfrm>
            <a:custGeom>
              <a:avLst/>
              <a:gdLst/>
              <a:ahLst/>
              <a:cxnLst/>
              <a:rect l="0" t="0" r="r" b="b"/>
              <a:pathLst>
                <a:path w="39" h="39">
                  <a:moveTo>
                    <a:pt x="20" y="39"/>
                  </a:moveTo>
                  <a:cubicBezTo>
                    <a:pt x="9" y="39"/>
                    <a:pt x="0" y="30"/>
                    <a:pt x="0" y="19"/>
                  </a:cubicBezTo>
                  <a:cubicBezTo>
                    <a:pt x="0" y="9"/>
                    <a:pt x="9" y="0"/>
                    <a:pt x="20" y="0"/>
                  </a:cubicBezTo>
                  <a:cubicBezTo>
                    <a:pt x="30" y="0"/>
                    <a:pt x="39" y="9"/>
                    <a:pt x="39" y="19"/>
                  </a:cubicBezTo>
                  <a:cubicBezTo>
                    <a:pt x="39" y="30"/>
                    <a:pt x="30" y="39"/>
                    <a:pt x="20" y="39"/>
                  </a:cubicBezTo>
                  <a:close/>
                  <a:moveTo>
                    <a:pt x="20" y="4"/>
                  </a:moveTo>
                  <a:cubicBezTo>
                    <a:pt x="11" y="4"/>
                    <a:pt x="4" y="11"/>
                    <a:pt x="4" y="19"/>
                  </a:cubicBezTo>
                  <a:cubicBezTo>
                    <a:pt x="4" y="28"/>
                    <a:pt x="11" y="35"/>
                    <a:pt x="20" y="35"/>
                  </a:cubicBezTo>
                  <a:cubicBezTo>
                    <a:pt x="28" y="35"/>
                    <a:pt x="35" y="28"/>
                    <a:pt x="35" y="19"/>
                  </a:cubicBezTo>
                  <a:cubicBezTo>
                    <a:pt x="35" y="11"/>
                    <a:pt x="28"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grpSp>
      <p:sp>
        <p:nvSpPr>
          <p:cNvPr id="2" name="Başlık 1">
            <a:extLst>
              <a:ext uri="{FF2B5EF4-FFF2-40B4-BE49-F238E27FC236}">
                <a16:creationId xmlns:a16="http://schemas.microsoft.com/office/drawing/2014/main" id="{79D68492-4CC5-B397-F962-0B0E2AA4531A}"/>
              </a:ext>
            </a:extLst>
          </p:cNvPr>
          <p:cNvSpPr>
            <a:spLocks noGrp="1"/>
          </p:cNvSpPr>
          <p:nvPr>
            <p:ph type="title"/>
          </p:nvPr>
        </p:nvSpPr>
        <p:spPr>
          <a:xfrm>
            <a:off x="1617233" y="4539573"/>
            <a:ext cx="8957534" cy="1182838"/>
          </a:xfrm>
        </p:spPr>
        <p:txBody>
          <a:bodyPr vert="horz" lIns="91440" tIns="45720" rIns="91440" bIns="45720" rtlCol="0" anchor="b">
            <a:normAutofit/>
          </a:bodyPr>
          <a:lstStyle/>
          <a:p>
            <a:pPr algn="ctr"/>
            <a:r>
              <a:rPr lang="en-US" sz="4100" dirty="0"/>
              <a:t>B</a:t>
            </a:r>
            <a:r>
              <a:rPr lang="tr-TR" sz="4100" dirty="0"/>
              <a:t>i</a:t>
            </a:r>
            <a:r>
              <a:rPr lang="en-US" sz="4100" dirty="0" err="1"/>
              <a:t>yoelektr</a:t>
            </a:r>
            <a:r>
              <a:rPr lang="tr-TR" sz="4100" dirty="0"/>
              <a:t>i</a:t>
            </a:r>
            <a:r>
              <a:rPr lang="en-US" sz="4100" dirty="0"/>
              <a:t>k </a:t>
            </a:r>
            <a:r>
              <a:rPr lang="en-US" sz="4100" dirty="0" err="1"/>
              <a:t>İşaretler</a:t>
            </a:r>
            <a:r>
              <a:rPr lang="tr-TR" sz="4100" dirty="0"/>
              <a:t>i</a:t>
            </a:r>
            <a:r>
              <a:rPr lang="en-US" sz="4100" dirty="0"/>
              <a:t>n </a:t>
            </a:r>
            <a:r>
              <a:rPr lang="en-US" sz="4100" dirty="0" err="1"/>
              <a:t>Oluşumu</a:t>
            </a:r>
            <a:endParaRPr lang="en-US" sz="4100" dirty="0"/>
          </a:p>
        </p:txBody>
      </p:sp>
      <p:sp>
        <p:nvSpPr>
          <p:cNvPr id="256" name="Round Diagonal Corner Rectangle 6">
            <a:extLst>
              <a:ext uri="{FF2B5EF4-FFF2-40B4-BE49-F238E27FC236}">
                <a16:creationId xmlns:a16="http://schemas.microsoft.com/office/drawing/2014/main" id="{9CE97880-B96A-4BF9-BFFB-34DAA44F88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6974" y="639965"/>
            <a:ext cx="10879991" cy="3598548"/>
          </a:xfrm>
          <a:prstGeom prst="round2DiagRect">
            <a:avLst>
              <a:gd name="adj1" fmla="val 9529"/>
              <a:gd name="adj2" fmla="val 0"/>
            </a:avLst>
          </a:prstGeom>
          <a:solidFill>
            <a:srgbClr val="FFFFFF"/>
          </a:solidFill>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İçerik Yer Tutucusu 9" descr="diyagram, kırpıntı çizim içeren bir resim&#10;&#10;Yapay zeka tarafından oluşturulmuş içerik yanlış olabilir.">
            <a:extLst>
              <a:ext uri="{FF2B5EF4-FFF2-40B4-BE49-F238E27FC236}">
                <a16:creationId xmlns:a16="http://schemas.microsoft.com/office/drawing/2014/main" id="{6B181018-B762-09D2-429A-D9C47023757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87909" y="1302098"/>
            <a:ext cx="3732143" cy="2192635"/>
          </a:xfrm>
          <a:prstGeom prst="rect">
            <a:avLst/>
          </a:prstGeom>
        </p:spPr>
      </p:pic>
      <p:pic>
        <p:nvPicPr>
          <p:cNvPr id="4" name="Resim 3">
            <a:extLst>
              <a:ext uri="{FF2B5EF4-FFF2-40B4-BE49-F238E27FC236}">
                <a16:creationId xmlns:a16="http://schemas.microsoft.com/office/drawing/2014/main" id="{4B8D54EC-4DF9-B7DD-EBC4-DA104D893F2A}"/>
              </a:ext>
            </a:extLst>
          </p:cNvPr>
          <p:cNvPicPr>
            <a:picLocks noChangeAspect="1"/>
          </p:cNvPicPr>
          <p:nvPr/>
        </p:nvPicPr>
        <p:blipFill>
          <a:blip r:embed="rId5"/>
          <a:stretch>
            <a:fillRect/>
          </a:stretch>
        </p:blipFill>
        <p:spPr>
          <a:xfrm>
            <a:off x="4734352" y="1513573"/>
            <a:ext cx="6473402" cy="1820226"/>
          </a:xfrm>
          <a:prstGeom prst="rect">
            <a:avLst/>
          </a:prstGeom>
        </p:spPr>
      </p:pic>
      <p:sp>
        <p:nvSpPr>
          <p:cNvPr id="5" name="Alt Bilgi Yer Tutucusu 4">
            <a:extLst>
              <a:ext uri="{FF2B5EF4-FFF2-40B4-BE49-F238E27FC236}">
                <a16:creationId xmlns:a16="http://schemas.microsoft.com/office/drawing/2014/main" id="{8923C7A8-845C-39B2-E07E-D0BA3B96A256}"/>
              </a:ext>
            </a:extLst>
          </p:cNvPr>
          <p:cNvSpPr>
            <a:spLocks noGrp="1"/>
          </p:cNvSpPr>
          <p:nvPr>
            <p:ph type="ftr" sz="quarter" idx="11"/>
          </p:nvPr>
        </p:nvSpPr>
        <p:spPr/>
        <p:txBody>
          <a:bodyPr/>
          <a:lstStyle/>
          <a:p>
            <a:r>
              <a:rPr lang="en-US"/>
              <a:t>MEHMET FATİH KARAKAŞ</a:t>
            </a:r>
            <a:endParaRPr lang="en-US" dirty="0"/>
          </a:p>
        </p:txBody>
      </p:sp>
    </p:spTree>
    <p:extLst>
      <p:ext uri="{BB962C8B-B14F-4D97-AF65-F5344CB8AC3E}">
        <p14:creationId xmlns:p14="http://schemas.microsoft.com/office/powerpoint/2010/main" val="320349086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 calcmode="lin" valueType="num">
                                      <p:cBhvr additive="base">
                                        <p:cTn id="7" dur="500" fill="hold"/>
                                        <p:tgtEl>
                                          <p:spTgt spid="10"/>
                                        </p:tgtEl>
                                        <p:attrNameLst>
                                          <p:attrName>ppt_x</p:attrName>
                                        </p:attrNameLst>
                                      </p:cBhvr>
                                      <p:tavLst>
                                        <p:tav tm="0">
                                          <p:val>
                                            <p:strVal val="#ppt_x"/>
                                          </p:val>
                                        </p:tav>
                                        <p:tav tm="100000">
                                          <p:val>
                                            <p:strVal val="#ppt_x"/>
                                          </p:val>
                                        </p:tav>
                                      </p:tavLst>
                                    </p:anim>
                                    <p:anim calcmode="lin" valueType="num">
                                      <p:cBhvr additive="base">
                                        <p:cTn id="8" dur="500" fill="hold"/>
                                        <p:tgtEl>
                                          <p:spTgt spid="10"/>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4"/>
                                        </p:tgtEl>
                                        <p:attrNameLst>
                                          <p:attrName>style.visibility</p:attrName>
                                        </p:attrNameLst>
                                      </p:cBhvr>
                                      <p:to>
                                        <p:strVal val="visible"/>
                                      </p:to>
                                    </p:set>
                                    <p:anim calcmode="lin" valueType="num">
                                      <p:cBhvr additive="base">
                                        <p:cTn id="13" dur="500" fill="hold"/>
                                        <p:tgtEl>
                                          <p:spTgt spid="4"/>
                                        </p:tgtEl>
                                        <p:attrNameLst>
                                          <p:attrName>ppt_x</p:attrName>
                                        </p:attrNameLst>
                                      </p:cBhvr>
                                      <p:tavLst>
                                        <p:tav tm="0">
                                          <p:val>
                                            <p:strVal val="#ppt_x"/>
                                          </p:val>
                                        </p:tav>
                                        <p:tav tm="100000">
                                          <p:val>
                                            <p:strVal val="#ppt_x"/>
                                          </p:val>
                                        </p:tav>
                                      </p:tavLst>
                                    </p:anim>
                                    <p:anim calcmode="lin" valueType="num">
                                      <p:cBhvr additive="base">
                                        <p:cTn id="14"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blipFill>
          <a:blip r:embed="rId2">
            <a:duotone>
              <a:schemeClr val="bg2">
                <a:shade val="88000"/>
                <a:hueMod val="106000"/>
                <a:satMod val="140000"/>
                <a:lumMod val="54000"/>
              </a:schemeClr>
              <a:schemeClr val="bg2">
                <a:tint val="98000"/>
                <a:hueMod val="90000"/>
                <a:satMod val="150000"/>
                <a:lumMod val="160000"/>
              </a:schemeClr>
            </a:duotone>
          </a:blip>
          <a:stretch/>
        </a:blipFill>
        <a:effectLst/>
      </p:bgPr>
    </p:bg>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A1F02056-AC3F-F174-EF14-6BC5AA7AC912}"/>
              </a:ext>
            </a:extLst>
          </p:cNvPr>
          <p:cNvSpPr>
            <a:spLocks noGrp="1"/>
          </p:cNvSpPr>
          <p:nvPr>
            <p:ph type="title"/>
          </p:nvPr>
        </p:nvSpPr>
        <p:spPr>
          <a:xfrm>
            <a:off x="1141413" y="618518"/>
            <a:ext cx="9905998" cy="1478570"/>
          </a:xfrm>
        </p:spPr>
        <p:txBody>
          <a:bodyPr>
            <a:normAutofit/>
          </a:bodyPr>
          <a:lstStyle/>
          <a:p>
            <a:r>
              <a:rPr lang="tr-TR"/>
              <a:t>Biyoelektrik İşaretlerinin Oluşumu</a:t>
            </a:r>
          </a:p>
        </p:txBody>
      </p:sp>
      <p:graphicFrame>
        <p:nvGraphicFramePr>
          <p:cNvPr id="11" name="İçerik Yer Tutucusu 2">
            <a:extLst>
              <a:ext uri="{FF2B5EF4-FFF2-40B4-BE49-F238E27FC236}">
                <a16:creationId xmlns:a16="http://schemas.microsoft.com/office/drawing/2014/main" id="{4F8CA40E-2B2E-06E5-0A19-58F4679AF7E6}"/>
              </a:ext>
            </a:extLst>
          </p:cNvPr>
          <p:cNvGraphicFramePr>
            <a:graphicFrameLocks noGrp="1"/>
          </p:cNvGraphicFramePr>
          <p:nvPr>
            <p:ph idx="1"/>
            <p:extLst>
              <p:ext uri="{D42A27DB-BD31-4B8C-83A1-F6EECF244321}">
                <p14:modId xmlns:p14="http://schemas.microsoft.com/office/powerpoint/2010/main" val="4125917036"/>
              </p:ext>
            </p:extLst>
          </p:nvPr>
        </p:nvGraphicFramePr>
        <p:xfrm>
          <a:off x="1141413" y="2418820"/>
          <a:ext cx="9906000" cy="3142721"/>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6" name="Alt Bilgi Yer Tutucusu 5">
            <a:extLst>
              <a:ext uri="{FF2B5EF4-FFF2-40B4-BE49-F238E27FC236}">
                <a16:creationId xmlns:a16="http://schemas.microsoft.com/office/drawing/2014/main" id="{29CD3744-F212-2637-328C-272C219C072C}"/>
              </a:ext>
            </a:extLst>
          </p:cNvPr>
          <p:cNvSpPr>
            <a:spLocks noGrp="1"/>
          </p:cNvSpPr>
          <p:nvPr>
            <p:ph type="ftr" sz="quarter" idx="11"/>
          </p:nvPr>
        </p:nvSpPr>
        <p:spPr/>
        <p:txBody>
          <a:bodyPr/>
          <a:lstStyle/>
          <a:p>
            <a:r>
              <a:rPr lang="en-US"/>
              <a:t>MEHMET FATİH KARAKAŞ</a:t>
            </a:r>
            <a:endParaRPr lang="en-US" dirty="0"/>
          </a:p>
        </p:txBody>
      </p:sp>
    </p:spTree>
    <p:extLst>
      <p:ext uri="{BB962C8B-B14F-4D97-AF65-F5344CB8AC3E}">
        <p14:creationId xmlns:p14="http://schemas.microsoft.com/office/powerpoint/2010/main" val="167639170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6BFC9644-673A-459F-B3C5-9310A4E50E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4ADB9295-9645-4BF2-ADFD-75800B7FAD0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4288" y="0"/>
            <a:ext cx="1220788" cy="6858001"/>
            <a:chOff x="-14288" y="0"/>
            <a:chExt cx="1220788" cy="6858001"/>
          </a:xfrm>
          <a:solidFill>
            <a:schemeClr val="bg2">
              <a:lumMod val="60000"/>
              <a:lumOff val="40000"/>
              <a:alpha val="60000"/>
            </a:schemeClr>
          </a:solidFill>
        </p:grpSpPr>
        <p:sp>
          <p:nvSpPr>
            <p:cNvPr id="11" name="Rectangle 5">
              <a:extLst>
                <a:ext uri="{FF2B5EF4-FFF2-40B4-BE49-F238E27FC236}">
                  <a16:creationId xmlns:a16="http://schemas.microsoft.com/office/drawing/2014/main" id="{95B061E9-E435-4E1B-B160-96584A11669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4300" y="4763"/>
              <a:ext cx="23813" cy="2181225"/>
            </a:xfrm>
            <a:prstGeom prst="rect">
              <a:avLst/>
            </a:pr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miter lim="800000"/>
                  <a:headEnd/>
                  <a:tailEnd/>
                </a14:hiddenLine>
              </a:ext>
            </a:extLst>
          </p:spPr>
          <p:txBody>
            <a:bodyPr/>
            <a:lstStyle/>
            <a:p>
              <a:endParaRPr lang="tr-TR"/>
            </a:p>
          </p:txBody>
        </p:sp>
        <p:sp>
          <p:nvSpPr>
            <p:cNvPr id="12" name="Freeform 6">
              <a:extLst>
                <a:ext uri="{FF2B5EF4-FFF2-40B4-BE49-F238E27FC236}">
                  <a16:creationId xmlns:a16="http://schemas.microsoft.com/office/drawing/2014/main" id="{3CD7972E-7D38-40EE-A80B-E2A848811ED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13" name="Freeform 7">
              <a:extLst>
                <a:ext uri="{FF2B5EF4-FFF2-40B4-BE49-F238E27FC236}">
                  <a16:creationId xmlns:a16="http://schemas.microsoft.com/office/drawing/2014/main" id="{524A3B55-746F-419F-8CFF-5F3A4BE1434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14" name="Freeform 8">
              <a:extLst>
                <a:ext uri="{FF2B5EF4-FFF2-40B4-BE49-F238E27FC236}">
                  <a16:creationId xmlns:a16="http://schemas.microsoft.com/office/drawing/2014/main" id="{9C63219B-AD72-4494-935E-F5C70DB549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15" name="Freeform 9">
              <a:extLst>
                <a:ext uri="{FF2B5EF4-FFF2-40B4-BE49-F238E27FC236}">
                  <a16:creationId xmlns:a16="http://schemas.microsoft.com/office/drawing/2014/main" id="{15B41FD2-05E2-44E7-8760-09E65D1C603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16" name="Freeform 10">
              <a:extLst>
                <a:ext uri="{FF2B5EF4-FFF2-40B4-BE49-F238E27FC236}">
                  <a16:creationId xmlns:a16="http://schemas.microsoft.com/office/drawing/2014/main" id="{FE6D63D0-3347-4EE2-8F65-F1C32168FA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17" name="Freeform 11">
              <a:extLst>
                <a:ext uri="{FF2B5EF4-FFF2-40B4-BE49-F238E27FC236}">
                  <a16:creationId xmlns:a16="http://schemas.microsoft.com/office/drawing/2014/main" id="{538A46A3-DB16-45D5-B636-03EFE39FE9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18" name="Freeform 12">
              <a:extLst>
                <a:ext uri="{FF2B5EF4-FFF2-40B4-BE49-F238E27FC236}">
                  <a16:creationId xmlns:a16="http://schemas.microsoft.com/office/drawing/2014/main" id="{0B8A2B0E-823F-4BE8-9359-45143BB1248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19" name="Freeform 13">
              <a:extLst>
                <a:ext uri="{FF2B5EF4-FFF2-40B4-BE49-F238E27FC236}">
                  <a16:creationId xmlns:a16="http://schemas.microsoft.com/office/drawing/2014/main" id="{44516B3C-A8BE-46FC-B643-3DFEB7F2838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20" name="Freeform 14">
              <a:extLst>
                <a:ext uri="{FF2B5EF4-FFF2-40B4-BE49-F238E27FC236}">
                  <a16:creationId xmlns:a16="http://schemas.microsoft.com/office/drawing/2014/main" id="{59FD699C-3920-4E57-BE27-165A3F036C2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21" name="Freeform 15">
              <a:extLst>
                <a:ext uri="{FF2B5EF4-FFF2-40B4-BE49-F238E27FC236}">
                  <a16:creationId xmlns:a16="http://schemas.microsoft.com/office/drawing/2014/main" id="{0FB0C02E-3F53-4889-8ADF-80DBC43F693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22" name="Line 16">
              <a:extLst>
                <a:ext uri="{FF2B5EF4-FFF2-40B4-BE49-F238E27FC236}">
                  <a16:creationId xmlns:a16="http://schemas.microsoft.com/office/drawing/2014/main" id="{F8A0C89C-946F-4BCD-8A27-BB73E37FE52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4763" y="9525"/>
              <a:ext cx="0" cy="0"/>
            </a:xfrm>
            <a:prstGeom prst="line">
              <a:avLst/>
            </a:prstGeom>
            <a:grpFill/>
            <a:ln w="15" cap="flat">
              <a:solidFill>
                <a:srgbClr val="FFFFFF"/>
              </a:solidFill>
              <a:prstDash val="solid"/>
              <a:miter lim="800000"/>
              <a:headEnd/>
              <a:tailEnd/>
            </a:ln>
          </p:spPr>
          <p:txBody>
            <a:bodyPr/>
            <a:lstStyle/>
            <a:p>
              <a:endParaRPr lang="tr-TR"/>
            </a:p>
          </p:txBody>
        </p:sp>
        <p:sp>
          <p:nvSpPr>
            <p:cNvPr id="23" name="Freeform 17">
              <a:extLst>
                <a:ext uri="{FF2B5EF4-FFF2-40B4-BE49-F238E27FC236}">
                  <a16:creationId xmlns:a16="http://schemas.microsoft.com/office/drawing/2014/main" id="{70C83EAF-4E92-4849-A240-B257871DC0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24" name="Freeform 18">
              <a:extLst>
                <a:ext uri="{FF2B5EF4-FFF2-40B4-BE49-F238E27FC236}">
                  <a16:creationId xmlns:a16="http://schemas.microsoft.com/office/drawing/2014/main" id="{320FD164-4D7A-469C-B3F4-B926BFACF53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25" name="Freeform 19">
              <a:extLst>
                <a:ext uri="{FF2B5EF4-FFF2-40B4-BE49-F238E27FC236}">
                  <a16:creationId xmlns:a16="http://schemas.microsoft.com/office/drawing/2014/main" id="{F6E14D9A-4E63-48FF-95C5-9E8DDFF86C4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26" name="Freeform 20">
              <a:extLst>
                <a:ext uri="{FF2B5EF4-FFF2-40B4-BE49-F238E27FC236}">
                  <a16:creationId xmlns:a16="http://schemas.microsoft.com/office/drawing/2014/main" id="{F3DCD24F-3CA8-4404-B22C-E4C928995F3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27" name="Rectangle 21">
              <a:extLst>
                <a:ext uri="{FF2B5EF4-FFF2-40B4-BE49-F238E27FC236}">
                  <a16:creationId xmlns:a16="http://schemas.microsoft.com/office/drawing/2014/main" id="{8AD2E827-32A3-4BE4-9CC6-8315629177A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33350" y="4662488"/>
              <a:ext cx="23813" cy="2181225"/>
            </a:xfrm>
            <a:prstGeom prst="rect">
              <a:avLst/>
            </a:pr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miter lim="800000"/>
                  <a:headEnd/>
                  <a:tailEnd/>
                </a14:hiddenLine>
              </a:ext>
            </a:extLst>
          </p:spPr>
          <p:txBody>
            <a:bodyPr/>
            <a:lstStyle/>
            <a:p>
              <a:endParaRPr lang="tr-TR"/>
            </a:p>
          </p:txBody>
        </p:sp>
        <p:sp>
          <p:nvSpPr>
            <p:cNvPr id="28" name="Freeform 22">
              <a:extLst>
                <a:ext uri="{FF2B5EF4-FFF2-40B4-BE49-F238E27FC236}">
                  <a16:creationId xmlns:a16="http://schemas.microsoft.com/office/drawing/2014/main" id="{47FB2CCC-1230-494F-B2D1-F05E5B8EDF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29" name="Freeform 23">
              <a:extLst>
                <a:ext uri="{FF2B5EF4-FFF2-40B4-BE49-F238E27FC236}">
                  <a16:creationId xmlns:a16="http://schemas.microsoft.com/office/drawing/2014/main" id="{A5F44514-9274-47E3-9243-CA9356C166B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30" name="Freeform 24">
              <a:extLst>
                <a:ext uri="{FF2B5EF4-FFF2-40B4-BE49-F238E27FC236}">
                  <a16:creationId xmlns:a16="http://schemas.microsoft.com/office/drawing/2014/main" id="{D06192CD-AD86-4DCA-8B53-4ACCA46583A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31" name="Freeform 25">
              <a:extLst>
                <a:ext uri="{FF2B5EF4-FFF2-40B4-BE49-F238E27FC236}">
                  <a16:creationId xmlns:a16="http://schemas.microsoft.com/office/drawing/2014/main" id="{99E9203A-21E4-46D8-981A-4B28CA320A6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32" name="Freeform 26">
              <a:extLst>
                <a:ext uri="{FF2B5EF4-FFF2-40B4-BE49-F238E27FC236}">
                  <a16:creationId xmlns:a16="http://schemas.microsoft.com/office/drawing/2014/main" id="{32FCE9B6-FB52-4045-8DCC-E5959B9A40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33" name="Freeform 27">
              <a:extLst>
                <a:ext uri="{FF2B5EF4-FFF2-40B4-BE49-F238E27FC236}">
                  <a16:creationId xmlns:a16="http://schemas.microsoft.com/office/drawing/2014/main" id="{E4A7025C-CDE8-429A-BBB9-E7380C96238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34" name="Freeform 28">
              <a:extLst>
                <a:ext uri="{FF2B5EF4-FFF2-40B4-BE49-F238E27FC236}">
                  <a16:creationId xmlns:a16="http://schemas.microsoft.com/office/drawing/2014/main" id="{A4EA0256-5DF5-437A-98A7-B79F3E6BB89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35" name="Freeform 29">
              <a:extLst>
                <a:ext uri="{FF2B5EF4-FFF2-40B4-BE49-F238E27FC236}">
                  <a16:creationId xmlns:a16="http://schemas.microsoft.com/office/drawing/2014/main" id="{90C9433D-9E1C-493B-BEBD-C3081FFA328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36" name="Freeform 30">
              <a:extLst>
                <a:ext uri="{FF2B5EF4-FFF2-40B4-BE49-F238E27FC236}">
                  <a16:creationId xmlns:a16="http://schemas.microsoft.com/office/drawing/2014/main" id="{352B39BB-F298-4285-A709-1FBA0CB722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37" name="Freeform 31">
              <a:extLst>
                <a:ext uri="{FF2B5EF4-FFF2-40B4-BE49-F238E27FC236}">
                  <a16:creationId xmlns:a16="http://schemas.microsoft.com/office/drawing/2014/main" id="{31CAF2A0-CBA0-4E86-AA87-8750EC1AFB2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grpSp>
      <p:sp>
        <p:nvSpPr>
          <p:cNvPr id="2" name="Başlık 1">
            <a:extLst>
              <a:ext uri="{FF2B5EF4-FFF2-40B4-BE49-F238E27FC236}">
                <a16:creationId xmlns:a16="http://schemas.microsoft.com/office/drawing/2014/main" id="{6D30EA28-8842-0809-7EEC-ED64730A2512}"/>
              </a:ext>
            </a:extLst>
          </p:cNvPr>
          <p:cNvSpPr>
            <a:spLocks noGrp="1"/>
          </p:cNvSpPr>
          <p:nvPr>
            <p:ph type="title"/>
          </p:nvPr>
        </p:nvSpPr>
        <p:spPr>
          <a:xfrm>
            <a:off x="1019015" y="1093787"/>
            <a:ext cx="3059969" cy="4697413"/>
          </a:xfrm>
        </p:spPr>
        <p:txBody>
          <a:bodyPr>
            <a:normAutofit/>
          </a:bodyPr>
          <a:lstStyle/>
          <a:p>
            <a:r>
              <a:rPr lang="tr-TR"/>
              <a:t>Biyoelektrik İşaretlerinin Oluşumu</a:t>
            </a:r>
          </a:p>
        </p:txBody>
      </p:sp>
      <p:sp useBgFill="1">
        <p:nvSpPr>
          <p:cNvPr id="39" name="Round Diagonal Corner Rectangle 7">
            <a:extLst>
              <a:ext uri="{FF2B5EF4-FFF2-40B4-BE49-F238E27FC236}">
                <a16:creationId xmlns:a16="http://schemas.microsoft.com/office/drawing/2014/main" id="{7D1C411D-0818-4640-8657-2AF78250C8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25084" y="0"/>
            <a:ext cx="7566916" cy="6848476"/>
          </a:xfrm>
          <a:prstGeom prst="round2DiagRect">
            <a:avLst>
              <a:gd name="adj1" fmla="val 0"/>
              <a:gd name="adj2" fmla="val 0"/>
            </a:avLst>
          </a:prstGeom>
          <a:ln w="19050" cap="sq">
            <a:noFill/>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 name="İçerik Yer Tutucusu 2">
            <a:extLst>
              <a:ext uri="{FF2B5EF4-FFF2-40B4-BE49-F238E27FC236}">
                <a16:creationId xmlns:a16="http://schemas.microsoft.com/office/drawing/2014/main" id="{EAF7EF77-28F5-9386-6587-00E068FF9AB6}"/>
              </a:ext>
            </a:extLst>
          </p:cNvPr>
          <p:cNvSpPr>
            <a:spLocks noGrp="1"/>
          </p:cNvSpPr>
          <p:nvPr>
            <p:ph idx="1"/>
          </p:nvPr>
        </p:nvSpPr>
        <p:spPr>
          <a:xfrm>
            <a:off x="5215467" y="1093788"/>
            <a:ext cx="5831944" cy="4697413"/>
          </a:xfrm>
        </p:spPr>
        <p:txBody>
          <a:bodyPr>
            <a:normAutofit/>
          </a:bodyPr>
          <a:lstStyle/>
          <a:p>
            <a:pPr>
              <a:lnSpc>
                <a:spcPct val="110000"/>
              </a:lnSpc>
            </a:pPr>
            <a:r>
              <a:rPr lang="tr-TR" sz="2000"/>
              <a:t>Membran, hücrenin çevresini kaplayan bir duvar olarak hücrenin iç ve dış kısmını ayırır ve geçirgenlik (permeabilite) engeli olarak çalışır. </a:t>
            </a:r>
          </a:p>
          <a:p>
            <a:pPr>
              <a:lnSpc>
                <a:spcPct val="110000"/>
              </a:lnSpc>
            </a:pPr>
            <a:r>
              <a:rPr lang="tr-TR" sz="2000"/>
              <a:t>Hücreye gireni, çıkanı kontrol eder ve böylece aktif ve pasif membran iletimini gerçekleştirir. </a:t>
            </a:r>
          </a:p>
          <a:p>
            <a:pPr>
              <a:lnSpc>
                <a:spcPct val="110000"/>
              </a:lnSpc>
            </a:pPr>
            <a:r>
              <a:rPr lang="tr-TR" sz="2000"/>
              <a:t>Hücreye gelen tüm kimyasal (hormonal) ve elektriksel (sinirsel) enformasyon membran yolu üzerinden hücreye ulaşır.</a:t>
            </a:r>
          </a:p>
          <a:p>
            <a:pPr>
              <a:lnSpc>
                <a:spcPct val="110000"/>
              </a:lnSpc>
            </a:pPr>
            <a:r>
              <a:rPr lang="tr-TR" sz="2000"/>
              <a:t>Hormonlar membrandaki reseptörlere etki ederek etkilerini hücreye ulaştırırlar. Birçok ilaç etkilerini ancak membran ile temas ettikten sonra gösterir.</a:t>
            </a:r>
          </a:p>
        </p:txBody>
      </p:sp>
      <p:sp>
        <p:nvSpPr>
          <p:cNvPr id="5" name="Alt Bilgi Yer Tutucusu 4">
            <a:extLst>
              <a:ext uri="{FF2B5EF4-FFF2-40B4-BE49-F238E27FC236}">
                <a16:creationId xmlns:a16="http://schemas.microsoft.com/office/drawing/2014/main" id="{32970440-824E-A33C-0F8B-3B858567BD27}"/>
              </a:ext>
            </a:extLst>
          </p:cNvPr>
          <p:cNvSpPr>
            <a:spLocks noGrp="1"/>
          </p:cNvSpPr>
          <p:nvPr>
            <p:ph type="ftr" sz="quarter" idx="11"/>
          </p:nvPr>
        </p:nvSpPr>
        <p:spPr/>
        <p:txBody>
          <a:bodyPr/>
          <a:lstStyle/>
          <a:p>
            <a:r>
              <a:rPr lang="en-US"/>
              <a:t>MEHMET FATİH KARAKAŞ</a:t>
            </a:r>
            <a:endParaRPr lang="en-US" dirty="0"/>
          </a:p>
        </p:txBody>
      </p:sp>
    </p:spTree>
    <p:extLst>
      <p:ext uri="{BB962C8B-B14F-4D97-AF65-F5344CB8AC3E}">
        <p14:creationId xmlns:p14="http://schemas.microsoft.com/office/powerpoint/2010/main" val="146451021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6BFC9644-673A-459F-B3C5-9310A4E50E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4ADB9295-9645-4BF2-ADFD-75800B7FAD0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4288" y="0"/>
            <a:ext cx="1220788" cy="6858001"/>
            <a:chOff x="-14288" y="0"/>
            <a:chExt cx="1220788" cy="6858001"/>
          </a:xfrm>
          <a:solidFill>
            <a:schemeClr val="bg2">
              <a:lumMod val="60000"/>
              <a:lumOff val="40000"/>
              <a:alpha val="60000"/>
            </a:schemeClr>
          </a:solidFill>
        </p:grpSpPr>
        <p:sp>
          <p:nvSpPr>
            <p:cNvPr id="11" name="Rectangle 5">
              <a:extLst>
                <a:ext uri="{FF2B5EF4-FFF2-40B4-BE49-F238E27FC236}">
                  <a16:creationId xmlns:a16="http://schemas.microsoft.com/office/drawing/2014/main" id="{95B061E9-E435-4E1B-B160-96584A11669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4300" y="4763"/>
              <a:ext cx="23813" cy="2181225"/>
            </a:xfrm>
            <a:prstGeom prst="rect">
              <a:avLst/>
            </a:pr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miter lim="800000"/>
                  <a:headEnd/>
                  <a:tailEnd/>
                </a14:hiddenLine>
              </a:ext>
            </a:extLst>
          </p:spPr>
          <p:txBody>
            <a:bodyPr/>
            <a:lstStyle/>
            <a:p>
              <a:endParaRPr lang="tr-TR"/>
            </a:p>
          </p:txBody>
        </p:sp>
        <p:sp>
          <p:nvSpPr>
            <p:cNvPr id="12" name="Freeform 6">
              <a:extLst>
                <a:ext uri="{FF2B5EF4-FFF2-40B4-BE49-F238E27FC236}">
                  <a16:creationId xmlns:a16="http://schemas.microsoft.com/office/drawing/2014/main" id="{3CD7972E-7D38-40EE-A80B-E2A848811ED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13" name="Freeform 7">
              <a:extLst>
                <a:ext uri="{FF2B5EF4-FFF2-40B4-BE49-F238E27FC236}">
                  <a16:creationId xmlns:a16="http://schemas.microsoft.com/office/drawing/2014/main" id="{524A3B55-746F-419F-8CFF-5F3A4BE1434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14" name="Freeform 8">
              <a:extLst>
                <a:ext uri="{FF2B5EF4-FFF2-40B4-BE49-F238E27FC236}">
                  <a16:creationId xmlns:a16="http://schemas.microsoft.com/office/drawing/2014/main" id="{9C63219B-AD72-4494-935E-F5C70DB549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15" name="Freeform 9">
              <a:extLst>
                <a:ext uri="{FF2B5EF4-FFF2-40B4-BE49-F238E27FC236}">
                  <a16:creationId xmlns:a16="http://schemas.microsoft.com/office/drawing/2014/main" id="{15B41FD2-05E2-44E7-8760-09E65D1C603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16" name="Freeform 10">
              <a:extLst>
                <a:ext uri="{FF2B5EF4-FFF2-40B4-BE49-F238E27FC236}">
                  <a16:creationId xmlns:a16="http://schemas.microsoft.com/office/drawing/2014/main" id="{FE6D63D0-3347-4EE2-8F65-F1C32168FA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17" name="Freeform 11">
              <a:extLst>
                <a:ext uri="{FF2B5EF4-FFF2-40B4-BE49-F238E27FC236}">
                  <a16:creationId xmlns:a16="http://schemas.microsoft.com/office/drawing/2014/main" id="{538A46A3-DB16-45D5-B636-03EFE39FE9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18" name="Freeform 12">
              <a:extLst>
                <a:ext uri="{FF2B5EF4-FFF2-40B4-BE49-F238E27FC236}">
                  <a16:creationId xmlns:a16="http://schemas.microsoft.com/office/drawing/2014/main" id="{0B8A2B0E-823F-4BE8-9359-45143BB1248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19" name="Freeform 13">
              <a:extLst>
                <a:ext uri="{FF2B5EF4-FFF2-40B4-BE49-F238E27FC236}">
                  <a16:creationId xmlns:a16="http://schemas.microsoft.com/office/drawing/2014/main" id="{44516B3C-A8BE-46FC-B643-3DFEB7F2838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20" name="Freeform 14">
              <a:extLst>
                <a:ext uri="{FF2B5EF4-FFF2-40B4-BE49-F238E27FC236}">
                  <a16:creationId xmlns:a16="http://schemas.microsoft.com/office/drawing/2014/main" id="{59FD699C-3920-4E57-BE27-165A3F036C2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21" name="Freeform 15">
              <a:extLst>
                <a:ext uri="{FF2B5EF4-FFF2-40B4-BE49-F238E27FC236}">
                  <a16:creationId xmlns:a16="http://schemas.microsoft.com/office/drawing/2014/main" id="{0FB0C02E-3F53-4889-8ADF-80DBC43F693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22" name="Line 16">
              <a:extLst>
                <a:ext uri="{FF2B5EF4-FFF2-40B4-BE49-F238E27FC236}">
                  <a16:creationId xmlns:a16="http://schemas.microsoft.com/office/drawing/2014/main" id="{F8A0C89C-946F-4BCD-8A27-BB73E37FE52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4763" y="9525"/>
              <a:ext cx="0" cy="0"/>
            </a:xfrm>
            <a:prstGeom prst="line">
              <a:avLst/>
            </a:prstGeom>
            <a:grpFill/>
            <a:ln w="15" cap="flat">
              <a:solidFill>
                <a:srgbClr val="FFFFFF"/>
              </a:solidFill>
              <a:prstDash val="solid"/>
              <a:miter lim="800000"/>
              <a:headEnd/>
              <a:tailEnd/>
            </a:ln>
          </p:spPr>
          <p:txBody>
            <a:bodyPr/>
            <a:lstStyle/>
            <a:p>
              <a:endParaRPr lang="tr-TR"/>
            </a:p>
          </p:txBody>
        </p:sp>
        <p:sp>
          <p:nvSpPr>
            <p:cNvPr id="23" name="Freeform 17">
              <a:extLst>
                <a:ext uri="{FF2B5EF4-FFF2-40B4-BE49-F238E27FC236}">
                  <a16:creationId xmlns:a16="http://schemas.microsoft.com/office/drawing/2014/main" id="{70C83EAF-4E92-4849-A240-B257871DC0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24" name="Freeform 18">
              <a:extLst>
                <a:ext uri="{FF2B5EF4-FFF2-40B4-BE49-F238E27FC236}">
                  <a16:creationId xmlns:a16="http://schemas.microsoft.com/office/drawing/2014/main" id="{320FD164-4D7A-469C-B3F4-B926BFACF53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25" name="Freeform 19">
              <a:extLst>
                <a:ext uri="{FF2B5EF4-FFF2-40B4-BE49-F238E27FC236}">
                  <a16:creationId xmlns:a16="http://schemas.microsoft.com/office/drawing/2014/main" id="{F6E14D9A-4E63-48FF-95C5-9E8DDFF86C4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26" name="Freeform 20">
              <a:extLst>
                <a:ext uri="{FF2B5EF4-FFF2-40B4-BE49-F238E27FC236}">
                  <a16:creationId xmlns:a16="http://schemas.microsoft.com/office/drawing/2014/main" id="{F3DCD24F-3CA8-4404-B22C-E4C928995F3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27" name="Rectangle 21">
              <a:extLst>
                <a:ext uri="{FF2B5EF4-FFF2-40B4-BE49-F238E27FC236}">
                  <a16:creationId xmlns:a16="http://schemas.microsoft.com/office/drawing/2014/main" id="{8AD2E827-32A3-4BE4-9CC6-8315629177A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33350" y="4662488"/>
              <a:ext cx="23813" cy="2181225"/>
            </a:xfrm>
            <a:prstGeom prst="rect">
              <a:avLst/>
            </a:pr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miter lim="800000"/>
                  <a:headEnd/>
                  <a:tailEnd/>
                </a14:hiddenLine>
              </a:ext>
            </a:extLst>
          </p:spPr>
          <p:txBody>
            <a:bodyPr/>
            <a:lstStyle/>
            <a:p>
              <a:endParaRPr lang="tr-TR"/>
            </a:p>
          </p:txBody>
        </p:sp>
        <p:sp>
          <p:nvSpPr>
            <p:cNvPr id="28" name="Freeform 22">
              <a:extLst>
                <a:ext uri="{FF2B5EF4-FFF2-40B4-BE49-F238E27FC236}">
                  <a16:creationId xmlns:a16="http://schemas.microsoft.com/office/drawing/2014/main" id="{47FB2CCC-1230-494F-B2D1-F05E5B8EDF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29" name="Freeform 23">
              <a:extLst>
                <a:ext uri="{FF2B5EF4-FFF2-40B4-BE49-F238E27FC236}">
                  <a16:creationId xmlns:a16="http://schemas.microsoft.com/office/drawing/2014/main" id="{A5F44514-9274-47E3-9243-CA9356C166B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30" name="Freeform 24">
              <a:extLst>
                <a:ext uri="{FF2B5EF4-FFF2-40B4-BE49-F238E27FC236}">
                  <a16:creationId xmlns:a16="http://schemas.microsoft.com/office/drawing/2014/main" id="{D06192CD-AD86-4DCA-8B53-4ACCA46583A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31" name="Freeform 25">
              <a:extLst>
                <a:ext uri="{FF2B5EF4-FFF2-40B4-BE49-F238E27FC236}">
                  <a16:creationId xmlns:a16="http://schemas.microsoft.com/office/drawing/2014/main" id="{99E9203A-21E4-46D8-981A-4B28CA320A6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32" name="Freeform 26">
              <a:extLst>
                <a:ext uri="{FF2B5EF4-FFF2-40B4-BE49-F238E27FC236}">
                  <a16:creationId xmlns:a16="http://schemas.microsoft.com/office/drawing/2014/main" id="{32FCE9B6-FB52-4045-8DCC-E5959B9A40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33" name="Freeform 27">
              <a:extLst>
                <a:ext uri="{FF2B5EF4-FFF2-40B4-BE49-F238E27FC236}">
                  <a16:creationId xmlns:a16="http://schemas.microsoft.com/office/drawing/2014/main" id="{E4A7025C-CDE8-429A-BBB9-E7380C96238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34" name="Freeform 28">
              <a:extLst>
                <a:ext uri="{FF2B5EF4-FFF2-40B4-BE49-F238E27FC236}">
                  <a16:creationId xmlns:a16="http://schemas.microsoft.com/office/drawing/2014/main" id="{A4EA0256-5DF5-437A-98A7-B79F3E6BB89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35" name="Freeform 29">
              <a:extLst>
                <a:ext uri="{FF2B5EF4-FFF2-40B4-BE49-F238E27FC236}">
                  <a16:creationId xmlns:a16="http://schemas.microsoft.com/office/drawing/2014/main" id="{90C9433D-9E1C-493B-BEBD-C3081FFA328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36" name="Freeform 30">
              <a:extLst>
                <a:ext uri="{FF2B5EF4-FFF2-40B4-BE49-F238E27FC236}">
                  <a16:creationId xmlns:a16="http://schemas.microsoft.com/office/drawing/2014/main" id="{352B39BB-F298-4285-A709-1FBA0CB722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37" name="Freeform 31">
              <a:extLst>
                <a:ext uri="{FF2B5EF4-FFF2-40B4-BE49-F238E27FC236}">
                  <a16:creationId xmlns:a16="http://schemas.microsoft.com/office/drawing/2014/main" id="{31CAF2A0-CBA0-4E86-AA87-8750EC1AFB2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grpSp>
      <p:sp>
        <p:nvSpPr>
          <p:cNvPr id="2" name="Başlık 1">
            <a:extLst>
              <a:ext uri="{FF2B5EF4-FFF2-40B4-BE49-F238E27FC236}">
                <a16:creationId xmlns:a16="http://schemas.microsoft.com/office/drawing/2014/main" id="{639872A3-8D03-710A-B955-DE578FFB403C}"/>
              </a:ext>
            </a:extLst>
          </p:cNvPr>
          <p:cNvSpPr>
            <a:spLocks noGrp="1"/>
          </p:cNvSpPr>
          <p:nvPr>
            <p:ph type="title"/>
          </p:nvPr>
        </p:nvSpPr>
        <p:spPr>
          <a:xfrm>
            <a:off x="1019015" y="1093787"/>
            <a:ext cx="3059969" cy="4697413"/>
          </a:xfrm>
        </p:spPr>
        <p:txBody>
          <a:bodyPr>
            <a:normAutofit/>
          </a:bodyPr>
          <a:lstStyle/>
          <a:p>
            <a:r>
              <a:rPr lang="tr-TR"/>
              <a:t>Biyoelektrik İşaretlerinin Oluşumu</a:t>
            </a:r>
          </a:p>
        </p:txBody>
      </p:sp>
      <p:sp useBgFill="1">
        <p:nvSpPr>
          <p:cNvPr id="39" name="Round Diagonal Corner Rectangle 7">
            <a:extLst>
              <a:ext uri="{FF2B5EF4-FFF2-40B4-BE49-F238E27FC236}">
                <a16:creationId xmlns:a16="http://schemas.microsoft.com/office/drawing/2014/main" id="{7D1C411D-0818-4640-8657-2AF78250C8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25084" y="0"/>
            <a:ext cx="7566916" cy="6848476"/>
          </a:xfrm>
          <a:prstGeom prst="round2DiagRect">
            <a:avLst>
              <a:gd name="adj1" fmla="val 0"/>
              <a:gd name="adj2" fmla="val 0"/>
            </a:avLst>
          </a:prstGeom>
          <a:ln w="19050" cap="sq">
            <a:noFill/>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 name="İçerik Yer Tutucusu 2">
            <a:extLst>
              <a:ext uri="{FF2B5EF4-FFF2-40B4-BE49-F238E27FC236}">
                <a16:creationId xmlns:a16="http://schemas.microsoft.com/office/drawing/2014/main" id="{40CDA134-E734-EB82-9D2B-C71C823D56A8}"/>
              </a:ext>
            </a:extLst>
          </p:cNvPr>
          <p:cNvSpPr>
            <a:spLocks noGrp="1"/>
          </p:cNvSpPr>
          <p:nvPr>
            <p:ph idx="1"/>
          </p:nvPr>
        </p:nvSpPr>
        <p:spPr>
          <a:xfrm>
            <a:off x="5215467" y="1093788"/>
            <a:ext cx="5831944" cy="4697413"/>
          </a:xfrm>
        </p:spPr>
        <p:txBody>
          <a:bodyPr>
            <a:normAutofit/>
          </a:bodyPr>
          <a:lstStyle/>
          <a:p>
            <a:pPr>
              <a:lnSpc>
                <a:spcPct val="110000"/>
              </a:lnSpc>
            </a:pPr>
            <a:r>
              <a:rPr lang="tr-TR"/>
              <a:t>Enzimlerin çoğunun aktiviteleri membranda olmaktadır. Hücrenin davranış bozukluklarında, genellikle membranda bozulmalar olur. örneğin kanserde tümör hücresi kontakt inhibasyon kuralına uymaz. </a:t>
            </a:r>
          </a:p>
          <a:p>
            <a:pPr>
              <a:lnSpc>
                <a:spcPct val="110000"/>
              </a:lnSpc>
            </a:pPr>
            <a:r>
              <a:rPr lang="tr-TR"/>
              <a:t>Bu kurala göre birbiriyle fiziksel olarak temas eden hücreler birbirleriyle haberleşebilmekte, hareketi, büyümeyi ve üremeyi durdurabilmektedirler. Kanserli hücrelerde bu işlem gerçekleşmediğinden üreme devam eder.</a:t>
            </a:r>
          </a:p>
        </p:txBody>
      </p:sp>
      <p:sp>
        <p:nvSpPr>
          <p:cNvPr id="5" name="Alt Bilgi Yer Tutucusu 4">
            <a:extLst>
              <a:ext uri="{FF2B5EF4-FFF2-40B4-BE49-F238E27FC236}">
                <a16:creationId xmlns:a16="http://schemas.microsoft.com/office/drawing/2014/main" id="{3CCA90B2-BBBF-299D-F3E7-09741872B35D}"/>
              </a:ext>
            </a:extLst>
          </p:cNvPr>
          <p:cNvSpPr>
            <a:spLocks noGrp="1"/>
          </p:cNvSpPr>
          <p:nvPr>
            <p:ph type="ftr" sz="quarter" idx="11"/>
          </p:nvPr>
        </p:nvSpPr>
        <p:spPr/>
        <p:txBody>
          <a:bodyPr/>
          <a:lstStyle/>
          <a:p>
            <a:r>
              <a:rPr lang="en-US"/>
              <a:t>MEHMET FATİH KARAKAŞ</a:t>
            </a:r>
            <a:endParaRPr lang="en-US" dirty="0"/>
          </a:p>
        </p:txBody>
      </p:sp>
    </p:spTree>
    <p:extLst>
      <p:ext uri="{BB962C8B-B14F-4D97-AF65-F5344CB8AC3E}">
        <p14:creationId xmlns:p14="http://schemas.microsoft.com/office/powerpoint/2010/main" val="291141336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bg>
      <p:bgPr>
        <a:blipFill>
          <a:blip r:embed="rId2">
            <a:duotone>
              <a:schemeClr val="bg2">
                <a:shade val="88000"/>
                <a:hueMod val="106000"/>
                <a:satMod val="140000"/>
                <a:lumMod val="54000"/>
              </a:schemeClr>
              <a:schemeClr val="bg2">
                <a:tint val="98000"/>
                <a:hueMod val="90000"/>
                <a:satMod val="150000"/>
                <a:lumMod val="160000"/>
              </a:schemeClr>
            </a:duotone>
          </a:blip>
          <a:stretch/>
        </a:blipFill>
        <a:effectLst/>
      </p:bgPr>
    </p:bg>
    <p:spTree>
      <p:nvGrpSpPr>
        <p:cNvPr id="1" name=""/>
        <p:cNvGrpSpPr/>
        <p:nvPr/>
      </p:nvGrpSpPr>
      <p:grpSpPr>
        <a:xfrm>
          <a:off x="0" y="0"/>
          <a:ext cx="0" cy="0"/>
          <a:chOff x="0" y="0"/>
          <a:chExt cx="0" cy="0"/>
        </a:xfrm>
      </p:grpSpPr>
      <p:grpSp>
        <p:nvGrpSpPr>
          <p:cNvPr id="58" name="Group 57">
            <a:extLst>
              <a:ext uri="{FF2B5EF4-FFF2-40B4-BE49-F238E27FC236}">
                <a16:creationId xmlns:a16="http://schemas.microsoft.com/office/drawing/2014/main" id="{9AE4726C-1831-4FE3-9A11-227F0DC2F0B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
            <a:ext cx="12192003" cy="6858001"/>
            <a:chOff x="0" y="-1"/>
            <a:chExt cx="12192003" cy="6858001"/>
          </a:xfrm>
        </p:grpSpPr>
        <p:sp useBgFill="1">
          <p:nvSpPr>
            <p:cNvPr id="59" name="Rectangle 58">
              <a:extLst>
                <a:ext uri="{FF2B5EF4-FFF2-40B4-BE49-F238E27FC236}">
                  <a16:creationId xmlns:a16="http://schemas.microsoft.com/office/drawing/2014/main" id="{B651D7F7-8C54-448E-A268-1CBFAD87D4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 y="-1"/>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0" name="Picture 2">
              <a:extLst>
                <a:ext uri="{FF2B5EF4-FFF2-40B4-BE49-F238E27FC236}">
                  <a16:creationId xmlns:a16="http://schemas.microsoft.com/office/drawing/2014/main" id="{E3B56E94-40E1-489A-98B2-A3238D66A064}"/>
                </a:ext>
                <a:ext uri="{C183D7F6-B498-43B3-948B-1728B52AA6E4}">
                  <adec:decorative xmlns:adec="http://schemas.microsoft.com/office/drawing/2017/decorative" val="1"/>
                </a:ext>
              </a:extLst>
            </p:cNvPr>
            <p:cNvPicPr>
              <a:picLocks noChangeAspect="1" noChangeArrowheads="1"/>
            </p:cNvPicPr>
            <p:nvPr>
              <p:extLst>
                <p:ext uri="{386F3935-93C4-4BCD-93E2-E3B085C9AB24}">
                  <p16:designElem xmlns:p16="http://schemas.microsoft.com/office/powerpoint/2015/main" val="1"/>
                </p:ext>
              </p:extLst>
            </p:nvPr>
          </p:nvPicPr>
          <p:blipFill>
            <a:blip r:embed="rId3">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 xmlns:a16="http://schemas.microsoft.com/office/drawing/2014/main" xmlns:a14="http://schemas.microsoft.com/office/drawing/2010/main" xmlns:p14="http://schemas.microsoft.com/office/powerpoint/2010/main">
                  <a:solidFill>
                    <a:srgbClr val="FFFFFF"/>
                  </a:solidFill>
                </a14:hiddenFill>
              </a:ext>
            </a:extLst>
          </p:spPr>
        </p:pic>
      </p:grpSp>
      <p:sp>
        <p:nvSpPr>
          <p:cNvPr id="2" name="Başlık 1">
            <a:extLst>
              <a:ext uri="{FF2B5EF4-FFF2-40B4-BE49-F238E27FC236}">
                <a16:creationId xmlns:a16="http://schemas.microsoft.com/office/drawing/2014/main" id="{A992910F-8568-B36D-B618-8CF8C534A804}"/>
              </a:ext>
            </a:extLst>
          </p:cNvPr>
          <p:cNvSpPr>
            <a:spLocks noGrp="1"/>
          </p:cNvSpPr>
          <p:nvPr>
            <p:ph type="title"/>
          </p:nvPr>
        </p:nvSpPr>
        <p:spPr>
          <a:xfrm>
            <a:off x="4996697" y="618518"/>
            <a:ext cx="6050713" cy="1478570"/>
          </a:xfrm>
        </p:spPr>
        <p:txBody>
          <a:bodyPr>
            <a:normAutofit/>
          </a:bodyPr>
          <a:lstStyle/>
          <a:p>
            <a:r>
              <a:rPr lang="tr-TR"/>
              <a:t>Biyoelektrik İşaretlerinin Oluşumu</a:t>
            </a:r>
          </a:p>
        </p:txBody>
      </p:sp>
      <p:pic>
        <p:nvPicPr>
          <p:cNvPr id="54" name="Picture 53" descr="Yazı tahtası üzerinde yazılan formüller">
            <a:extLst>
              <a:ext uri="{FF2B5EF4-FFF2-40B4-BE49-F238E27FC236}">
                <a16:creationId xmlns:a16="http://schemas.microsoft.com/office/drawing/2014/main" id="{C6AA51C1-14D6-3C4F-C4B1-070888C66C95}"/>
              </a:ext>
            </a:extLst>
          </p:cNvPr>
          <p:cNvPicPr>
            <a:picLocks noChangeAspect="1"/>
          </p:cNvPicPr>
          <p:nvPr/>
        </p:nvPicPr>
        <p:blipFill>
          <a:blip r:embed="rId4"/>
          <a:srcRect l="25672" r="29209" b="-1"/>
          <a:stretch>
            <a:fillRect/>
          </a:stretch>
        </p:blipFill>
        <p:spPr>
          <a:xfrm>
            <a:off x="-5597" y="10"/>
            <a:ext cx="4635583" cy="6857990"/>
          </a:xfrm>
          <a:prstGeom prst="rect">
            <a:avLst/>
          </a:prstGeom>
        </p:spPr>
      </p:pic>
      <p:grpSp>
        <p:nvGrpSpPr>
          <p:cNvPr id="62" name="Group 61">
            <a:extLst>
              <a:ext uri="{FF2B5EF4-FFF2-40B4-BE49-F238E27FC236}">
                <a16:creationId xmlns:a16="http://schemas.microsoft.com/office/drawing/2014/main" id="{E916825F-759B-4F1A-BA80-AF7137691EC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2305051" cy="6858001"/>
            <a:chOff x="0" y="0"/>
            <a:chExt cx="2305051" cy="6858001"/>
          </a:xfrm>
          <a:solidFill>
            <a:schemeClr val="tx1">
              <a:alpha val="70000"/>
            </a:schemeClr>
          </a:solidFill>
          <a:effectLst/>
        </p:grpSpPr>
        <p:sp>
          <p:nvSpPr>
            <p:cNvPr id="63" name="Rectangle 62">
              <a:extLst>
                <a:ext uri="{FF2B5EF4-FFF2-40B4-BE49-F238E27FC236}">
                  <a16:creationId xmlns:a16="http://schemas.microsoft.com/office/drawing/2014/main" id="{0AF64541-DE3B-4DBB-84E1-907956469E52}"/>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209675" y="4763"/>
              <a:ext cx="23813" cy="2181225"/>
            </a:xfrm>
            <a:prstGeom prst="rect">
              <a:avLst/>
            </a:pr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miter lim="800000"/>
                  <a:headEnd/>
                  <a:tailEnd/>
                </a14:hiddenLine>
              </a:ext>
            </a:extLst>
          </p:spPr>
          <p:txBody>
            <a:bodyPr/>
            <a:lstStyle/>
            <a:p>
              <a:endParaRPr lang="tr-TR"/>
            </a:p>
          </p:txBody>
        </p:sp>
        <p:sp>
          <p:nvSpPr>
            <p:cNvPr id="64" name="Freeform 6">
              <a:extLst>
                <a:ext uri="{FF2B5EF4-FFF2-40B4-BE49-F238E27FC236}">
                  <a16:creationId xmlns:a16="http://schemas.microsoft.com/office/drawing/2014/main" id="{9175DCC0-514A-4CA1-AD9A-1BB0FFF1B4F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28713"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65" name="Freeform 7">
              <a:extLst>
                <a:ext uri="{FF2B5EF4-FFF2-40B4-BE49-F238E27FC236}">
                  <a16:creationId xmlns:a16="http://schemas.microsoft.com/office/drawing/2014/main" id="{10371924-94D9-48AF-9D5B-6471775BE81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23950"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66" name="Rectangle 65">
              <a:extLst>
                <a:ext uri="{FF2B5EF4-FFF2-40B4-BE49-F238E27FC236}">
                  <a16:creationId xmlns:a16="http://schemas.microsoft.com/office/drawing/2014/main" id="{7C964FF9-A41A-438C-A22B-62690C98F1A7}"/>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414338" y="9525"/>
              <a:ext cx="28575" cy="4481513"/>
            </a:xfrm>
            <a:prstGeom prst="rect">
              <a:avLst/>
            </a:pr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miter lim="800000"/>
                  <a:headEnd/>
                  <a:tailEnd/>
                </a14:hiddenLine>
              </a:ext>
            </a:extLst>
          </p:spPr>
          <p:txBody>
            <a:bodyPr/>
            <a:lstStyle/>
            <a:p>
              <a:endParaRPr lang="tr-TR"/>
            </a:p>
          </p:txBody>
        </p:sp>
        <p:sp>
          <p:nvSpPr>
            <p:cNvPr id="67" name="Freeform 9">
              <a:extLst>
                <a:ext uri="{FF2B5EF4-FFF2-40B4-BE49-F238E27FC236}">
                  <a16:creationId xmlns:a16="http://schemas.microsoft.com/office/drawing/2014/main" id="{61716CD6-1875-4567-B3E2-364CD0960D83}"/>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333375"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68" name="Freeform 10">
              <a:extLst>
                <a:ext uri="{FF2B5EF4-FFF2-40B4-BE49-F238E27FC236}">
                  <a16:creationId xmlns:a16="http://schemas.microsoft.com/office/drawing/2014/main" id="{31A293D3-7189-453D-AB91-1291AAFF3D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90500" y="9525"/>
              <a:ext cx="152400" cy="908050"/>
            </a:xfrm>
            <a:custGeom>
              <a:avLst/>
              <a:gdLst/>
              <a:ahLst/>
              <a:cxnLst/>
              <a:rect l="0" t="0" r="r" b="b"/>
              <a:pathLst>
                <a:path w="96" h="572">
                  <a:moveTo>
                    <a:pt x="15" y="572"/>
                  </a:moveTo>
                  <a:lnTo>
                    <a:pt x="0" y="566"/>
                  </a:lnTo>
                  <a:lnTo>
                    <a:pt x="81" y="380"/>
                  </a:lnTo>
                  <a:lnTo>
                    <a:pt x="81" y="0"/>
                  </a:lnTo>
                  <a:lnTo>
                    <a:pt x="96" y="0"/>
                  </a:lnTo>
                  <a:lnTo>
                    <a:pt x="96" y="383"/>
                  </a:lnTo>
                  <a:lnTo>
                    <a:pt x="15" y="572"/>
                  </a:ln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69" name="Freeform 11">
              <a:extLst>
                <a:ext uri="{FF2B5EF4-FFF2-40B4-BE49-F238E27FC236}">
                  <a16:creationId xmlns:a16="http://schemas.microsoft.com/office/drawing/2014/main" id="{87CB4EFE-58B3-4326-9CFB-A2AFADDFA53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90638" y="14288"/>
              <a:ext cx="376238" cy="1801813"/>
            </a:xfrm>
            <a:custGeom>
              <a:avLst/>
              <a:gdLst/>
              <a:ahLst/>
              <a:cxnLst/>
              <a:rect l="0" t="0" r="r" b="b"/>
              <a:pathLst>
                <a:path w="237" h="1135">
                  <a:moveTo>
                    <a:pt x="222" y="1135"/>
                  </a:moveTo>
                  <a:lnTo>
                    <a:pt x="0" y="620"/>
                  </a:lnTo>
                  <a:lnTo>
                    <a:pt x="0" y="0"/>
                  </a:lnTo>
                  <a:lnTo>
                    <a:pt x="18" y="0"/>
                  </a:lnTo>
                  <a:lnTo>
                    <a:pt x="18" y="617"/>
                  </a:lnTo>
                  <a:lnTo>
                    <a:pt x="237" y="1129"/>
                  </a:lnTo>
                  <a:lnTo>
                    <a:pt x="222" y="1135"/>
                  </a:ln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70" name="Freeform 12">
              <a:extLst>
                <a:ext uri="{FF2B5EF4-FFF2-40B4-BE49-F238E27FC236}">
                  <a16:creationId xmlns:a16="http://schemas.microsoft.com/office/drawing/2014/main" id="{249CF4D3-B5A3-4287-BC9D-E9BB8FA6EBB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00200" y="180181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71" name="Freeform 13">
              <a:extLst>
                <a:ext uri="{FF2B5EF4-FFF2-40B4-BE49-F238E27FC236}">
                  <a16:creationId xmlns:a16="http://schemas.microsoft.com/office/drawing/2014/main" id="{4D2515F2-4D11-41AF-A6B1-7D084BEA980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81125" y="9525"/>
              <a:ext cx="371475" cy="1425575"/>
            </a:xfrm>
            <a:custGeom>
              <a:avLst/>
              <a:gdLst/>
              <a:ahLst/>
              <a:cxnLst/>
              <a:rect l="0" t="0" r="r" b="b"/>
              <a:pathLst>
                <a:path w="234" h="898">
                  <a:moveTo>
                    <a:pt x="219" y="898"/>
                  </a:moveTo>
                  <a:lnTo>
                    <a:pt x="0" y="383"/>
                  </a:lnTo>
                  <a:lnTo>
                    <a:pt x="0" y="0"/>
                  </a:lnTo>
                  <a:lnTo>
                    <a:pt x="15" y="0"/>
                  </a:lnTo>
                  <a:lnTo>
                    <a:pt x="15" y="380"/>
                  </a:lnTo>
                  <a:lnTo>
                    <a:pt x="234" y="892"/>
                  </a:lnTo>
                  <a:lnTo>
                    <a:pt x="219" y="898"/>
                  </a:ln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72" name="Freeform 14">
              <a:extLst>
                <a:ext uri="{FF2B5EF4-FFF2-40B4-BE49-F238E27FC236}">
                  <a16:creationId xmlns:a16="http://schemas.microsoft.com/office/drawing/2014/main" id="{331BCBF4-0DC2-426E-84B3-AE38E403C9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643063"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73" name="Freeform 15">
              <a:extLst>
                <a:ext uri="{FF2B5EF4-FFF2-40B4-BE49-F238E27FC236}">
                  <a16:creationId xmlns:a16="http://schemas.microsoft.com/office/drawing/2014/main" id="{EC8AF156-0BE9-437D-A83B-87364146D070}"/>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85925" y="14208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74" name="Freeform 16">
              <a:extLst>
                <a:ext uri="{FF2B5EF4-FFF2-40B4-BE49-F238E27FC236}">
                  <a16:creationId xmlns:a16="http://schemas.microsoft.com/office/drawing/2014/main" id="{AC8CB256-3F62-4406-88F5-CE2421FF25E1}"/>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8592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75" name="Freeform 17">
              <a:extLst>
                <a:ext uri="{FF2B5EF4-FFF2-40B4-BE49-F238E27FC236}">
                  <a16:creationId xmlns:a16="http://schemas.microsoft.com/office/drawing/2014/main" id="{F3E812EB-415E-4B60-B0FB-65386882CEE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743075" y="4763"/>
              <a:ext cx="419100" cy="522288"/>
            </a:xfrm>
            <a:custGeom>
              <a:avLst/>
              <a:gdLst/>
              <a:ahLst/>
              <a:cxnLst/>
              <a:rect l="0" t="0" r="r" b="b"/>
              <a:pathLst>
                <a:path w="264" h="329">
                  <a:moveTo>
                    <a:pt x="252" y="329"/>
                  </a:moveTo>
                  <a:lnTo>
                    <a:pt x="45" y="120"/>
                  </a:lnTo>
                  <a:lnTo>
                    <a:pt x="0" y="6"/>
                  </a:lnTo>
                  <a:lnTo>
                    <a:pt x="15" y="0"/>
                  </a:lnTo>
                  <a:lnTo>
                    <a:pt x="60" y="111"/>
                  </a:lnTo>
                  <a:lnTo>
                    <a:pt x="264" y="317"/>
                  </a:lnTo>
                  <a:lnTo>
                    <a:pt x="252" y="329"/>
                  </a:ln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76" name="Freeform 18">
              <a:extLst>
                <a:ext uri="{FF2B5EF4-FFF2-40B4-BE49-F238E27FC236}">
                  <a16:creationId xmlns:a16="http://schemas.microsoft.com/office/drawing/2014/main" id="{EB4C95D7-8E6D-45EC-8CA1-9123D718E3B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119313"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77" name="Freeform 19">
              <a:extLst>
                <a:ext uri="{FF2B5EF4-FFF2-40B4-BE49-F238E27FC236}">
                  <a16:creationId xmlns:a16="http://schemas.microsoft.com/office/drawing/2014/main" id="{83F62FD2-2F62-4495-997C-8BD7F95AB8D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00" y="4763"/>
              <a:ext cx="152400" cy="908050"/>
            </a:xfrm>
            <a:custGeom>
              <a:avLst/>
              <a:gdLst/>
              <a:ahLst/>
              <a:cxnLst/>
              <a:rect l="0" t="0" r="r" b="b"/>
              <a:pathLst>
                <a:path w="96" h="572">
                  <a:moveTo>
                    <a:pt x="15" y="572"/>
                  </a:moveTo>
                  <a:lnTo>
                    <a:pt x="0" y="572"/>
                  </a:lnTo>
                  <a:lnTo>
                    <a:pt x="0" y="189"/>
                  </a:lnTo>
                  <a:lnTo>
                    <a:pt x="81" y="0"/>
                  </a:lnTo>
                  <a:lnTo>
                    <a:pt x="96" y="6"/>
                  </a:lnTo>
                  <a:lnTo>
                    <a:pt x="15" y="192"/>
                  </a:lnTo>
                  <a:lnTo>
                    <a:pt x="15" y="572"/>
                  </a:ln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78" name="Freeform 20">
              <a:extLst>
                <a:ext uri="{FF2B5EF4-FFF2-40B4-BE49-F238E27FC236}">
                  <a16:creationId xmlns:a16="http://schemas.microsoft.com/office/drawing/2014/main" id="{B7DFE0F9-22A3-4846-8D4E-0D193BD3288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86677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2"/>
                    <a:pt x="4" y="20"/>
                  </a:cubicBezTo>
                  <a:cubicBezTo>
                    <a:pt x="4" y="29"/>
                    <a:pt x="11" y="36"/>
                    <a:pt x="20" y="36"/>
                  </a:cubicBezTo>
                  <a:cubicBezTo>
                    <a:pt x="29" y="36"/>
                    <a:pt x="36" y="29"/>
                    <a:pt x="36" y="20"/>
                  </a:cubicBezTo>
                  <a:cubicBezTo>
                    <a:pt x="36" y="12"/>
                    <a:pt x="29" y="4"/>
                    <a:pt x="20"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79" name="Freeform 21">
              <a:extLst>
                <a:ext uri="{FF2B5EF4-FFF2-40B4-BE49-F238E27FC236}">
                  <a16:creationId xmlns:a16="http://schemas.microsoft.com/office/drawing/2014/main" id="{244DAF25-7415-491A-9FF6-E04BC2DC2EA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890588" y="15541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80" name="Freeform 22">
              <a:extLst>
                <a:ext uri="{FF2B5EF4-FFF2-40B4-BE49-F238E27FC236}">
                  <a16:creationId xmlns:a16="http://schemas.microsoft.com/office/drawing/2014/main" id="{7ACA3646-863C-4D00-A58A-62C7FE71CE3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738188" y="5622925"/>
              <a:ext cx="338138" cy="1216025"/>
            </a:xfrm>
            <a:custGeom>
              <a:avLst/>
              <a:gdLst/>
              <a:ahLst/>
              <a:cxnLst/>
              <a:rect l="0" t="0" r="r" b="b"/>
              <a:pathLst>
                <a:path w="213" h="766">
                  <a:moveTo>
                    <a:pt x="213" y="766"/>
                  </a:moveTo>
                  <a:lnTo>
                    <a:pt x="195" y="766"/>
                  </a:lnTo>
                  <a:lnTo>
                    <a:pt x="195" y="464"/>
                  </a:lnTo>
                  <a:lnTo>
                    <a:pt x="0" y="6"/>
                  </a:lnTo>
                  <a:lnTo>
                    <a:pt x="12" y="0"/>
                  </a:lnTo>
                  <a:lnTo>
                    <a:pt x="213" y="461"/>
                  </a:lnTo>
                  <a:lnTo>
                    <a:pt x="213" y="766"/>
                  </a:ln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81" name="Freeform 23">
              <a:extLst>
                <a:ext uri="{FF2B5EF4-FFF2-40B4-BE49-F238E27FC236}">
                  <a16:creationId xmlns:a16="http://schemas.microsoft.com/office/drawing/2014/main" id="{0EA18B38-BD42-45ED-8458-FB205DBC76D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47700" y="5480050"/>
              <a:ext cx="157163" cy="157163"/>
            </a:xfrm>
            <a:custGeom>
              <a:avLst/>
              <a:gdLst/>
              <a:ahLst/>
              <a:cxnLst/>
              <a:rect l="0" t="0" r="r" b="b"/>
              <a:pathLst>
                <a:path w="33" h="33">
                  <a:moveTo>
                    <a:pt x="17" y="33"/>
                  </a:moveTo>
                  <a:cubicBezTo>
                    <a:pt x="8" y="33"/>
                    <a:pt x="0" y="26"/>
                    <a:pt x="0" y="17"/>
                  </a:cubicBezTo>
                  <a:cubicBezTo>
                    <a:pt x="0" y="8"/>
                    <a:pt x="8" y="0"/>
                    <a:pt x="17" y="0"/>
                  </a:cubicBezTo>
                  <a:cubicBezTo>
                    <a:pt x="26" y="0"/>
                    <a:pt x="33" y="8"/>
                    <a:pt x="33" y="17"/>
                  </a:cubicBezTo>
                  <a:cubicBezTo>
                    <a:pt x="33" y="26"/>
                    <a:pt x="26" y="33"/>
                    <a:pt x="17" y="33"/>
                  </a:cubicBezTo>
                  <a:close/>
                  <a:moveTo>
                    <a:pt x="17" y="4"/>
                  </a:moveTo>
                  <a:cubicBezTo>
                    <a:pt x="10" y="4"/>
                    <a:pt x="4" y="10"/>
                    <a:pt x="4" y="17"/>
                  </a:cubicBezTo>
                  <a:cubicBezTo>
                    <a:pt x="4" y="24"/>
                    <a:pt x="10" y="29"/>
                    <a:pt x="17" y="29"/>
                  </a:cubicBezTo>
                  <a:cubicBezTo>
                    <a:pt x="23" y="29"/>
                    <a:pt x="29" y="24"/>
                    <a:pt x="29" y="17"/>
                  </a:cubicBezTo>
                  <a:cubicBezTo>
                    <a:pt x="29" y="10"/>
                    <a:pt x="23" y="4"/>
                    <a:pt x="17"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82" name="Freeform 24">
              <a:extLst>
                <a:ext uri="{FF2B5EF4-FFF2-40B4-BE49-F238E27FC236}">
                  <a16:creationId xmlns:a16="http://schemas.microsoft.com/office/drawing/2014/main" id="{45302917-5DBE-4CF2-B52F-478F93FDDE70}"/>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6675" y="903288"/>
              <a:ext cx="190500" cy="190500"/>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2"/>
                    <a:pt x="4" y="20"/>
                  </a:cubicBezTo>
                  <a:cubicBezTo>
                    <a:pt x="4" y="29"/>
                    <a:pt x="12" y="36"/>
                    <a:pt x="20" y="36"/>
                  </a:cubicBezTo>
                  <a:cubicBezTo>
                    <a:pt x="29" y="36"/>
                    <a:pt x="36" y="29"/>
                    <a:pt x="36" y="20"/>
                  </a:cubicBezTo>
                  <a:cubicBezTo>
                    <a:pt x="36" y="12"/>
                    <a:pt x="29" y="4"/>
                    <a:pt x="20"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83" name="Freeform 25">
              <a:extLst>
                <a:ext uri="{FF2B5EF4-FFF2-40B4-BE49-F238E27FC236}">
                  <a16:creationId xmlns:a16="http://schemas.microsoft.com/office/drawing/2014/main" id="{8E61E6FD-D40E-479C-ABE9-2B69AE20D8F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0" y="3897313"/>
              <a:ext cx="133350" cy="266700"/>
            </a:xfrm>
            <a:custGeom>
              <a:avLst/>
              <a:gdLst/>
              <a:ahLst/>
              <a:cxnLst/>
              <a:rect l="0" t="0" r="r" b="b"/>
              <a:pathLst>
                <a:path w="84" h="168">
                  <a:moveTo>
                    <a:pt x="69" y="168"/>
                  </a:moveTo>
                  <a:lnTo>
                    <a:pt x="0" y="6"/>
                  </a:lnTo>
                  <a:lnTo>
                    <a:pt x="12" y="0"/>
                  </a:lnTo>
                  <a:lnTo>
                    <a:pt x="84" y="162"/>
                  </a:lnTo>
                  <a:lnTo>
                    <a:pt x="69" y="168"/>
                  </a:ln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84" name="Freeform 26">
              <a:extLst>
                <a:ext uri="{FF2B5EF4-FFF2-40B4-BE49-F238E27FC236}">
                  <a16:creationId xmlns:a16="http://schemas.microsoft.com/office/drawing/2014/main" id="{2F4DEB4F-F824-48D7-AF9B-B5D905DCD1B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6675" y="414972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85" name="Freeform 27">
              <a:extLst>
                <a:ext uri="{FF2B5EF4-FFF2-40B4-BE49-F238E27FC236}">
                  <a16:creationId xmlns:a16="http://schemas.microsoft.com/office/drawing/2014/main" id="{F76CFA02-6090-4464-B573-BCA350C9017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0" y="1644650"/>
              <a:ext cx="133350" cy="269875"/>
            </a:xfrm>
            <a:custGeom>
              <a:avLst/>
              <a:gdLst/>
              <a:ahLst/>
              <a:cxnLst/>
              <a:rect l="0" t="0" r="r" b="b"/>
              <a:pathLst>
                <a:path w="84" h="170">
                  <a:moveTo>
                    <a:pt x="12" y="170"/>
                  </a:moveTo>
                  <a:lnTo>
                    <a:pt x="0" y="164"/>
                  </a:lnTo>
                  <a:lnTo>
                    <a:pt x="69" y="0"/>
                  </a:lnTo>
                  <a:lnTo>
                    <a:pt x="84" y="6"/>
                  </a:lnTo>
                  <a:lnTo>
                    <a:pt x="12" y="170"/>
                  </a:ln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86" name="Freeform 28">
              <a:extLst>
                <a:ext uri="{FF2B5EF4-FFF2-40B4-BE49-F238E27FC236}">
                  <a16:creationId xmlns:a16="http://schemas.microsoft.com/office/drawing/2014/main" id="{51BE8BEC-76C7-41FE-AB76-35194C2442D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6675" y="146843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87" name="Freeform 29">
              <a:extLst>
                <a:ext uri="{FF2B5EF4-FFF2-40B4-BE49-F238E27FC236}">
                  <a16:creationId xmlns:a16="http://schemas.microsoft.com/office/drawing/2014/main" id="{710F61D4-3B34-45A9-B9B7-CE0373AB49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95325" y="4763"/>
              <a:ext cx="309563" cy="1558925"/>
            </a:xfrm>
            <a:custGeom>
              <a:avLst/>
              <a:gdLst/>
              <a:ahLst/>
              <a:cxnLst/>
              <a:rect l="0" t="0" r="r" b="b"/>
              <a:pathLst>
                <a:path w="195" h="982">
                  <a:moveTo>
                    <a:pt x="195" y="982"/>
                  </a:moveTo>
                  <a:lnTo>
                    <a:pt x="177" y="982"/>
                  </a:lnTo>
                  <a:lnTo>
                    <a:pt x="177" y="805"/>
                  </a:lnTo>
                  <a:lnTo>
                    <a:pt x="0" y="629"/>
                  </a:lnTo>
                  <a:lnTo>
                    <a:pt x="0" y="0"/>
                  </a:lnTo>
                  <a:lnTo>
                    <a:pt x="18" y="0"/>
                  </a:lnTo>
                  <a:lnTo>
                    <a:pt x="18" y="623"/>
                  </a:lnTo>
                  <a:lnTo>
                    <a:pt x="195" y="796"/>
                  </a:lnTo>
                  <a:lnTo>
                    <a:pt x="195" y="982"/>
                  </a:ln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88" name="Freeform 30">
              <a:extLst>
                <a:ext uri="{FF2B5EF4-FFF2-40B4-BE49-F238E27FC236}">
                  <a16:creationId xmlns:a16="http://schemas.microsoft.com/office/drawing/2014/main" id="{451F080F-4CFB-4626-87CA-BB4CACA1C6F8}"/>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7150" y="48815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89" name="Freeform 31">
              <a:extLst>
                <a:ext uri="{FF2B5EF4-FFF2-40B4-BE49-F238E27FC236}">
                  <a16:creationId xmlns:a16="http://schemas.microsoft.com/office/drawing/2014/main" id="{667BBD71-2295-4A66-B76C-F82175C2B0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8113" y="5060950"/>
              <a:ext cx="304800" cy="1778000"/>
            </a:xfrm>
            <a:custGeom>
              <a:avLst/>
              <a:gdLst/>
              <a:ahLst/>
              <a:cxnLst/>
              <a:rect l="0" t="0" r="r" b="b"/>
              <a:pathLst>
                <a:path w="192" h="1120">
                  <a:moveTo>
                    <a:pt x="192" y="1120"/>
                  </a:moveTo>
                  <a:lnTo>
                    <a:pt x="177" y="1120"/>
                  </a:lnTo>
                  <a:lnTo>
                    <a:pt x="177" y="360"/>
                  </a:lnTo>
                  <a:lnTo>
                    <a:pt x="0" y="183"/>
                  </a:lnTo>
                  <a:lnTo>
                    <a:pt x="0" y="0"/>
                  </a:lnTo>
                  <a:lnTo>
                    <a:pt x="15" y="0"/>
                  </a:lnTo>
                  <a:lnTo>
                    <a:pt x="15" y="177"/>
                  </a:lnTo>
                  <a:lnTo>
                    <a:pt x="192" y="354"/>
                  </a:lnTo>
                  <a:lnTo>
                    <a:pt x="192" y="1120"/>
                  </a:ln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90" name="Freeform 32">
              <a:extLst>
                <a:ext uri="{FF2B5EF4-FFF2-40B4-BE49-F238E27FC236}">
                  <a16:creationId xmlns:a16="http://schemas.microsoft.com/office/drawing/2014/main" id="{B6644DE8-5BD1-4D5F-B245-0D3A21BCE13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61975" y="64309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91" name="Rectangle 90">
              <a:extLst>
                <a:ext uri="{FF2B5EF4-FFF2-40B4-BE49-F238E27FC236}">
                  <a16:creationId xmlns:a16="http://schemas.microsoft.com/office/drawing/2014/main" id="{A4DE8FD0-E681-4D9C-85C2-BEA4C2B3A06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642938" y="6610350"/>
              <a:ext cx="23813" cy="242888"/>
            </a:xfrm>
            <a:prstGeom prst="rect">
              <a:avLst/>
            </a:pr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miter lim="800000"/>
                  <a:headEnd/>
                  <a:tailEnd/>
                </a14:hiddenLine>
              </a:ext>
            </a:extLst>
          </p:spPr>
          <p:txBody>
            <a:bodyPr/>
            <a:lstStyle/>
            <a:p>
              <a:endParaRPr lang="tr-TR"/>
            </a:p>
          </p:txBody>
        </p:sp>
        <p:sp>
          <p:nvSpPr>
            <p:cNvPr id="92" name="Freeform 34">
              <a:extLst>
                <a:ext uri="{FF2B5EF4-FFF2-40B4-BE49-F238E27FC236}">
                  <a16:creationId xmlns:a16="http://schemas.microsoft.com/office/drawing/2014/main" id="{D46033BD-1026-4388-B926-9D11E1D7C422}"/>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76200" y="6430963"/>
              <a:ext cx="190500" cy="188913"/>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93" name="Freeform 35">
              <a:extLst>
                <a:ext uri="{FF2B5EF4-FFF2-40B4-BE49-F238E27FC236}">
                  <a16:creationId xmlns:a16="http://schemas.microsoft.com/office/drawing/2014/main" id="{1FA74D4C-2E28-42C5-A7FA-3C7D6BD8B77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0" y="5978525"/>
              <a:ext cx="190500" cy="461963"/>
            </a:xfrm>
            <a:custGeom>
              <a:avLst/>
              <a:gdLst/>
              <a:ahLst/>
              <a:cxnLst/>
              <a:rect l="0" t="0" r="r" b="b"/>
              <a:pathLst>
                <a:path w="120" h="291">
                  <a:moveTo>
                    <a:pt x="120" y="291"/>
                  </a:moveTo>
                  <a:lnTo>
                    <a:pt x="105" y="291"/>
                  </a:lnTo>
                  <a:lnTo>
                    <a:pt x="105" y="114"/>
                  </a:lnTo>
                  <a:lnTo>
                    <a:pt x="0" y="9"/>
                  </a:lnTo>
                  <a:lnTo>
                    <a:pt x="12" y="0"/>
                  </a:lnTo>
                  <a:lnTo>
                    <a:pt x="120" y="108"/>
                  </a:lnTo>
                  <a:lnTo>
                    <a:pt x="120" y="291"/>
                  </a:ln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94" name="Freeform 36">
              <a:extLst>
                <a:ext uri="{FF2B5EF4-FFF2-40B4-BE49-F238E27FC236}">
                  <a16:creationId xmlns:a16="http://schemas.microsoft.com/office/drawing/2014/main" id="{FADF7B3F-903C-456C-983E-C9868DDAB99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014413" y="1801813"/>
              <a:ext cx="214313" cy="755650"/>
            </a:xfrm>
            <a:custGeom>
              <a:avLst/>
              <a:gdLst/>
              <a:ahLst/>
              <a:cxnLst/>
              <a:rect l="0" t="0" r="r" b="b"/>
              <a:pathLst>
                <a:path w="135" h="476">
                  <a:moveTo>
                    <a:pt x="12" y="476"/>
                  </a:moveTo>
                  <a:lnTo>
                    <a:pt x="0" y="476"/>
                  </a:lnTo>
                  <a:lnTo>
                    <a:pt x="0" y="128"/>
                  </a:lnTo>
                  <a:lnTo>
                    <a:pt x="126" y="0"/>
                  </a:lnTo>
                  <a:lnTo>
                    <a:pt x="135" y="9"/>
                  </a:lnTo>
                  <a:lnTo>
                    <a:pt x="12" y="131"/>
                  </a:lnTo>
                  <a:lnTo>
                    <a:pt x="12" y="476"/>
                  </a:ln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95" name="Freeform 37">
              <a:extLst>
                <a:ext uri="{FF2B5EF4-FFF2-40B4-BE49-F238E27FC236}">
                  <a16:creationId xmlns:a16="http://schemas.microsoft.com/office/drawing/2014/main" id="{033F8698-1549-44AD-8DAD-0055D7B80772}"/>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938213" y="2547938"/>
              <a:ext cx="166688" cy="160338"/>
            </a:xfrm>
            <a:custGeom>
              <a:avLst/>
              <a:gdLst/>
              <a:ahLst/>
              <a:cxnLst/>
              <a:rect l="0" t="0" r="r" b="b"/>
              <a:pathLst>
                <a:path w="35" h="34">
                  <a:moveTo>
                    <a:pt x="18" y="34"/>
                  </a:moveTo>
                  <a:cubicBezTo>
                    <a:pt x="8" y="34"/>
                    <a:pt x="0" y="26"/>
                    <a:pt x="0" y="17"/>
                  </a:cubicBezTo>
                  <a:cubicBezTo>
                    <a:pt x="0" y="7"/>
                    <a:pt x="8" y="0"/>
                    <a:pt x="18" y="0"/>
                  </a:cubicBezTo>
                  <a:cubicBezTo>
                    <a:pt x="27" y="0"/>
                    <a:pt x="35" y="7"/>
                    <a:pt x="35" y="17"/>
                  </a:cubicBezTo>
                  <a:cubicBezTo>
                    <a:pt x="35" y="26"/>
                    <a:pt x="27" y="34"/>
                    <a:pt x="18" y="34"/>
                  </a:cubicBezTo>
                  <a:close/>
                  <a:moveTo>
                    <a:pt x="18" y="4"/>
                  </a:moveTo>
                  <a:cubicBezTo>
                    <a:pt x="10" y="4"/>
                    <a:pt x="4" y="10"/>
                    <a:pt x="4" y="17"/>
                  </a:cubicBezTo>
                  <a:cubicBezTo>
                    <a:pt x="4" y="24"/>
                    <a:pt x="10" y="30"/>
                    <a:pt x="18" y="30"/>
                  </a:cubicBezTo>
                  <a:cubicBezTo>
                    <a:pt x="25" y="30"/>
                    <a:pt x="31" y="24"/>
                    <a:pt x="31" y="17"/>
                  </a:cubicBezTo>
                  <a:cubicBezTo>
                    <a:pt x="31" y="10"/>
                    <a:pt x="25" y="4"/>
                    <a:pt x="18"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96" name="Freeform 38">
              <a:extLst>
                <a:ext uri="{FF2B5EF4-FFF2-40B4-BE49-F238E27FC236}">
                  <a16:creationId xmlns:a16="http://schemas.microsoft.com/office/drawing/2014/main" id="{F1BDD4B6-46FD-4048-ADF1-32EADD9E5A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95313" y="4763"/>
              <a:ext cx="638175" cy="4025900"/>
            </a:xfrm>
            <a:custGeom>
              <a:avLst/>
              <a:gdLst/>
              <a:ahLst/>
              <a:cxnLst/>
              <a:rect l="0" t="0" r="r" b="b"/>
              <a:pathLst>
                <a:path w="402" h="2536">
                  <a:moveTo>
                    <a:pt x="402" y="2536"/>
                  </a:moveTo>
                  <a:lnTo>
                    <a:pt x="387" y="2536"/>
                  </a:lnTo>
                  <a:lnTo>
                    <a:pt x="387" y="2311"/>
                  </a:lnTo>
                  <a:lnTo>
                    <a:pt x="0" y="1925"/>
                  </a:lnTo>
                  <a:lnTo>
                    <a:pt x="0" y="0"/>
                  </a:lnTo>
                  <a:lnTo>
                    <a:pt x="15" y="0"/>
                  </a:lnTo>
                  <a:lnTo>
                    <a:pt x="15" y="1916"/>
                  </a:lnTo>
                  <a:lnTo>
                    <a:pt x="402" y="2302"/>
                  </a:lnTo>
                  <a:lnTo>
                    <a:pt x="402" y="2536"/>
                  </a:ln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97" name="Freeform 39">
              <a:extLst>
                <a:ext uri="{FF2B5EF4-FFF2-40B4-BE49-F238E27FC236}">
                  <a16:creationId xmlns:a16="http://schemas.microsoft.com/office/drawing/2014/main" id="{E7F387A7-B3BF-4B1A-BFCA-2D21AD3DFE4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23963"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98" name="Freeform 40">
              <a:extLst>
                <a:ext uri="{FF2B5EF4-FFF2-40B4-BE49-F238E27FC236}">
                  <a16:creationId xmlns:a16="http://schemas.microsoft.com/office/drawing/2014/main" id="{7A1B6BC8-EA82-459D-A0E0-4EBE394E71F1}"/>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300163" y="1849438"/>
              <a:ext cx="109538" cy="107950"/>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99" name="Freeform 41">
              <a:extLst>
                <a:ext uri="{FF2B5EF4-FFF2-40B4-BE49-F238E27FC236}">
                  <a16:creationId xmlns:a16="http://schemas.microsoft.com/office/drawing/2014/main" id="{8B94E190-DDC2-4545-906F-A1699BD73DD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80988" y="3417888"/>
              <a:ext cx="142875" cy="474663"/>
            </a:xfrm>
            <a:custGeom>
              <a:avLst/>
              <a:gdLst/>
              <a:ahLst/>
              <a:cxnLst/>
              <a:rect l="0" t="0" r="r" b="b"/>
              <a:pathLst>
                <a:path w="90" h="299">
                  <a:moveTo>
                    <a:pt x="12" y="299"/>
                  </a:moveTo>
                  <a:lnTo>
                    <a:pt x="0" y="299"/>
                  </a:lnTo>
                  <a:lnTo>
                    <a:pt x="0" y="80"/>
                  </a:lnTo>
                  <a:lnTo>
                    <a:pt x="81" y="0"/>
                  </a:lnTo>
                  <a:lnTo>
                    <a:pt x="90" y="8"/>
                  </a:lnTo>
                  <a:lnTo>
                    <a:pt x="12" y="83"/>
                  </a:lnTo>
                  <a:lnTo>
                    <a:pt x="12" y="299"/>
                  </a:ln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100" name="Freeform 42">
              <a:extLst>
                <a:ext uri="{FF2B5EF4-FFF2-40B4-BE49-F238E27FC236}">
                  <a16:creationId xmlns:a16="http://schemas.microsoft.com/office/drawing/2014/main" id="{D9807239-A5BA-4BB3-9194-BCE3B2F21CE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38125" y="3883025"/>
              <a:ext cx="109538" cy="109538"/>
            </a:xfrm>
            <a:custGeom>
              <a:avLst/>
              <a:gdLst/>
              <a:ahLst/>
              <a:cxnLst/>
              <a:rect l="0" t="0" r="r" b="b"/>
              <a:pathLst>
                <a:path w="23" h="23">
                  <a:moveTo>
                    <a:pt x="11" y="23"/>
                  </a:moveTo>
                  <a:cubicBezTo>
                    <a:pt x="5" y="23"/>
                    <a:pt x="0" y="18"/>
                    <a:pt x="0" y="12"/>
                  </a:cubicBezTo>
                  <a:cubicBezTo>
                    <a:pt x="0" y="5"/>
                    <a:pt x="5" y="0"/>
                    <a:pt x="11" y="0"/>
                  </a:cubicBezTo>
                  <a:cubicBezTo>
                    <a:pt x="17" y="0"/>
                    <a:pt x="23" y="5"/>
                    <a:pt x="23" y="12"/>
                  </a:cubicBezTo>
                  <a:cubicBezTo>
                    <a:pt x="23" y="18"/>
                    <a:pt x="17" y="23"/>
                    <a:pt x="11" y="23"/>
                  </a:cubicBezTo>
                  <a:close/>
                  <a:moveTo>
                    <a:pt x="11" y="4"/>
                  </a:moveTo>
                  <a:cubicBezTo>
                    <a:pt x="7" y="4"/>
                    <a:pt x="4" y="8"/>
                    <a:pt x="4" y="12"/>
                  </a:cubicBezTo>
                  <a:cubicBezTo>
                    <a:pt x="4" y="16"/>
                    <a:pt x="7" y="19"/>
                    <a:pt x="11" y="19"/>
                  </a:cubicBezTo>
                  <a:cubicBezTo>
                    <a:pt x="15" y="19"/>
                    <a:pt x="19" y="16"/>
                    <a:pt x="19" y="12"/>
                  </a:cubicBezTo>
                  <a:cubicBezTo>
                    <a:pt x="19" y="8"/>
                    <a:pt x="15" y="4"/>
                    <a:pt x="11"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101" name="Freeform 43">
              <a:extLst>
                <a:ext uri="{FF2B5EF4-FFF2-40B4-BE49-F238E27FC236}">
                  <a16:creationId xmlns:a16="http://schemas.microsoft.com/office/drawing/2014/main" id="{04D300FD-DC53-4375-8981-09EA63BCF18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4763" y="2166938"/>
              <a:ext cx="114300" cy="452438"/>
            </a:xfrm>
            <a:custGeom>
              <a:avLst/>
              <a:gdLst/>
              <a:ahLst/>
              <a:cxnLst/>
              <a:rect l="0" t="0" r="r" b="b"/>
              <a:pathLst>
                <a:path w="72" h="285">
                  <a:moveTo>
                    <a:pt x="6" y="285"/>
                  </a:moveTo>
                  <a:lnTo>
                    <a:pt x="0" y="276"/>
                  </a:lnTo>
                  <a:lnTo>
                    <a:pt x="60" y="216"/>
                  </a:lnTo>
                  <a:lnTo>
                    <a:pt x="60" y="0"/>
                  </a:lnTo>
                  <a:lnTo>
                    <a:pt x="72" y="0"/>
                  </a:lnTo>
                  <a:lnTo>
                    <a:pt x="72" y="222"/>
                  </a:lnTo>
                  <a:lnTo>
                    <a:pt x="6" y="285"/>
                  </a:ln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102" name="Freeform 44">
              <a:extLst>
                <a:ext uri="{FF2B5EF4-FFF2-40B4-BE49-F238E27FC236}">
                  <a16:creationId xmlns:a16="http://schemas.microsoft.com/office/drawing/2014/main" id="{1DF83FFD-4C16-41FD-928F-6E88AFC451C0}"/>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388" y="2066925"/>
              <a:ext cx="109538" cy="109538"/>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103" name="Rectangle 102">
              <a:extLst>
                <a:ext uri="{FF2B5EF4-FFF2-40B4-BE49-F238E27FC236}">
                  <a16:creationId xmlns:a16="http://schemas.microsoft.com/office/drawing/2014/main" id="{A5B4BC2F-B667-462B-99D8-0C433124ABD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228725" y="4662488"/>
              <a:ext cx="23813" cy="2181225"/>
            </a:xfrm>
            <a:prstGeom prst="rect">
              <a:avLst/>
            </a:pr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miter lim="800000"/>
                  <a:headEnd/>
                  <a:tailEnd/>
                </a14:hiddenLine>
              </a:ext>
            </a:extLst>
          </p:spPr>
          <p:txBody>
            <a:bodyPr/>
            <a:lstStyle/>
            <a:p>
              <a:endParaRPr lang="tr-TR"/>
            </a:p>
          </p:txBody>
        </p:sp>
        <p:sp>
          <p:nvSpPr>
            <p:cNvPr id="104" name="Freeform 46">
              <a:extLst>
                <a:ext uri="{FF2B5EF4-FFF2-40B4-BE49-F238E27FC236}">
                  <a16:creationId xmlns:a16="http://schemas.microsoft.com/office/drawing/2014/main" id="{0CBD9EFB-AC61-4674-B75A-56449003CCE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19213" y="5041900"/>
              <a:ext cx="371475" cy="1801813"/>
            </a:xfrm>
            <a:custGeom>
              <a:avLst/>
              <a:gdLst/>
              <a:ahLst/>
              <a:cxnLst/>
              <a:rect l="0" t="0" r="r" b="b"/>
              <a:pathLst>
                <a:path w="234" h="1135">
                  <a:moveTo>
                    <a:pt x="15" y="1135"/>
                  </a:moveTo>
                  <a:lnTo>
                    <a:pt x="0" y="1135"/>
                  </a:lnTo>
                  <a:lnTo>
                    <a:pt x="0" y="515"/>
                  </a:lnTo>
                  <a:lnTo>
                    <a:pt x="0" y="512"/>
                  </a:lnTo>
                  <a:lnTo>
                    <a:pt x="219" y="0"/>
                  </a:lnTo>
                  <a:lnTo>
                    <a:pt x="234" y="6"/>
                  </a:lnTo>
                  <a:lnTo>
                    <a:pt x="15" y="518"/>
                  </a:lnTo>
                  <a:lnTo>
                    <a:pt x="15" y="1135"/>
                  </a:ln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105" name="Freeform 47">
              <a:extLst>
                <a:ext uri="{FF2B5EF4-FFF2-40B4-BE49-F238E27FC236}">
                  <a16:creationId xmlns:a16="http://schemas.microsoft.com/office/drawing/2014/main" id="{1AD4BBB0-F6A7-451F-BE09-DF619F38EB7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47763"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106" name="Freeform 48">
              <a:extLst>
                <a:ext uri="{FF2B5EF4-FFF2-40B4-BE49-F238E27FC236}">
                  <a16:creationId xmlns:a16="http://schemas.microsoft.com/office/drawing/2014/main" id="{A258B285-AE5E-473A-AA72-3C95E1D8331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819150" y="3983038"/>
              <a:ext cx="347663" cy="2860675"/>
            </a:xfrm>
            <a:custGeom>
              <a:avLst/>
              <a:gdLst/>
              <a:ahLst/>
              <a:cxnLst/>
              <a:rect l="0" t="0" r="r" b="b"/>
              <a:pathLst>
                <a:path w="219" h="1802">
                  <a:moveTo>
                    <a:pt x="219" y="1802"/>
                  </a:moveTo>
                  <a:lnTo>
                    <a:pt x="201" y="1802"/>
                  </a:lnTo>
                  <a:lnTo>
                    <a:pt x="201" y="1185"/>
                  </a:lnTo>
                  <a:lnTo>
                    <a:pt x="0" y="3"/>
                  </a:lnTo>
                  <a:lnTo>
                    <a:pt x="15" y="0"/>
                  </a:lnTo>
                  <a:lnTo>
                    <a:pt x="219" y="1185"/>
                  </a:lnTo>
                  <a:lnTo>
                    <a:pt x="219" y="1802"/>
                  </a:ln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107" name="Freeform 49">
              <a:extLst>
                <a:ext uri="{FF2B5EF4-FFF2-40B4-BE49-F238E27FC236}">
                  <a16:creationId xmlns:a16="http://schemas.microsoft.com/office/drawing/2014/main" id="{7BEEDDE5-CB8A-4DF9-858F-4D9462D955A7}"/>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728663" y="3806825"/>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108" name="Freeform 50">
              <a:extLst>
                <a:ext uri="{FF2B5EF4-FFF2-40B4-BE49-F238E27FC236}">
                  <a16:creationId xmlns:a16="http://schemas.microsoft.com/office/drawing/2014/main" id="{DA1C731B-9B66-4D65-BF47-04B118107B00}"/>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24013"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109" name="Freeform 51">
              <a:extLst>
                <a:ext uri="{FF2B5EF4-FFF2-40B4-BE49-F238E27FC236}">
                  <a16:creationId xmlns:a16="http://schemas.microsoft.com/office/drawing/2014/main" id="{58DBFEC6-C6DC-4B7A-934F-5A79EC3280F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404938" y="5422900"/>
              <a:ext cx="371475" cy="1425575"/>
            </a:xfrm>
            <a:custGeom>
              <a:avLst/>
              <a:gdLst/>
              <a:ahLst/>
              <a:cxnLst/>
              <a:rect l="0" t="0" r="r" b="b"/>
              <a:pathLst>
                <a:path w="234" h="898">
                  <a:moveTo>
                    <a:pt x="18" y="898"/>
                  </a:moveTo>
                  <a:lnTo>
                    <a:pt x="0" y="898"/>
                  </a:lnTo>
                  <a:lnTo>
                    <a:pt x="0" y="515"/>
                  </a:lnTo>
                  <a:lnTo>
                    <a:pt x="0" y="512"/>
                  </a:lnTo>
                  <a:lnTo>
                    <a:pt x="222" y="0"/>
                  </a:lnTo>
                  <a:lnTo>
                    <a:pt x="234" y="6"/>
                  </a:lnTo>
                  <a:lnTo>
                    <a:pt x="18" y="518"/>
                  </a:lnTo>
                  <a:lnTo>
                    <a:pt x="18" y="898"/>
                  </a:ln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110" name="Freeform 52">
              <a:extLst>
                <a:ext uri="{FF2B5EF4-FFF2-40B4-BE49-F238E27FC236}">
                  <a16:creationId xmlns:a16="http://schemas.microsoft.com/office/drawing/2014/main" id="{9948D8CB-2DBE-4E48-98EA-DF9E2666A2D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666875"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111" name="Freeform 53">
              <a:extLst>
                <a:ext uri="{FF2B5EF4-FFF2-40B4-BE49-F238E27FC236}">
                  <a16:creationId xmlns:a16="http://schemas.microsoft.com/office/drawing/2014/main" id="{56AB69F6-9F0B-4AB6-BCA8-AA2FD69E9981}"/>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709738"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112" name="Freeform 54">
              <a:extLst>
                <a:ext uri="{FF2B5EF4-FFF2-40B4-BE49-F238E27FC236}">
                  <a16:creationId xmlns:a16="http://schemas.microsoft.com/office/drawing/2014/main" id="{0E7FB426-288D-4B0B-B73B-10CCC0EF41E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709738"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113" name="Freeform 55">
              <a:extLst>
                <a:ext uri="{FF2B5EF4-FFF2-40B4-BE49-F238E27FC236}">
                  <a16:creationId xmlns:a16="http://schemas.microsoft.com/office/drawing/2014/main" id="{A5C59C6B-46C9-48C9-9F57-2EE738B531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766888" y="6330950"/>
              <a:ext cx="419100" cy="527050"/>
            </a:xfrm>
            <a:custGeom>
              <a:avLst/>
              <a:gdLst/>
              <a:ahLst/>
              <a:cxnLst/>
              <a:rect l="0" t="0" r="r" b="b"/>
              <a:pathLst>
                <a:path w="264" h="332">
                  <a:moveTo>
                    <a:pt x="12" y="332"/>
                  </a:moveTo>
                  <a:lnTo>
                    <a:pt x="0" y="326"/>
                  </a:lnTo>
                  <a:lnTo>
                    <a:pt x="45" y="206"/>
                  </a:lnTo>
                  <a:lnTo>
                    <a:pt x="255" y="0"/>
                  </a:lnTo>
                  <a:lnTo>
                    <a:pt x="264" y="12"/>
                  </a:lnTo>
                  <a:lnTo>
                    <a:pt x="60" y="215"/>
                  </a:lnTo>
                  <a:lnTo>
                    <a:pt x="12" y="332"/>
                  </a:ln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114" name="Freeform 56">
              <a:extLst>
                <a:ext uri="{FF2B5EF4-FFF2-40B4-BE49-F238E27FC236}">
                  <a16:creationId xmlns:a16="http://schemas.microsoft.com/office/drawing/2014/main" id="{7CE85F33-17DC-4273-B06F-D171094449D7}"/>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147888"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115" name="Freeform 57">
              <a:extLst>
                <a:ext uri="{FF2B5EF4-FFF2-40B4-BE49-F238E27FC236}">
                  <a16:creationId xmlns:a16="http://schemas.microsoft.com/office/drawing/2014/main" id="{5CD001CF-F2C4-4810-A8D9-679F9F89E5E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04825" y="9525"/>
              <a:ext cx="233363" cy="5103813"/>
            </a:xfrm>
            <a:custGeom>
              <a:avLst/>
              <a:gdLst/>
              <a:ahLst/>
              <a:cxnLst/>
              <a:rect l="0" t="0" r="r" b="b"/>
              <a:pathLst>
                <a:path w="147" h="3215">
                  <a:moveTo>
                    <a:pt x="132" y="3215"/>
                  </a:moveTo>
                  <a:lnTo>
                    <a:pt x="129" y="2754"/>
                  </a:lnTo>
                  <a:lnTo>
                    <a:pt x="0" y="1901"/>
                  </a:lnTo>
                  <a:lnTo>
                    <a:pt x="0" y="0"/>
                  </a:lnTo>
                  <a:lnTo>
                    <a:pt x="15" y="0"/>
                  </a:lnTo>
                  <a:lnTo>
                    <a:pt x="15" y="1898"/>
                  </a:lnTo>
                  <a:lnTo>
                    <a:pt x="144" y="2754"/>
                  </a:lnTo>
                  <a:lnTo>
                    <a:pt x="147" y="3215"/>
                  </a:lnTo>
                  <a:lnTo>
                    <a:pt x="132" y="3215"/>
                  </a:ln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116" name="Freeform 58">
              <a:extLst>
                <a:ext uri="{FF2B5EF4-FFF2-40B4-BE49-F238E27FC236}">
                  <a16:creationId xmlns:a16="http://schemas.microsoft.com/office/drawing/2014/main" id="{69F4BCDD-D153-40D2-8DD1-2509EE0CE4C7}"/>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33413" y="5103813"/>
              <a:ext cx="185738" cy="185738"/>
            </a:xfrm>
            <a:custGeom>
              <a:avLst/>
              <a:gdLst/>
              <a:ahLst/>
              <a:cxnLst/>
              <a:rect l="0" t="0" r="r" b="b"/>
              <a:pathLst>
                <a:path w="39" h="39">
                  <a:moveTo>
                    <a:pt x="20" y="39"/>
                  </a:moveTo>
                  <a:cubicBezTo>
                    <a:pt x="9" y="39"/>
                    <a:pt x="0" y="30"/>
                    <a:pt x="0" y="19"/>
                  </a:cubicBezTo>
                  <a:cubicBezTo>
                    <a:pt x="0" y="9"/>
                    <a:pt x="9" y="0"/>
                    <a:pt x="20" y="0"/>
                  </a:cubicBezTo>
                  <a:cubicBezTo>
                    <a:pt x="30" y="0"/>
                    <a:pt x="39" y="9"/>
                    <a:pt x="39" y="19"/>
                  </a:cubicBezTo>
                  <a:cubicBezTo>
                    <a:pt x="39" y="30"/>
                    <a:pt x="30" y="39"/>
                    <a:pt x="20" y="39"/>
                  </a:cubicBezTo>
                  <a:close/>
                  <a:moveTo>
                    <a:pt x="20" y="4"/>
                  </a:moveTo>
                  <a:cubicBezTo>
                    <a:pt x="11" y="4"/>
                    <a:pt x="4" y="11"/>
                    <a:pt x="4" y="19"/>
                  </a:cubicBezTo>
                  <a:cubicBezTo>
                    <a:pt x="4" y="28"/>
                    <a:pt x="11" y="35"/>
                    <a:pt x="20" y="35"/>
                  </a:cubicBezTo>
                  <a:cubicBezTo>
                    <a:pt x="28" y="35"/>
                    <a:pt x="35" y="28"/>
                    <a:pt x="35" y="19"/>
                  </a:cubicBezTo>
                  <a:cubicBezTo>
                    <a:pt x="35" y="11"/>
                    <a:pt x="28" y="4"/>
                    <a:pt x="20"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grpSp>
      <p:sp>
        <p:nvSpPr>
          <p:cNvPr id="3" name="İçerik Yer Tutucusu 2">
            <a:extLst>
              <a:ext uri="{FF2B5EF4-FFF2-40B4-BE49-F238E27FC236}">
                <a16:creationId xmlns:a16="http://schemas.microsoft.com/office/drawing/2014/main" id="{74691F87-7B35-4D28-1A68-BC93589C0F4F}"/>
              </a:ext>
            </a:extLst>
          </p:cNvPr>
          <p:cNvSpPr>
            <a:spLocks noGrp="1"/>
          </p:cNvSpPr>
          <p:nvPr>
            <p:ph idx="1"/>
          </p:nvPr>
        </p:nvSpPr>
        <p:spPr>
          <a:xfrm>
            <a:off x="4968958" y="2249487"/>
            <a:ext cx="6078453" cy="3541714"/>
          </a:xfrm>
        </p:spPr>
        <p:txBody>
          <a:bodyPr>
            <a:normAutofit/>
          </a:bodyPr>
          <a:lstStyle/>
          <a:p>
            <a:r>
              <a:rPr lang="tr-TR" sz="2200"/>
              <a:t>Hücrenin elektriksel aktivitesi açısından bakıldığında hücrenin dışında ve içinde yer alan sıvı bileşimleri arasında temel fark, hücre dışında Na+ ve Cl' iyonları sayısının hücre içine nazaran fazla, K+ iyonları sayısının ise az olmasıdır. Hücre membranından çeşitli maddelerin geçmesini sağlayan iki temel mekanizma difüzyon ve aktif rransport olaylarıdır.</a:t>
            </a:r>
          </a:p>
        </p:txBody>
      </p:sp>
      <p:sp>
        <p:nvSpPr>
          <p:cNvPr id="5" name="Alt Bilgi Yer Tutucusu 4">
            <a:extLst>
              <a:ext uri="{FF2B5EF4-FFF2-40B4-BE49-F238E27FC236}">
                <a16:creationId xmlns:a16="http://schemas.microsoft.com/office/drawing/2014/main" id="{5F62A632-7BBB-0843-89AC-BC1E6EB99283}"/>
              </a:ext>
            </a:extLst>
          </p:cNvPr>
          <p:cNvSpPr>
            <a:spLocks noGrp="1"/>
          </p:cNvSpPr>
          <p:nvPr>
            <p:ph type="ftr" sz="quarter" idx="11"/>
          </p:nvPr>
        </p:nvSpPr>
        <p:spPr/>
        <p:txBody>
          <a:bodyPr/>
          <a:lstStyle/>
          <a:p>
            <a:r>
              <a:rPr lang="en-US"/>
              <a:t>MEHMET FATİH KARAKAŞ</a:t>
            </a:r>
            <a:endParaRPr lang="en-US" dirty="0"/>
          </a:p>
        </p:txBody>
      </p:sp>
    </p:spTree>
    <p:extLst>
      <p:ext uri="{BB962C8B-B14F-4D97-AF65-F5344CB8AC3E}">
        <p14:creationId xmlns:p14="http://schemas.microsoft.com/office/powerpoint/2010/main" val="347757150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bg>
      <p:bgPr>
        <a:blipFill>
          <a:blip r:embed="rId2">
            <a:duotone>
              <a:schemeClr val="bg2">
                <a:shade val="88000"/>
                <a:hueMod val="106000"/>
                <a:satMod val="140000"/>
                <a:lumMod val="54000"/>
              </a:schemeClr>
              <a:schemeClr val="bg2">
                <a:tint val="98000"/>
                <a:hueMod val="90000"/>
                <a:satMod val="150000"/>
                <a:lumMod val="160000"/>
              </a:schemeClr>
            </a:duotone>
          </a:blip>
          <a:stretch/>
        </a:blipFill>
        <a:effectLst/>
      </p:bgPr>
    </p:bg>
    <p:spTree>
      <p:nvGrpSpPr>
        <p:cNvPr id="1" name=""/>
        <p:cNvGrpSpPr/>
        <p:nvPr/>
      </p:nvGrpSpPr>
      <p:grpSpPr>
        <a:xfrm>
          <a:off x="0" y="0"/>
          <a:ext cx="0" cy="0"/>
          <a:chOff x="0" y="0"/>
          <a:chExt cx="0" cy="0"/>
        </a:xfrm>
      </p:grpSpPr>
      <p:grpSp>
        <p:nvGrpSpPr>
          <p:cNvPr id="58" name="Group 57">
            <a:extLst>
              <a:ext uri="{FF2B5EF4-FFF2-40B4-BE49-F238E27FC236}">
                <a16:creationId xmlns:a16="http://schemas.microsoft.com/office/drawing/2014/main" id="{74872A0B-8668-4500-9509-EAA581B26C2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
            <a:ext cx="12192003" cy="6858001"/>
            <a:chOff x="0" y="-1"/>
            <a:chExt cx="12192003" cy="6858001"/>
          </a:xfrm>
        </p:grpSpPr>
        <p:sp useBgFill="1">
          <p:nvSpPr>
            <p:cNvPr id="59" name="Rectangle 58">
              <a:extLst>
                <a:ext uri="{FF2B5EF4-FFF2-40B4-BE49-F238E27FC236}">
                  <a16:creationId xmlns:a16="http://schemas.microsoft.com/office/drawing/2014/main" id="{8B504305-5526-408E-85F7-F0BA7E527C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 y="-1"/>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0" name="Picture 2">
              <a:extLst>
                <a:ext uri="{FF2B5EF4-FFF2-40B4-BE49-F238E27FC236}">
                  <a16:creationId xmlns:a16="http://schemas.microsoft.com/office/drawing/2014/main" id="{5827CE64-2533-45A6-9A39-7D5052E5CEE0}"/>
                </a:ext>
                <a:ext uri="{C183D7F6-B498-43B3-948B-1728B52AA6E4}">
                  <adec:decorative xmlns:adec="http://schemas.microsoft.com/office/drawing/2017/decorative" val="1"/>
                </a:ext>
              </a:extLst>
            </p:cNvPr>
            <p:cNvPicPr>
              <a:picLocks noChangeAspect="1" noChangeArrowheads="1"/>
            </p:cNvPicPr>
            <p:nvPr>
              <p:extLst>
                <p:ext uri="{386F3935-93C4-4BCD-93E2-E3B085C9AB24}">
                  <p16:designElem xmlns:p16="http://schemas.microsoft.com/office/powerpoint/2015/main" val="1"/>
                </p:ext>
              </p:extLst>
            </p:nvPr>
          </p:nvPicPr>
          <p:blipFill>
            <a:blip r:embed="rId3">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 xmlns:a16="http://schemas.microsoft.com/office/drawing/2014/main" xmlns:a14="http://schemas.microsoft.com/office/drawing/2010/main" xmlns:p14="http://schemas.microsoft.com/office/powerpoint/2010/main">
                  <a:solidFill>
                    <a:srgbClr val="FFFFFF"/>
                  </a:solidFill>
                </a14:hiddenFill>
              </a:ext>
            </a:extLst>
          </p:spPr>
        </p:pic>
      </p:grpSp>
      <p:sp>
        <p:nvSpPr>
          <p:cNvPr id="2" name="Başlık 1">
            <a:extLst>
              <a:ext uri="{FF2B5EF4-FFF2-40B4-BE49-F238E27FC236}">
                <a16:creationId xmlns:a16="http://schemas.microsoft.com/office/drawing/2014/main" id="{F38CFAEF-0D12-4999-56A7-33048DD02EA9}"/>
              </a:ext>
            </a:extLst>
          </p:cNvPr>
          <p:cNvSpPr>
            <a:spLocks noGrp="1"/>
          </p:cNvSpPr>
          <p:nvPr>
            <p:ph type="title"/>
          </p:nvPr>
        </p:nvSpPr>
        <p:spPr>
          <a:xfrm>
            <a:off x="6448425" y="618518"/>
            <a:ext cx="4598985" cy="1478570"/>
          </a:xfrm>
        </p:spPr>
        <p:txBody>
          <a:bodyPr>
            <a:normAutofit/>
          </a:bodyPr>
          <a:lstStyle/>
          <a:p>
            <a:r>
              <a:rPr lang="tr-TR" sz="3300"/>
              <a:t>Biyoelektrik İşaretlerinin Oluşumu</a:t>
            </a:r>
          </a:p>
        </p:txBody>
      </p:sp>
      <p:pic>
        <p:nvPicPr>
          <p:cNvPr id="54" name="Picture 53" descr="Mavi ışığın temsil ettiği ışın hızı">
            <a:extLst>
              <a:ext uri="{FF2B5EF4-FFF2-40B4-BE49-F238E27FC236}">
                <a16:creationId xmlns:a16="http://schemas.microsoft.com/office/drawing/2014/main" id="{A91AB9DE-5366-2246-A22E-A01A535C6A55}"/>
              </a:ext>
            </a:extLst>
          </p:cNvPr>
          <p:cNvPicPr>
            <a:picLocks noChangeAspect="1"/>
          </p:cNvPicPr>
          <p:nvPr/>
        </p:nvPicPr>
        <p:blipFill>
          <a:blip r:embed="rId4"/>
          <a:srcRect l="8484" r="32127" b="-1"/>
          <a:stretch>
            <a:fillRect/>
          </a:stretch>
        </p:blipFill>
        <p:spPr>
          <a:xfrm>
            <a:off x="-5597" y="10"/>
            <a:ext cx="6101597" cy="6857990"/>
          </a:xfrm>
          <a:prstGeom prst="rect">
            <a:avLst/>
          </a:prstGeom>
        </p:spPr>
      </p:pic>
      <p:grpSp>
        <p:nvGrpSpPr>
          <p:cNvPr id="62" name="Group 61">
            <a:extLst>
              <a:ext uri="{FF2B5EF4-FFF2-40B4-BE49-F238E27FC236}">
                <a16:creationId xmlns:a16="http://schemas.microsoft.com/office/drawing/2014/main" id="{240590EE-5428-41AA-95B2-96FCC1CE67A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2305051" cy="6858001"/>
            <a:chOff x="0" y="0"/>
            <a:chExt cx="2305051" cy="6858001"/>
          </a:xfrm>
          <a:solidFill>
            <a:schemeClr val="tx1">
              <a:alpha val="70000"/>
            </a:schemeClr>
          </a:solidFill>
          <a:effectLst/>
        </p:grpSpPr>
        <p:sp>
          <p:nvSpPr>
            <p:cNvPr id="63" name="Rectangle 62">
              <a:extLst>
                <a:ext uri="{FF2B5EF4-FFF2-40B4-BE49-F238E27FC236}">
                  <a16:creationId xmlns:a16="http://schemas.microsoft.com/office/drawing/2014/main" id="{494DCC55-99C6-45CF-B357-E3848C809346}"/>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209675" y="4763"/>
              <a:ext cx="23813" cy="2181225"/>
            </a:xfrm>
            <a:prstGeom prst="rect">
              <a:avLst/>
            </a:pr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miter lim="800000"/>
                  <a:headEnd/>
                  <a:tailEnd/>
                </a14:hiddenLine>
              </a:ext>
            </a:extLst>
          </p:spPr>
          <p:txBody>
            <a:bodyPr/>
            <a:lstStyle/>
            <a:p>
              <a:endParaRPr lang="tr-TR"/>
            </a:p>
          </p:txBody>
        </p:sp>
        <p:sp>
          <p:nvSpPr>
            <p:cNvPr id="64" name="Freeform 6">
              <a:extLst>
                <a:ext uri="{FF2B5EF4-FFF2-40B4-BE49-F238E27FC236}">
                  <a16:creationId xmlns:a16="http://schemas.microsoft.com/office/drawing/2014/main" id="{63D64E32-FF0C-4665-B9D8-D1ECAAE5BA4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28713"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65" name="Freeform 7">
              <a:extLst>
                <a:ext uri="{FF2B5EF4-FFF2-40B4-BE49-F238E27FC236}">
                  <a16:creationId xmlns:a16="http://schemas.microsoft.com/office/drawing/2014/main" id="{3675001D-3840-4589-8190-505A7F52F0A2}"/>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23950"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66" name="Rectangle 65">
              <a:extLst>
                <a:ext uri="{FF2B5EF4-FFF2-40B4-BE49-F238E27FC236}">
                  <a16:creationId xmlns:a16="http://schemas.microsoft.com/office/drawing/2014/main" id="{19E34E87-395F-4023-A80E-D1CBAAEBD9B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414338" y="9525"/>
              <a:ext cx="28575" cy="4481513"/>
            </a:xfrm>
            <a:prstGeom prst="rect">
              <a:avLst/>
            </a:pr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miter lim="800000"/>
                  <a:headEnd/>
                  <a:tailEnd/>
                </a14:hiddenLine>
              </a:ext>
            </a:extLst>
          </p:spPr>
          <p:txBody>
            <a:bodyPr/>
            <a:lstStyle/>
            <a:p>
              <a:endParaRPr lang="tr-TR"/>
            </a:p>
          </p:txBody>
        </p:sp>
        <p:sp>
          <p:nvSpPr>
            <p:cNvPr id="67" name="Freeform 9">
              <a:extLst>
                <a:ext uri="{FF2B5EF4-FFF2-40B4-BE49-F238E27FC236}">
                  <a16:creationId xmlns:a16="http://schemas.microsoft.com/office/drawing/2014/main" id="{6FB1B38F-1B92-41C3-AA1D-6D6440FB0D7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333375"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68" name="Freeform 10">
              <a:extLst>
                <a:ext uri="{FF2B5EF4-FFF2-40B4-BE49-F238E27FC236}">
                  <a16:creationId xmlns:a16="http://schemas.microsoft.com/office/drawing/2014/main" id="{02FBE453-FBD2-4348-8DDA-4A023444EC7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90500" y="9525"/>
              <a:ext cx="152400" cy="908050"/>
            </a:xfrm>
            <a:custGeom>
              <a:avLst/>
              <a:gdLst/>
              <a:ahLst/>
              <a:cxnLst/>
              <a:rect l="0" t="0" r="r" b="b"/>
              <a:pathLst>
                <a:path w="96" h="572">
                  <a:moveTo>
                    <a:pt x="15" y="572"/>
                  </a:moveTo>
                  <a:lnTo>
                    <a:pt x="0" y="566"/>
                  </a:lnTo>
                  <a:lnTo>
                    <a:pt x="81" y="380"/>
                  </a:lnTo>
                  <a:lnTo>
                    <a:pt x="81" y="0"/>
                  </a:lnTo>
                  <a:lnTo>
                    <a:pt x="96" y="0"/>
                  </a:lnTo>
                  <a:lnTo>
                    <a:pt x="96" y="383"/>
                  </a:lnTo>
                  <a:lnTo>
                    <a:pt x="15" y="572"/>
                  </a:ln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69" name="Freeform 11">
              <a:extLst>
                <a:ext uri="{FF2B5EF4-FFF2-40B4-BE49-F238E27FC236}">
                  <a16:creationId xmlns:a16="http://schemas.microsoft.com/office/drawing/2014/main" id="{60D719E8-BF78-4F42-B9D1-7F5E02A3699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90638" y="14288"/>
              <a:ext cx="376238" cy="1801813"/>
            </a:xfrm>
            <a:custGeom>
              <a:avLst/>
              <a:gdLst/>
              <a:ahLst/>
              <a:cxnLst/>
              <a:rect l="0" t="0" r="r" b="b"/>
              <a:pathLst>
                <a:path w="237" h="1135">
                  <a:moveTo>
                    <a:pt x="222" y="1135"/>
                  </a:moveTo>
                  <a:lnTo>
                    <a:pt x="0" y="620"/>
                  </a:lnTo>
                  <a:lnTo>
                    <a:pt x="0" y="0"/>
                  </a:lnTo>
                  <a:lnTo>
                    <a:pt x="18" y="0"/>
                  </a:lnTo>
                  <a:lnTo>
                    <a:pt x="18" y="617"/>
                  </a:lnTo>
                  <a:lnTo>
                    <a:pt x="237" y="1129"/>
                  </a:lnTo>
                  <a:lnTo>
                    <a:pt x="222" y="1135"/>
                  </a:ln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70" name="Freeform 12">
              <a:extLst>
                <a:ext uri="{FF2B5EF4-FFF2-40B4-BE49-F238E27FC236}">
                  <a16:creationId xmlns:a16="http://schemas.microsoft.com/office/drawing/2014/main" id="{5EC70737-9C19-4CF5-84DA-B22A960D53D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00200" y="180181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71" name="Freeform 13">
              <a:extLst>
                <a:ext uri="{FF2B5EF4-FFF2-40B4-BE49-F238E27FC236}">
                  <a16:creationId xmlns:a16="http://schemas.microsoft.com/office/drawing/2014/main" id="{88FD042E-E56E-4360-9620-F811AB9A334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81125" y="9525"/>
              <a:ext cx="371475" cy="1425575"/>
            </a:xfrm>
            <a:custGeom>
              <a:avLst/>
              <a:gdLst/>
              <a:ahLst/>
              <a:cxnLst/>
              <a:rect l="0" t="0" r="r" b="b"/>
              <a:pathLst>
                <a:path w="234" h="898">
                  <a:moveTo>
                    <a:pt x="219" y="898"/>
                  </a:moveTo>
                  <a:lnTo>
                    <a:pt x="0" y="383"/>
                  </a:lnTo>
                  <a:lnTo>
                    <a:pt x="0" y="0"/>
                  </a:lnTo>
                  <a:lnTo>
                    <a:pt x="15" y="0"/>
                  </a:lnTo>
                  <a:lnTo>
                    <a:pt x="15" y="380"/>
                  </a:lnTo>
                  <a:lnTo>
                    <a:pt x="234" y="892"/>
                  </a:lnTo>
                  <a:lnTo>
                    <a:pt x="219" y="898"/>
                  </a:ln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72" name="Freeform 14">
              <a:extLst>
                <a:ext uri="{FF2B5EF4-FFF2-40B4-BE49-F238E27FC236}">
                  <a16:creationId xmlns:a16="http://schemas.microsoft.com/office/drawing/2014/main" id="{18F15D2B-0812-46F6-B0F4-6A6714B543D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643063"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73" name="Freeform 15">
              <a:extLst>
                <a:ext uri="{FF2B5EF4-FFF2-40B4-BE49-F238E27FC236}">
                  <a16:creationId xmlns:a16="http://schemas.microsoft.com/office/drawing/2014/main" id="{0C2F2A50-98DD-4F92-BDFE-B72E2357667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85925" y="14208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74" name="Freeform 16">
              <a:extLst>
                <a:ext uri="{FF2B5EF4-FFF2-40B4-BE49-F238E27FC236}">
                  <a16:creationId xmlns:a16="http://schemas.microsoft.com/office/drawing/2014/main" id="{473541D9-6DAE-4718-97D4-8952F4E7CC8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8592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75" name="Freeform 17">
              <a:extLst>
                <a:ext uri="{FF2B5EF4-FFF2-40B4-BE49-F238E27FC236}">
                  <a16:creationId xmlns:a16="http://schemas.microsoft.com/office/drawing/2014/main" id="{3A56C5E9-011C-44D2-AF94-3BF54204338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743075" y="4763"/>
              <a:ext cx="419100" cy="522288"/>
            </a:xfrm>
            <a:custGeom>
              <a:avLst/>
              <a:gdLst/>
              <a:ahLst/>
              <a:cxnLst/>
              <a:rect l="0" t="0" r="r" b="b"/>
              <a:pathLst>
                <a:path w="264" h="329">
                  <a:moveTo>
                    <a:pt x="252" y="329"/>
                  </a:moveTo>
                  <a:lnTo>
                    <a:pt x="45" y="120"/>
                  </a:lnTo>
                  <a:lnTo>
                    <a:pt x="0" y="6"/>
                  </a:lnTo>
                  <a:lnTo>
                    <a:pt x="15" y="0"/>
                  </a:lnTo>
                  <a:lnTo>
                    <a:pt x="60" y="111"/>
                  </a:lnTo>
                  <a:lnTo>
                    <a:pt x="264" y="317"/>
                  </a:lnTo>
                  <a:lnTo>
                    <a:pt x="252" y="329"/>
                  </a:ln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76" name="Freeform 18">
              <a:extLst>
                <a:ext uri="{FF2B5EF4-FFF2-40B4-BE49-F238E27FC236}">
                  <a16:creationId xmlns:a16="http://schemas.microsoft.com/office/drawing/2014/main" id="{CD279E0E-1CD5-4F41-96A5-3A09707E810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119313"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77" name="Freeform 19">
              <a:extLst>
                <a:ext uri="{FF2B5EF4-FFF2-40B4-BE49-F238E27FC236}">
                  <a16:creationId xmlns:a16="http://schemas.microsoft.com/office/drawing/2014/main" id="{F5A6F094-9E54-4985-8738-D2067A4F07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00" y="4763"/>
              <a:ext cx="152400" cy="908050"/>
            </a:xfrm>
            <a:custGeom>
              <a:avLst/>
              <a:gdLst/>
              <a:ahLst/>
              <a:cxnLst/>
              <a:rect l="0" t="0" r="r" b="b"/>
              <a:pathLst>
                <a:path w="96" h="572">
                  <a:moveTo>
                    <a:pt x="15" y="572"/>
                  </a:moveTo>
                  <a:lnTo>
                    <a:pt x="0" y="572"/>
                  </a:lnTo>
                  <a:lnTo>
                    <a:pt x="0" y="189"/>
                  </a:lnTo>
                  <a:lnTo>
                    <a:pt x="81" y="0"/>
                  </a:lnTo>
                  <a:lnTo>
                    <a:pt x="96" y="6"/>
                  </a:lnTo>
                  <a:lnTo>
                    <a:pt x="15" y="192"/>
                  </a:lnTo>
                  <a:lnTo>
                    <a:pt x="15" y="572"/>
                  </a:ln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78" name="Freeform 20">
              <a:extLst>
                <a:ext uri="{FF2B5EF4-FFF2-40B4-BE49-F238E27FC236}">
                  <a16:creationId xmlns:a16="http://schemas.microsoft.com/office/drawing/2014/main" id="{99D51F59-FA93-490E-B9CF-97BB63747C97}"/>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86677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2"/>
                    <a:pt x="4" y="20"/>
                  </a:cubicBezTo>
                  <a:cubicBezTo>
                    <a:pt x="4" y="29"/>
                    <a:pt x="11" y="36"/>
                    <a:pt x="20" y="36"/>
                  </a:cubicBezTo>
                  <a:cubicBezTo>
                    <a:pt x="29" y="36"/>
                    <a:pt x="36" y="29"/>
                    <a:pt x="36" y="20"/>
                  </a:cubicBezTo>
                  <a:cubicBezTo>
                    <a:pt x="36" y="12"/>
                    <a:pt x="29" y="4"/>
                    <a:pt x="20"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79" name="Freeform 21">
              <a:extLst>
                <a:ext uri="{FF2B5EF4-FFF2-40B4-BE49-F238E27FC236}">
                  <a16:creationId xmlns:a16="http://schemas.microsoft.com/office/drawing/2014/main" id="{3CD83DC6-F4A0-4A4D-AAC3-83983F960DC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890588" y="15541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80" name="Freeform 22">
              <a:extLst>
                <a:ext uri="{FF2B5EF4-FFF2-40B4-BE49-F238E27FC236}">
                  <a16:creationId xmlns:a16="http://schemas.microsoft.com/office/drawing/2014/main" id="{6E9B4028-C74F-4631-8312-68B30E6E62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738188" y="5622925"/>
              <a:ext cx="338138" cy="1216025"/>
            </a:xfrm>
            <a:custGeom>
              <a:avLst/>
              <a:gdLst/>
              <a:ahLst/>
              <a:cxnLst/>
              <a:rect l="0" t="0" r="r" b="b"/>
              <a:pathLst>
                <a:path w="213" h="766">
                  <a:moveTo>
                    <a:pt x="213" y="766"/>
                  </a:moveTo>
                  <a:lnTo>
                    <a:pt x="195" y="766"/>
                  </a:lnTo>
                  <a:lnTo>
                    <a:pt x="195" y="464"/>
                  </a:lnTo>
                  <a:lnTo>
                    <a:pt x="0" y="6"/>
                  </a:lnTo>
                  <a:lnTo>
                    <a:pt x="12" y="0"/>
                  </a:lnTo>
                  <a:lnTo>
                    <a:pt x="213" y="461"/>
                  </a:lnTo>
                  <a:lnTo>
                    <a:pt x="213" y="766"/>
                  </a:ln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81" name="Freeform 23">
              <a:extLst>
                <a:ext uri="{FF2B5EF4-FFF2-40B4-BE49-F238E27FC236}">
                  <a16:creationId xmlns:a16="http://schemas.microsoft.com/office/drawing/2014/main" id="{1E3337C9-1DDE-4E2E-8519-7D2C23C95FE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47700" y="5480050"/>
              <a:ext cx="157163" cy="157163"/>
            </a:xfrm>
            <a:custGeom>
              <a:avLst/>
              <a:gdLst/>
              <a:ahLst/>
              <a:cxnLst/>
              <a:rect l="0" t="0" r="r" b="b"/>
              <a:pathLst>
                <a:path w="33" h="33">
                  <a:moveTo>
                    <a:pt x="17" y="33"/>
                  </a:moveTo>
                  <a:cubicBezTo>
                    <a:pt x="8" y="33"/>
                    <a:pt x="0" y="26"/>
                    <a:pt x="0" y="17"/>
                  </a:cubicBezTo>
                  <a:cubicBezTo>
                    <a:pt x="0" y="8"/>
                    <a:pt x="8" y="0"/>
                    <a:pt x="17" y="0"/>
                  </a:cubicBezTo>
                  <a:cubicBezTo>
                    <a:pt x="26" y="0"/>
                    <a:pt x="33" y="8"/>
                    <a:pt x="33" y="17"/>
                  </a:cubicBezTo>
                  <a:cubicBezTo>
                    <a:pt x="33" y="26"/>
                    <a:pt x="26" y="33"/>
                    <a:pt x="17" y="33"/>
                  </a:cubicBezTo>
                  <a:close/>
                  <a:moveTo>
                    <a:pt x="17" y="4"/>
                  </a:moveTo>
                  <a:cubicBezTo>
                    <a:pt x="10" y="4"/>
                    <a:pt x="4" y="10"/>
                    <a:pt x="4" y="17"/>
                  </a:cubicBezTo>
                  <a:cubicBezTo>
                    <a:pt x="4" y="24"/>
                    <a:pt x="10" y="29"/>
                    <a:pt x="17" y="29"/>
                  </a:cubicBezTo>
                  <a:cubicBezTo>
                    <a:pt x="23" y="29"/>
                    <a:pt x="29" y="24"/>
                    <a:pt x="29" y="17"/>
                  </a:cubicBezTo>
                  <a:cubicBezTo>
                    <a:pt x="29" y="10"/>
                    <a:pt x="23" y="4"/>
                    <a:pt x="17"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82" name="Freeform 24">
              <a:extLst>
                <a:ext uri="{FF2B5EF4-FFF2-40B4-BE49-F238E27FC236}">
                  <a16:creationId xmlns:a16="http://schemas.microsoft.com/office/drawing/2014/main" id="{754A526E-6EC0-458A-9C4C-008F6749CDD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6675" y="903288"/>
              <a:ext cx="190500" cy="190500"/>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2"/>
                    <a:pt x="4" y="20"/>
                  </a:cubicBezTo>
                  <a:cubicBezTo>
                    <a:pt x="4" y="29"/>
                    <a:pt x="12" y="36"/>
                    <a:pt x="20" y="36"/>
                  </a:cubicBezTo>
                  <a:cubicBezTo>
                    <a:pt x="29" y="36"/>
                    <a:pt x="36" y="29"/>
                    <a:pt x="36" y="20"/>
                  </a:cubicBezTo>
                  <a:cubicBezTo>
                    <a:pt x="36" y="12"/>
                    <a:pt x="29" y="4"/>
                    <a:pt x="20"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83" name="Freeform 25">
              <a:extLst>
                <a:ext uri="{FF2B5EF4-FFF2-40B4-BE49-F238E27FC236}">
                  <a16:creationId xmlns:a16="http://schemas.microsoft.com/office/drawing/2014/main" id="{6A3DA723-7448-48CF-8BD2-FED2D4FED56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0" y="3897313"/>
              <a:ext cx="133350" cy="266700"/>
            </a:xfrm>
            <a:custGeom>
              <a:avLst/>
              <a:gdLst/>
              <a:ahLst/>
              <a:cxnLst/>
              <a:rect l="0" t="0" r="r" b="b"/>
              <a:pathLst>
                <a:path w="84" h="168">
                  <a:moveTo>
                    <a:pt x="69" y="168"/>
                  </a:moveTo>
                  <a:lnTo>
                    <a:pt x="0" y="6"/>
                  </a:lnTo>
                  <a:lnTo>
                    <a:pt x="12" y="0"/>
                  </a:lnTo>
                  <a:lnTo>
                    <a:pt x="84" y="162"/>
                  </a:lnTo>
                  <a:lnTo>
                    <a:pt x="69" y="168"/>
                  </a:ln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84" name="Freeform 26">
              <a:extLst>
                <a:ext uri="{FF2B5EF4-FFF2-40B4-BE49-F238E27FC236}">
                  <a16:creationId xmlns:a16="http://schemas.microsoft.com/office/drawing/2014/main" id="{9B506EC1-D8A8-4532-B78B-A236567EE052}"/>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6675" y="414972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85" name="Freeform 27">
              <a:extLst>
                <a:ext uri="{FF2B5EF4-FFF2-40B4-BE49-F238E27FC236}">
                  <a16:creationId xmlns:a16="http://schemas.microsoft.com/office/drawing/2014/main" id="{AA9DFB36-74F4-4977-ABC5-3257EDA331B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0" y="1644650"/>
              <a:ext cx="133350" cy="269875"/>
            </a:xfrm>
            <a:custGeom>
              <a:avLst/>
              <a:gdLst/>
              <a:ahLst/>
              <a:cxnLst/>
              <a:rect l="0" t="0" r="r" b="b"/>
              <a:pathLst>
                <a:path w="84" h="170">
                  <a:moveTo>
                    <a:pt x="12" y="170"/>
                  </a:moveTo>
                  <a:lnTo>
                    <a:pt x="0" y="164"/>
                  </a:lnTo>
                  <a:lnTo>
                    <a:pt x="69" y="0"/>
                  </a:lnTo>
                  <a:lnTo>
                    <a:pt x="84" y="6"/>
                  </a:lnTo>
                  <a:lnTo>
                    <a:pt x="12" y="170"/>
                  </a:ln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86" name="Freeform 28">
              <a:extLst>
                <a:ext uri="{FF2B5EF4-FFF2-40B4-BE49-F238E27FC236}">
                  <a16:creationId xmlns:a16="http://schemas.microsoft.com/office/drawing/2014/main" id="{966A7FBA-BB79-4AF0-90C2-5F2BC9F2D1D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6675" y="146843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87" name="Freeform 29">
              <a:extLst>
                <a:ext uri="{FF2B5EF4-FFF2-40B4-BE49-F238E27FC236}">
                  <a16:creationId xmlns:a16="http://schemas.microsoft.com/office/drawing/2014/main" id="{23BB8A47-FF1B-44E5-8D93-7ADF37F1D7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95325" y="4763"/>
              <a:ext cx="309563" cy="1558925"/>
            </a:xfrm>
            <a:custGeom>
              <a:avLst/>
              <a:gdLst/>
              <a:ahLst/>
              <a:cxnLst/>
              <a:rect l="0" t="0" r="r" b="b"/>
              <a:pathLst>
                <a:path w="195" h="982">
                  <a:moveTo>
                    <a:pt x="195" y="982"/>
                  </a:moveTo>
                  <a:lnTo>
                    <a:pt x="177" y="982"/>
                  </a:lnTo>
                  <a:lnTo>
                    <a:pt x="177" y="805"/>
                  </a:lnTo>
                  <a:lnTo>
                    <a:pt x="0" y="629"/>
                  </a:lnTo>
                  <a:lnTo>
                    <a:pt x="0" y="0"/>
                  </a:lnTo>
                  <a:lnTo>
                    <a:pt x="18" y="0"/>
                  </a:lnTo>
                  <a:lnTo>
                    <a:pt x="18" y="623"/>
                  </a:lnTo>
                  <a:lnTo>
                    <a:pt x="195" y="796"/>
                  </a:lnTo>
                  <a:lnTo>
                    <a:pt x="195" y="982"/>
                  </a:ln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88" name="Freeform 30">
              <a:extLst>
                <a:ext uri="{FF2B5EF4-FFF2-40B4-BE49-F238E27FC236}">
                  <a16:creationId xmlns:a16="http://schemas.microsoft.com/office/drawing/2014/main" id="{E463E1B7-7BED-4425-95B7-F6F75F87335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7150" y="48815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89" name="Freeform 31">
              <a:extLst>
                <a:ext uri="{FF2B5EF4-FFF2-40B4-BE49-F238E27FC236}">
                  <a16:creationId xmlns:a16="http://schemas.microsoft.com/office/drawing/2014/main" id="{749D0675-4397-4610-9807-2F7C1CC9422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8113" y="5060950"/>
              <a:ext cx="304800" cy="1778000"/>
            </a:xfrm>
            <a:custGeom>
              <a:avLst/>
              <a:gdLst/>
              <a:ahLst/>
              <a:cxnLst/>
              <a:rect l="0" t="0" r="r" b="b"/>
              <a:pathLst>
                <a:path w="192" h="1120">
                  <a:moveTo>
                    <a:pt x="192" y="1120"/>
                  </a:moveTo>
                  <a:lnTo>
                    <a:pt x="177" y="1120"/>
                  </a:lnTo>
                  <a:lnTo>
                    <a:pt x="177" y="360"/>
                  </a:lnTo>
                  <a:lnTo>
                    <a:pt x="0" y="183"/>
                  </a:lnTo>
                  <a:lnTo>
                    <a:pt x="0" y="0"/>
                  </a:lnTo>
                  <a:lnTo>
                    <a:pt x="15" y="0"/>
                  </a:lnTo>
                  <a:lnTo>
                    <a:pt x="15" y="177"/>
                  </a:lnTo>
                  <a:lnTo>
                    <a:pt x="192" y="354"/>
                  </a:lnTo>
                  <a:lnTo>
                    <a:pt x="192" y="1120"/>
                  </a:ln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90" name="Freeform 32">
              <a:extLst>
                <a:ext uri="{FF2B5EF4-FFF2-40B4-BE49-F238E27FC236}">
                  <a16:creationId xmlns:a16="http://schemas.microsoft.com/office/drawing/2014/main" id="{DE7617CF-8919-43C3-9557-08D67C7DAF2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61975" y="64309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91" name="Rectangle 90">
              <a:extLst>
                <a:ext uri="{FF2B5EF4-FFF2-40B4-BE49-F238E27FC236}">
                  <a16:creationId xmlns:a16="http://schemas.microsoft.com/office/drawing/2014/main" id="{3DB68720-7E37-4930-9900-8632140D62BB}"/>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642938" y="6610350"/>
              <a:ext cx="23813" cy="242888"/>
            </a:xfrm>
            <a:prstGeom prst="rect">
              <a:avLst/>
            </a:pr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miter lim="800000"/>
                  <a:headEnd/>
                  <a:tailEnd/>
                </a14:hiddenLine>
              </a:ext>
            </a:extLst>
          </p:spPr>
          <p:txBody>
            <a:bodyPr/>
            <a:lstStyle/>
            <a:p>
              <a:endParaRPr lang="tr-TR"/>
            </a:p>
          </p:txBody>
        </p:sp>
        <p:sp>
          <p:nvSpPr>
            <p:cNvPr id="92" name="Freeform 34">
              <a:extLst>
                <a:ext uri="{FF2B5EF4-FFF2-40B4-BE49-F238E27FC236}">
                  <a16:creationId xmlns:a16="http://schemas.microsoft.com/office/drawing/2014/main" id="{202F13DF-5B76-468E-A95E-80780788BD01}"/>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76200" y="6430963"/>
              <a:ext cx="190500" cy="188913"/>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93" name="Freeform 35">
              <a:extLst>
                <a:ext uri="{FF2B5EF4-FFF2-40B4-BE49-F238E27FC236}">
                  <a16:creationId xmlns:a16="http://schemas.microsoft.com/office/drawing/2014/main" id="{219143C2-6062-4C2C-9563-6534108E359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0" y="5978525"/>
              <a:ext cx="190500" cy="461963"/>
            </a:xfrm>
            <a:custGeom>
              <a:avLst/>
              <a:gdLst/>
              <a:ahLst/>
              <a:cxnLst/>
              <a:rect l="0" t="0" r="r" b="b"/>
              <a:pathLst>
                <a:path w="120" h="291">
                  <a:moveTo>
                    <a:pt x="120" y="291"/>
                  </a:moveTo>
                  <a:lnTo>
                    <a:pt x="105" y="291"/>
                  </a:lnTo>
                  <a:lnTo>
                    <a:pt x="105" y="114"/>
                  </a:lnTo>
                  <a:lnTo>
                    <a:pt x="0" y="9"/>
                  </a:lnTo>
                  <a:lnTo>
                    <a:pt x="12" y="0"/>
                  </a:lnTo>
                  <a:lnTo>
                    <a:pt x="120" y="108"/>
                  </a:lnTo>
                  <a:lnTo>
                    <a:pt x="120" y="291"/>
                  </a:ln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94" name="Freeform 36">
              <a:extLst>
                <a:ext uri="{FF2B5EF4-FFF2-40B4-BE49-F238E27FC236}">
                  <a16:creationId xmlns:a16="http://schemas.microsoft.com/office/drawing/2014/main" id="{38413A0C-26DB-479B-B747-1D813610078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014413" y="1801813"/>
              <a:ext cx="214313" cy="755650"/>
            </a:xfrm>
            <a:custGeom>
              <a:avLst/>
              <a:gdLst/>
              <a:ahLst/>
              <a:cxnLst/>
              <a:rect l="0" t="0" r="r" b="b"/>
              <a:pathLst>
                <a:path w="135" h="476">
                  <a:moveTo>
                    <a:pt x="12" y="476"/>
                  </a:moveTo>
                  <a:lnTo>
                    <a:pt x="0" y="476"/>
                  </a:lnTo>
                  <a:lnTo>
                    <a:pt x="0" y="128"/>
                  </a:lnTo>
                  <a:lnTo>
                    <a:pt x="126" y="0"/>
                  </a:lnTo>
                  <a:lnTo>
                    <a:pt x="135" y="9"/>
                  </a:lnTo>
                  <a:lnTo>
                    <a:pt x="12" y="131"/>
                  </a:lnTo>
                  <a:lnTo>
                    <a:pt x="12" y="476"/>
                  </a:ln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95" name="Freeform 37">
              <a:extLst>
                <a:ext uri="{FF2B5EF4-FFF2-40B4-BE49-F238E27FC236}">
                  <a16:creationId xmlns:a16="http://schemas.microsoft.com/office/drawing/2014/main" id="{CB526B5F-4FAA-4B4C-8AF8-B98EC74A3D20}"/>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938213" y="2547938"/>
              <a:ext cx="166688" cy="160338"/>
            </a:xfrm>
            <a:custGeom>
              <a:avLst/>
              <a:gdLst/>
              <a:ahLst/>
              <a:cxnLst/>
              <a:rect l="0" t="0" r="r" b="b"/>
              <a:pathLst>
                <a:path w="35" h="34">
                  <a:moveTo>
                    <a:pt x="18" y="34"/>
                  </a:moveTo>
                  <a:cubicBezTo>
                    <a:pt x="8" y="34"/>
                    <a:pt x="0" y="26"/>
                    <a:pt x="0" y="17"/>
                  </a:cubicBezTo>
                  <a:cubicBezTo>
                    <a:pt x="0" y="7"/>
                    <a:pt x="8" y="0"/>
                    <a:pt x="18" y="0"/>
                  </a:cubicBezTo>
                  <a:cubicBezTo>
                    <a:pt x="27" y="0"/>
                    <a:pt x="35" y="7"/>
                    <a:pt x="35" y="17"/>
                  </a:cubicBezTo>
                  <a:cubicBezTo>
                    <a:pt x="35" y="26"/>
                    <a:pt x="27" y="34"/>
                    <a:pt x="18" y="34"/>
                  </a:cubicBezTo>
                  <a:close/>
                  <a:moveTo>
                    <a:pt x="18" y="4"/>
                  </a:moveTo>
                  <a:cubicBezTo>
                    <a:pt x="10" y="4"/>
                    <a:pt x="4" y="10"/>
                    <a:pt x="4" y="17"/>
                  </a:cubicBezTo>
                  <a:cubicBezTo>
                    <a:pt x="4" y="24"/>
                    <a:pt x="10" y="30"/>
                    <a:pt x="18" y="30"/>
                  </a:cubicBezTo>
                  <a:cubicBezTo>
                    <a:pt x="25" y="30"/>
                    <a:pt x="31" y="24"/>
                    <a:pt x="31" y="17"/>
                  </a:cubicBezTo>
                  <a:cubicBezTo>
                    <a:pt x="31" y="10"/>
                    <a:pt x="25" y="4"/>
                    <a:pt x="18"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96" name="Freeform 38">
              <a:extLst>
                <a:ext uri="{FF2B5EF4-FFF2-40B4-BE49-F238E27FC236}">
                  <a16:creationId xmlns:a16="http://schemas.microsoft.com/office/drawing/2014/main" id="{54FFF88E-6D69-4AE9-8378-D164191557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95313" y="4763"/>
              <a:ext cx="638175" cy="4025900"/>
            </a:xfrm>
            <a:custGeom>
              <a:avLst/>
              <a:gdLst/>
              <a:ahLst/>
              <a:cxnLst/>
              <a:rect l="0" t="0" r="r" b="b"/>
              <a:pathLst>
                <a:path w="402" h="2536">
                  <a:moveTo>
                    <a:pt x="402" y="2536"/>
                  </a:moveTo>
                  <a:lnTo>
                    <a:pt x="387" y="2536"/>
                  </a:lnTo>
                  <a:lnTo>
                    <a:pt x="387" y="2311"/>
                  </a:lnTo>
                  <a:lnTo>
                    <a:pt x="0" y="1925"/>
                  </a:lnTo>
                  <a:lnTo>
                    <a:pt x="0" y="0"/>
                  </a:lnTo>
                  <a:lnTo>
                    <a:pt x="15" y="0"/>
                  </a:lnTo>
                  <a:lnTo>
                    <a:pt x="15" y="1916"/>
                  </a:lnTo>
                  <a:lnTo>
                    <a:pt x="402" y="2302"/>
                  </a:lnTo>
                  <a:lnTo>
                    <a:pt x="402" y="2536"/>
                  </a:ln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97" name="Freeform 39">
              <a:extLst>
                <a:ext uri="{FF2B5EF4-FFF2-40B4-BE49-F238E27FC236}">
                  <a16:creationId xmlns:a16="http://schemas.microsoft.com/office/drawing/2014/main" id="{8008115A-CE00-4E36-BAF1-B511F21E837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23963"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98" name="Freeform 40">
              <a:extLst>
                <a:ext uri="{FF2B5EF4-FFF2-40B4-BE49-F238E27FC236}">
                  <a16:creationId xmlns:a16="http://schemas.microsoft.com/office/drawing/2014/main" id="{2935DB29-6F85-47D8-863C-11386389DBF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300163" y="1849438"/>
              <a:ext cx="109538" cy="107950"/>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99" name="Freeform 41">
              <a:extLst>
                <a:ext uri="{FF2B5EF4-FFF2-40B4-BE49-F238E27FC236}">
                  <a16:creationId xmlns:a16="http://schemas.microsoft.com/office/drawing/2014/main" id="{4FB8E51B-1AC1-4671-B181-473C29BECD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80988" y="3417888"/>
              <a:ext cx="142875" cy="474663"/>
            </a:xfrm>
            <a:custGeom>
              <a:avLst/>
              <a:gdLst/>
              <a:ahLst/>
              <a:cxnLst/>
              <a:rect l="0" t="0" r="r" b="b"/>
              <a:pathLst>
                <a:path w="90" h="299">
                  <a:moveTo>
                    <a:pt x="12" y="299"/>
                  </a:moveTo>
                  <a:lnTo>
                    <a:pt x="0" y="299"/>
                  </a:lnTo>
                  <a:lnTo>
                    <a:pt x="0" y="80"/>
                  </a:lnTo>
                  <a:lnTo>
                    <a:pt x="81" y="0"/>
                  </a:lnTo>
                  <a:lnTo>
                    <a:pt x="90" y="8"/>
                  </a:lnTo>
                  <a:lnTo>
                    <a:pt x="12" y="83"/>
                  </a:lnTo>
                  <a:lnTo>
                    <a:pt x="12" y="299"/>
                  </a:ln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100" name="Freeform 42">
              <a:extLst>
                <a:ext uri="{FF2B5EF4-FFF2-40B4-BE49-F238E27FC236}">
                  <a16:creationId xmlns:a16="http://schemas.microsoft.com/office/drawing/2014/main" id="{91E6AE4F-959F-4ED7-A199-8C0307E40EA3}"/>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38125" y="3883025"/>
              <a:ext cx="109538" cy="109538"/>
            </a:xfrm>
            <a:custGeom>
              <a:avLst/>
              <a:gdLst/>
              <a:ahLst/>
              <a:cxnLst/>
              <a:rect l="0" t="0" r="r" b="b"/>
              <a:pathLst>
                <a:path w="23" h="23">
                  <a:moveTo>
                    <a:pt x="11" y="23"/>
                  </a:moveTo>
                  <a:cubicBezTo>
                    <a:pt x="5" y="23"/>
                    <a:pt x="0" y="18"/>
                    <a:pt x="0" y="12"/>
                  </a:cubicBezTo>
                  <a:cubicBezTo>
                    <a:pt x="0" y="5"/>
                    <a:pt x="5" y="0"/>
                    <a:pt x="11" y="0"/>
                  </a:cubicBezTo>
                  <a:cubicBezTo>
                    <a:pt x="17" y="0"/>
                    <a:pt x="23" y="5"/>
                    <a:pt x="23" y="12"/>
                  </a:cubicBezTo>
                  <a:cubicBezTo>
                    <a:pt x="23" y="18"/>
                    <a:pt x="17" y="23"/>
                    <a:pt x="11" y="23"/>
                  </a:cubicBezTo>
                  <a:close/>
                  <a:moveTo>
                    <a:pt x="11" y="4"/>
                  </a:moveTo>
                  <a:cubicBezTo>
                    <a:pt x="7" y="4"/>
                    <a:pt x="4" y="8"/>
                    <a:pt x="4" y="12"/>
                  </a:cubicBezTo>
                  <a:cubicBezTo>
                    <a:pt x="4" y="16"/>
                    <a:pt x="7" y="19"/>
                    <a:pt x="11" y="19"/>
                  </a:cubicBezTo>
                  <a:cubicBezTo>
                    <a:pt x="15" y="19"/>
                    <a:pt x="19" y="16"/>
                    <a:pt x="19" y="12"/>
                  </a:cubicBezTo>
                  <a:cubicBezTo>
                    <a:pt x="19" y="8"/>
                    <a:pt x="15" y="4"/>
                    <a:pt x="11"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101" name="Freeform 43">
              <a:extLst>
                <a:ext uri="{FF2B5EF4-FFF2-40B4-BE49-F238E27FC236}">
                  <a16:creationId xmlns:a16="http://schemas.microsoft.com/office/drawing/2014/main" id="{A0445E55-0009-44A5-AA6A-350D9D48A2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4763" y="2166938"/>
              <a:ext cx="114300" cy="452438"/>
            </a:xfrm>
            <a:custGeom>
              <a:avLst/>
              <a:gdLst/>
              <a:ahLst/>
              <a:cxnLst/>
              <a:rect l="0" t="0" r="r" b="b"/>
              <a:pathLst>
                <a:path w="72" h="285">
                  <a:moveTo>
                    <a:pt x="6" y="285"/>
                  </a:moveTo>
                  <a:lnTo>
                    <a:pt x="0" y="276"/>
                  </a:lnTo>
                  <a:lnTo>
                    <a:pt x="60" y="216"/>
                  </a:lnTo>
                  <a:lnTo>
                    <a:pt x="60" y="0"/>
                  </a:lnTo>
                  <a:lnTo>
                    <a:pt x="72" y="0"/>
                  </a:lnTo>
                  <a:lnTo>
                    <a:pt x="72" y="222"/>
                  </a:lnTo>
                  <a:lnTo>
                    <a:pt x="6" y="285"/>
                  </a:ln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102" name="Freeform 44">
              <a:extLst>
                <a:ext uri="{FF2B5EF4-FFF2-40B4-BE49-F238E27FC236}">
                  <a16:creationId xmlns:a16="http://schemas.microsoft.com/office/drawing/2014/main" id="{B5291C75-4ECA-4829-B824-5725C329057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388" y="2066925"/>
              <a:ext cx="109538" cy="109538"/>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103" name="Rectangle 102">
              <a:extLst>
                <a:ext uri="{FF2B5EF4-FFF2-40B4-BE49-F238E27FC236}">
                  <a16:creationId xmlns:a16="http://schemas.microsoft.com/office/drawing/2014/main" id="{6793376D-3E7C-4F04-8BC8-EC4820622BEC}"/>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228725" y="4662488"/>
              <a:ext cx="23813" cy="2181225"/>
            </a:xfrm>
            <a:prstGeom prst="rect">
              <a:avLst/>
            </a:pr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miter lim="800000"/>
                  <a:headEnd/>
                  <a:tailEnd/>
                </a14:hiddenLine>
              </a:ext>
            </a:extLst>
          </p:spPr>
          <p:txBody>
            <a:bodyPr/>
            <a:lstStyle/>
            <a:p>
              <a:endParaRPr lang="tr-TR"/>
            </a:p>
          </p:txBody>
        </p:sp>
        <p:sp>
          <p:nvSpPr>
            <p:cNvPr id="104" name="Freeform 46">
              <a:extLst>
                <a:ext uri="{FF2B5EF4-FFF2-40B4-BE49-F238E27FC236}">
                  <a16:creationId xmlns:a16="http://schemas.microsoft.com/office/drawing/2014/main" id="{3596510A-5528-445D-AFEA-6E3F89BA84B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19213" y="5041900"/>
              <a:ext cx="371475" cy="1801813"/>
            </a:xfrm>
            <a:custGeom>
              <a:avLst/>
              <a:gdLst/>
              <a:ahLst/>
              <a:cxnLst/>
              <a:rect l="0" t="0" r="r" b="b"/>
              <a:pathLst>
                <a:path w="234" h="1135">
                  <a:moveTo>
                    <a:pt x="15" y="1135"/>
                  </a:moveTo>
                  <a:lnTo>
                    <a:pt x="0" y="1135"/>
                  </a:lnTo>
                  <a:lnTo>
                    <a:pt x="0" y="515"/>
                  </a:lnTo>
                  <a:lnTo>
                    <a:pt x="0" y="512"/>
                  </a:lnTo>
                  <a:lnTo>
                    <a:pt x="219" y="0"/>
                  </a:lnTo>
                  <a:lnTo>
                    <a:pt x="234" y="6"/>
                  </a:lnTo>
                  <a:lnTo>
                    <a:pt x="15" y="518"/>
                  </a:lnTo>
                  <a:lnTo>
                    <a:pt x="15" y="1135"/>
                  </a:ln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105" name="Freeform 47">
              <a:extLst>
                <a:ext uri="{FF2B5EF4-FFF2-40B4-BE49-F238E27FC236}">
                  <a16:creationId xmlns:a16="http://schemas.microsoft.com/office/drawing/2014/main" id="{E1B69479-D8C9-4E2E-A931-4D49C4FD76D1}"/>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47763"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106" name="Freeform 48">
              <a:extLst>
                <a:ext uri="{FF2B5EF4-FFF2-40B4-BE49-F238E27FC236}">
                  <a16:creationId xmlns:a16="http://schemas.microsoft.com/office/drawing/2014/main" id="{0A759A2E-A8B1-44C8-B3F9-A16714C8954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819150" y="3983038"/>
              <a:ext cx="347663" cy="2860675"/>
            </a:xfrm>
            <a:custGeom>
              <a:avLst/>
              <a:gdLst/>
              <a:ahLst/>
              <a:cxnLst/>
              <a:rect l="0" t="0" r="r" b="b"/>
              <a:pathLst>
                <a:path w="219" h="1802">
                  <a:moveTo>
                    <a:pt x="219" y="1802"/>
                  </a:moveTo>
                  <a:lnTo>
                    <a:pt x="201" y="1802"/>
                  </a:lnTo>
                  <a:lnTo>
                    <a:pt x="201" y="1185"/>
                  </a:lnTo>
                  <a:lnTo>
                    <a:pt x="0" y="3"/>
                  </a:lnTo>
                  <a:lnTo>
                    <a:pt x="15" y="0"/>
                  </a:lnTo>
                  <a:lnTo>
                    <a:pt x="219" y="1185"/>
                  </a:lnTo>
                  <a:lnTo>
                    <a:pt x="219" y="1802"/>
                  </a:ln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107" name="Freeform 49">
              <a:extLst>
                <a:ext uri="{FF2B5EF4-FFF2-40B4-BE49-F238E27FC236}">
                  <a16:creationId xmlns:a16="http://schemas.microsoft.com/office/drawing/2014/main" id="{6C2B3B3C-1DC9-4352-BB73-801976C8F513}"/>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728663" y="3806825"/>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108" name="Freeform 50">
              <a:extLst>
                <a:ext uri="{FF2B5EF4-FFF2-40B4-BE49-F238E27FC236}">
                  <a16:creationId xmlns:a16="http://schemas.microsoft.com/office/drawing/2014/main" id="{EE22E3A8-5789-4189-9AC7-98D6826B03D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24013"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109" name="Freeform 51">
              <a:extLst>
                <a:ext uri="{FF2B5EF4-FFF2-40B4-BE49-F238E27FC236}">
                  <a16:creationId xmlns:a16="http://schemas.microsoft.com/office/drawing/2014/main" id="{9AC0FC74-D003-4D0D-9CAF-F6A03739E2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404938" y="5422900"/>
              <a:ext cx="371475" cy="1425575"/>
            </a:xfrm>
            <a:custGeom>
              <a:avLst/>
              <a:gdLst/>
              <a:ahLst/>
              <a:cxnLst/>
              <a:rect l="0" t="0" r="r" b="b"/>
              <a:pathLst>
                <a:path w="234" h="898">
                  <a:moveTo>
                    <a:pt x="18" y="898"/>
                  </a:moveTo>
                  <a:lnTo>
                    <a:pt x="0" y="898"/>
                  </a:lnTo>
                  <a:lnTo>
                    <a:pt x="0" y="515"/>
                  </a:lnTo>
                  <a:lnTo>
                    <a:pt x="0" y="512"/>
                  </a:lnTo>
                  <a:lnTo>
                    <a:pt x="222" y="0"/>
                  </a:lnTo>
                  <a:lnTo>
                    <a:pt x="234" y="6"/>
                  </a:lnTo>
                  <a:lnTo>
                    <a:pt x="18" y="518"/>
                  </a:lnTo>
                  <a:lnTo>
                    <a:pt x="18" y="898"/>
                  </a:ln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110" name="Freeform 52">
              <a:extLst>
                <a:ext uri="{FF2B5EF4-FFF2-40B4-BE49-F238E27FC236}">
                  <a16:creationId xmlns:a16="http://schemas.microsoft.com/office/drawing/2014/main" id="{126C2057-02E1-4348-ABEB-EAC063A17E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666875"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111" name="Freeform 53">
              <a:extLst>
                <a:ext uri="{FF2B5EF4-FFF2-40B4-BE49-F238E27FC236}">
                  <a16:creationId xmlns:a16="http://schemas.microsoft.com/office/drawing/2014/main" id="{5150586D-D743-4392-844F-F2AFCCE6493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709738"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112" name="Freeform 54">
              <a:extLst>
                <a:ext uri="{FF2B5EF4-FFF2-40B4-BE49-F238E27FC236}">
                  <a16:creationId xmlns:a16="http://schemas.microsoft.com/office/drawing/2014/main" id="{9E5B157A-534E-4879-8013-D02864E76F5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709738"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113" name="Freeform 55">
              <a:extLst>
                <a:ext uri="{FF2B5EF4-FFF2-40B4-BE49-F238E27FC236}">
                  <a16:creationId xmlns:a16="http://schemas.microsoft.com/office/drawing/2014/main" id="{CEE2DD73-7E8C-4F26-8E93-8C32D11B266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766888" y="6330950"/>
              <a:ext cx="419100" cy="527050"/>
            </a:xfrm>
            <a:custGeom>
              <a:avLst/>
              <a:gdLst/>
              <a:ahLst/>
              <a:cxnLst/>
              <a:rect l="0" t="0" r="r" b="b"/>
              <a:pathLst>
                <a:path w="264" h="332">
                  <a:moveTo>
                    <a:pt x="12" y="332"/>
                  </a:moveTo>
                  <a:lnTo>
                    <a:pt x="0" y="326"/>
                  </a:lnTo>
                  <a:lnTo>
                    <a:pt x="45" y="206"/>
                  </a:lnTo>
                  <a:lnTo>
                    <a:pt x="255" y="0"/>
                  </a:lnTo>
                  <a:lnTo>
                    <a:pt x="264" y="12"/>
                  </a:lnTo>
                  <a:lnTo>
                    <a:pt x="60" y="215"/>
                  </a:lnTo>
                  <a:lnTo>
                    <a:pt x="12" y="332"/>
                  </a:ln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114" name="Freeform 56">
              <a:extLst>
                <a:ext uri="{FF2B5EF4-FFF2-40B4-BE49-F238E27FC236}">
                  <a16:creationId xmlns:a16="http://schemas.microsoft.com/office/drawing/2014/main" id="{908CAC5F-DD8E-4A58-BD4C-6D8D29FA4920}"/>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147888"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115" name="Freeform 57">
              <a:extLst>
                <a:ext uri="{FF2B5EF4-FFF2-40B4-BE49-F238E27FC236}">
                  <a16:creationId xmlns:a16="http://schemas.microsoft.com/office/drawing/2014/main" id="{20F130CF-281E-408C-9884-5F8B22CA1D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04825" y="9525"/>
              <a:ext cx="233363" cy="5103813"/>
            </a:xfrm>
            <a:custGeom>
              <a:avLst/>
              <a:gdLst/>
              <a:ahLst/>
              <a:cxnLst/>
              <a:rect l="0" t="0" r="r" b="b"/>
              <a:pathLst>
                <a:path w="147" h="3215">
                  <a:moveTo>
                    <a:pt x="132" y="3215"/>
                  </a:moveTo>
                  <a:lnTo>
                    <a:pt x="129" y="2754"/>
                  </a:lnTo>
                  <a:lnTo>
                    <a:pt x="0" y="1901"/>
                  </a:lnTo>
                  <a:lnTo>
                    <a:pt x="0" y="0"/>
                  </a:lnTo>
                  <a:lnTo>
                    <a:pt x="15" y="0"/>
                  </a:lnTo>
                  <a:lnTo>
                    <a:pt x="15" y="1898"/>
                  </a:lnTo>
                  <a:lnTo>
                    <a:pt x="144" y="2754"/>
                  </a:lnTo>
                  <a:lnTo>
                    <a:pt x="147" y="3215"/>
                  </a:lnTo>
                  <a:lnTo>
                    <a:pt x="132" y="3215"/>
                  </a:ln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116" name="Freeform 58">
              <a:extLst>
                <a:ext uri="{FF2B5EF4-FFF2-40B4-BE49-F238E27FC236}">
                  <a16:creationId xmlns:a16="http://schemas.microsoft.com/office/drawing/2014/main" id="{3BC78068-9115-4D5D-9B2B-6F9BD9C2969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33413" y="5103813"/>
              <a:ext cx="185738" cy="185738"/>
            </a:xfrm>
            <a:custGeom>
              <a:avLst/>
              <a:gdLst/>
              <a:ahLst/>
              <a:cxnLst/>
              <a:rect l="0" t="0" r="r" b="b"/>
              <a:pathLst>
                <a:path w="39" h="39">
                  <a:moveTo>
                    <a:pt x="20" y="39"/>
                  </a:moveTo>
                  <a:cubicBezTo>
                    <a:pt x="9" y="39"/>
                    <a:pt x="0" y="30"/>
                    <a:pt x="0" y="19"/>
                  </a:cubicBezTo>
                  <a:cubicBezTo>
                    <a:pt x="0" y="9"/>
                    <a:pt x="9" y="0"/>
                    <a:pt x="20" y="0"/>
                  </a:cubicBezTo>
                  <a:cubicBezTo>
                    <a:pt x="30" y="0"/>
                    <a:pt x="39" y="9"/>
                    <a:pt x="39" y="19"/>
                  </a:cubicBezTo>
                  <a:cubicBezTo>
                    <a:pt x="39" y="30"/>
                    <a:pt x="30" y="39"/>
                    <a:pt x="20" y="39"/>
                  </a:cubicBezTo>
                  <a:close/>
                  <a:moveTo>
                    <a:pt x="20" y="4"/>
                  </a:moveTo>
                  <a:cubicBezTo>
                    <a:pt x="11" y="4"/>
                    <a:pt x="4" y="11"/>
                    <a:pt x="4" y="19"/>
                  </a:cubicBezTo>
                  <a:cubicBezTo>
                    <a:pt x="4" y="28"/>
                    <a:pt x="11" y="35"/>
                    <a:pt x="20" y="35"/>
                  </a:cubicBezTo>
                  <a:cubicBezTo>
                    <a:pt x="28" y="35"/>
                    <a:pt x="35" y="28"/>
                    <a:pt x="35" y="19"/>
                  </a:cubicBezTo>
                  <a:cubicBezTo>
                    <a:pt x="35" y="11"/>
                    <a:pt x="28" y="4"/>
                    <a:pt x="20"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grpSp>
      <p:sp>
        <p:nvSpPr>
          <p:cNvPr id="3" name="İçerik Yer Tutucusu 2">
            <a:extLst>
              <a:ext uri="{FF2B5EF4-FFF2-40B4-BE49-F238E27FC236}">
                <a16:creationId xmlns:a16="http://schemas.microsoft.com/office/drawing/2014/main" id="{9C0BD53D-9E34-76F4-048A-FF1F1DFA7269}"/>
              </a:ext>
            </a:extLst>
          </p:cNvPr>
          <p:cNvSpPr>
            <a:spLocks noGrp="1"/>
          </p:cNvSpPr>
          <p:nvPr>
            <p:ph idx="1"/>
          </p:nvPr>
        </p:nvSpPr>
        <p:spPr>
          <a:xfrm>
            <a:off x="6448425" y="2249487"/>
            <a:ext cx="4598986" cy="3541714"/>
          </a:xfrm>
        </p:spPr>
        <p:txBody>
          <a:bodyPr>
            <a:normAutofit/>
          </a:bodyPr>
          <a:lstStyle/>
          <a:p>
            <a:pPr>
              <a:lnSpc>
                <a:spcPct val="110000"/>
              </a:lnSpc>
            </a:pPr>
            <a:r>
              <a:rPr lang="tr-TR" sz="1500" b="1"/>
              <a:t>Difüzyon (pasif geçiş-transport): </a:t>
            </a:r>
            <a:r>
              <a:rPr lang="tr-TR" sz="1500"/>
              <a:t>Maddelerin yüksek konsantrasyondan alçak konsantrasyona doğru membranı geçme olayıdır. Bu olayda etkili olan sadece bahis konusu maddenin kinetik enerjisidir. </a:t>
            </a:r>
          </a:p>
          <a:p>
            <a:pPr>
              <a:lnSpc>
                <a:spcPct val="110000"/>
              </a:lnSpc>
            </a:pPr>
            <a:r>
              <a:rPr lang="tr-TR" sz="1500" b="1"/>
              <a:t>Aktif taşıma (aktif rransport) : </a:t>
            </a:r>
            <a:r>
              <a:rPr lang="tr-TR" sz="1500"/>
              <a:t>Maddelerin alçak konsantrasyondan yüksek konsantrasyona doğru membranı geçmesi olayıdır. Bu olayın olabilmesi için gerekli enerji kaynağı metabolik enerjidir. Maddeler, bir takım kimyasal reaksiyonlar yolu ile enerji tüketimi sayesinde belirli taşıyıcı maddeler tarafından taşınarak membranı geçerler.</a:t>
            </a:r>
          </a:p>
        </p:txBody>
      </p:sp>
      <p:sp>
        <p:nvSpPr>
          <p:cNvPr id="5" name="Alt Bilgi Yer Tutucusu 4">
            <a:extLst>
              <a:ext uri="{FF2B5EF4-FFF2-40B4-BE49-F238E27FC236}">
                <a16:creationId xmlns:a16="http://schemas.microsoft.com/office/drawing/2014/main" id="{F26A4591-F3AE-DCFB-3D21-E6B27F6F919C}"/>
              </a:ext>
            </a:extLst>
          </p:cNvPr>
          <p:cNvSpPr>
            <a:spLocks noGrp="1"/>
          </p:cNvSpPr>
          <p:nvPr>
            <p:ph type="ftr" sz="quarter" idx="11"/>
          </p:nvPr>
        </p:nvSpPr>
        <p:spPr/>
        <p:txBody>
          <a:bodyPr/>
          <a:lstStyle/>
          <a:p>
            <a:r>
              <a:rPr lang="en-US"/>
              <a:t>MEHMET FATİH KARAKAŞ</a:t>
            </a:r>
            <a:endParaRPr lang="en-US" dirty="0"/>
          </a:p>
        </p:txBody>
      </p:sp>
    </p:spTree>
    <p:extLst>
      <p:ext uri="{BB962C8B-B14F-4D97-AF65-F5344CB8AC3E}">
        <p14:creationId xmlns:p14="http://schemas.microsoft.com/office/powerpoint/2010/main" val="130036450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bg>
      <p:bgPr>
        <a:blipFill>
          <a:blip r:embed="rId2">
            <a:duotone>
              <a:schemeClr val="bg2">
                <a:shade val="88000"/>
                <a:hueMod val="106000"/>
                <a:satMod val="140000"/>
                <a:lumMod val="54000"/>
              </a:schemeClr>
              <a:schemeClr val="bg2">
                <a:tint val="98000"/>
                <a:hueMod val="90000"/>
                <a:satMod val="150000"/>
                <a:lumMod val="160000"/>
              </a:schemeClr>
            </a:duotone>
          </a:blip>
          <a:stretch/>
        </a:blipFill>
        <a:effectLst/>
      </p:bgPr>
    </p:bg>
    <p:spTree>
      <p:nvGrpSpPr>
        <p:cNvPr id="1" name=""/>
        <p:cNvGrpSpPr/>
        <p:nvPr/>
      </p:nvGrpSpPr>
      <p:grpSpPr>
        <a:xfrm>
          <a:off x="0" y="0"/>
          <a:ext cx="0" cy="0"/>
          <a:chOff x="0" y="0"/>
          <a:chExt cx="0" cy="0"/>
        </a:xfrm>
      </p:grpSpPr>
      <p:grpSp>
        <p:nvGrpSpPr>
          <p:cNvPr id="58" name="Group 57">
            <a:extLst>
              <a:ext uri="{FF2B5EF4-FFF2-40B4-BE49-F238E27FC236}">
                <a16:creationId xmlns:a16="http://schemas.microsoft.com/office/drawing/2014/main" id="{74872A0B-8668-4500-9509-EAA581B26C2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
            <a:ext cx="12192003" cy="6858001"/>
            <a:chOff x="0" y="-1"/>
            <a:chExt cx="12192003" cy="6858001"/>
          </a:xfrm>
        </p:grpSpPr>
        <p:sp useBgFill="1">
          <p:nvSpPr>
            <p:cNvPr id="59" name="Rectangle 58">
              <a:extLst>
                <a:ext uri="{FF2B5EF4-FFF2-40B4-BE49-F238E27FC236}">
                  <a16:creationId xmlns:a16="http://schemas.microsoft.com/office/drawing/2014/main" id="{8B504305-5526-408E-85F7-F0BA7E527C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 y="-1"/>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0" name="Picture 2">
              <a:extLst>
                <a:ext uri="{FF2B5EF4-FFF2-40B4-BE49-F238E27FC236}">
                  <a16:creationId xmlns:a16="http://schemas.microsoft.com/office/drawing/2014/main" id="{5827CE64-2533-45A6-9A39-7D5052E5CEE0}"/>
                </a:ext>
                <a:ext uri="{C183D7F6-B498-43B3-948B-1728B52AA6E4}">
                  <adec:decorative xmlns:adec="http://schemas.microsoft.com/office/drawing/2017/decorative" val="1"/>
                </a:ext>
              </a:extLst>
            </p:cNvPr>
            <p:cNvPicPr>
              <a:picLocks noChangeAspect="1" noChangeArrowheads="1"/>
            </p:cNvPicPr>
            <p:nvPr>
              <p:extLst>
                <p:ext uri="{386F3935-93C4-4BCD-93E2-E3B085C9AB24}">
                  <p16:designElem xmlns:p16="http://schemas.microsoft.com/office/powerpoint/2015/main" val="1"/>
                </p:ext>
              </p:extLst>
            </p:nvPr>
          </p:nvPicPr>
          <p:blipFill>
            <a:blip r:embed="rId3">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 xmlns:a16="http://schemas.microsoft.com/office/drawing/2014/main" xmlns:a14="http://schemas.microsoft.com/office/drawing/2010/main" xmlns:p14="http://schemas.microsoft.com/office/powerpoint/2010/main">
                  <a:solidFill>
                    <a:srgbClr val="FFFFFF"/>
                  </a:solidFill>
                </a14:hiddenFill>
              </a:ext>
            </a:extLst>
          </p:spPr>
        </p:pic>
      </p:grpSp>
      <p:sp>
        <p:nvSpPr>
          <p:cNvPr id="2" name="Başlık 1">
            <a:extLst>
              <a:ext uri="{FF2B5EF4-FFF2-40B4-BE49-F238E27FC236}">
                <a16:creationId xmlns:a16="http://schemas.microsoft.com/office/drawing/2014/main" id="{A139E232-A9FF-B48F-290F-D9EDE789EA66}"/>
              </a:ext>
            </a:extLst>
          </p:cNvPr>
          <p:cNvSpPr>
            <a:spLocks noGrp="1"/>
          </p:cNvSpPr>
          <p:nvPr>
            <p:ph type="title"/>
          </p:nvPr>
        </p:nvSpPr>
        <p:spPr>
          <a:xfrm>
            <a:off x="6448425" y="618518"/>
            <a:ext cx="4598985" cy="1478570"/>
          </a:xfrm>
        </p:spPr>
        <p:txBody>
          <a:bodyPr>
            <a:normAutofit/>
          </a:bodyPr>
          <a:lstStyle/>
          <a:p>
            <a:r>
              <a:rPr lang="tr-TR" sz="3300"/>
              <a:t>Biyoelektrik İşaretlerinin Oluşumu</a:t>
            </a:r>
          </a:p>
        </p:txBody>
      </p:sp>
      <p:pic>
        <p:nvPicPr>
          <p:cNvPr id="54" name="Picture 53" descr="Su ile yarım kalmış benzeri bir malzemenin mikro scopik görünümü">
            <a:extLst>
              <a:ext uri="{FF2B5EF4-FFF2-40B4-BE49-F238E27FC236}">
                <a16:creationId xmlns:a16="http://schemas.microsoft.com/office/drawing/2014/main" id="{4F5DE701-F94D-D672-F225-A079D653078B}"/>
              </a:ext>
            </a:extLst>
          </p:cNvPr>
          <p:cNvPicPr>
            <a:picLocks noChangeAspect="1"/>
          </p:cNvPicPr>
          <p:nvPr/>
        </p:nvPicPr>
        <p:blipFill>
          <a:blip r:embed="rId4"/>
          <a:srcRect l="40613" r="-1" b="-1"/>
          <a:stretch>
            <a:fillRect/>
          </a:stretch>
        </p:blipFill>
        <p:spPr>
          <a:xfrm>
            <a:off x="-5597" y="10"/>
            <a:ext cx="6101597" cy="6857990"/>
          </a:xfrm>
          <a:prstGeom prst="rect">
            <a:avLst/>
          </a:prstGeom>
        </p:spPr>
      </p:pic>
      <p:grpSp>
        <p:nvGrpSpPr>
          <p:cNvPr id="62" name="Group 61">
            <a:extLst>
              <a:ext uri="{FF2B5EF4-FFF2-40B4-BE49-F238E27FC236}">
                <a16:creationId xmlns:a16="http://schemas.microsoft.com/office/drawing/2014/main" id="{240590EE-5428-41AA-95B2-96FCC1CE67A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2305051" cy="6858001"/>
            <a:chOff x="0" y="0"/>
            <a:chExt cx="2305051" cy="6858001"/>
          </a:xfrm>
          <a:solidFill>
            <a:schemeClr val="tx1">
              <a:alpha val="70000"/>
            </a:schemeClr>
          </a:solidFill>
          <a:effectLst/>
        </p:grpSpPr>
        <p:sp>
          <p:nvSpPr>
            <p:cNvPr id="63" name="Rectangle 62">
              <a:extLst>
                <a:ext uri="{FF2B5EF4-FFF2-40B4-BE49-F238E27FC236}">
                  <a16:creationId xmlns:a16="http://schemas.microsoft.com/office/drawing/2014/main" id="{494DCC55-99C6-45CF-B357-E3848C809346}"/>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209675" y="4763"/>
              <a:ext cx="23813" cy="2181225"/>
            </a:xfrm>
            <a:prstGeom prst="rect">
              <a:avLst/>
            </a:pr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miter lim="800000"/>
                  <a:headEnd/>
                  <a:tailEnd/>
                </a14:hiddenLine>
              </a:ext>
            </a:extLst>
          </p:spPr>
          <p:txBody>
            <a:bodyPr/>
            <a:lstStyle/>
            <a:p>
              <a:endParaRPr lang="tr-TR"/>
            </a:p>
          </p:txBody>
        </p:sp>
        <p:sp>
          <p:nvSpPr>
            <p:cNvPr id="64" name="Freeform 6">
              <a:extLst>
                <a:ext uri="{FF2B5EF4-FFF2-40B4-BE49-F238E27FC236}">
                  <a16:creationId xmlns:a16="http://schemas.microsoft.com/office/drawing/2014/main" id="{63D64E32-FF0C-4665-B9D8-D1ECAAE5BA4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28713"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65" name="Freeform 7">
              <a:extLst>
                <a:ext uri="{FF2B5EF4-FFF2-40B4-BE49-F238E27FC236}">
                  <a16:creationId xmlns:a16="http://schemas.microsoft.com/office/drawing/2014/main" id="{3675001D-3840-4589-8190-505A7F52F0A2}"/>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23950"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66" name="Rectangle 65">
              <a:extLst>
                <a:ext uri="{FF2B5EF4-FFF2-40B4-BE49-F238E27FC236}">
                  <a16:creationId xmlns:a16="http://schemas.microsoft.com/office/drawing/2014/main" id="{19E34E87-395F-4023-A80E-D1CBAAEBD9B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414338" y="9525"/>
              <a:ext cx="28575" cy="4481513"/>
            </a:xfrm>
            <a:prstGeom prst="rect">
              <a:avLst/>
            </a:pr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miter lim="800000"/>
                  <a:headEnd/>
                  <a:tailEnd/>
                </a14:hiddenLine>
              </a:ext>
            </a:extLst>
          </p:spPr>
          <p:txBody>
            <a:bodyPr/>
            <a:lstStyle/>
            <a:p>
              <a:endParaRPr lang="tr-TR"/>
            </a:p>
          </p:txBody>
        </p:sp>
        <p:sp>
          <p:nvSpPr>
            <p:cNvPr id="67" name="Freeform 9">
              <a:extLst>
                <a:ext uri="{FF2B5EF4-FFF2-40B4-BE49-F238E27FC236}">
                  <a16:creationId xmlns:a16="http://schemas.microsoft.com/office/drawing/2014/main" id="{6FB1B38F-1B92-41C3-AA1D-6D6440FB0D7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333375"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68" name="Freeform 10">
              <a:extLst>
                <a:ext uri="{FF2B5EF4-FFF2-40B4-BE49-F238E27FC236}">
                  <a16:creationId xmlns:a16="http://schemas.microsoft.com/office/drawing/2014/main" id="{02FBE453-FBD2-4348-8DDA-4A023444EC7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90500" y="9525"/>
              <a:ext cx="152400" cy="908050"/>
            </a:xfrm>
            <a:custGeom>
              <a:avLst/>
              <a:gdLst/>
              <a:ahLst/>
              <a:cxnLst/>
              <a:rect l="0" t="0" r="r" b="b"/>
              <a:pathLst>
                <a:path w="96" h="572">
                  <a:moveTo>
                    <a:pt x="15" y="572"/>
                  </a:moveTo>
                  <a:lnTo>
                    <a:pt x="0" y="566"/>
                  </a:lnTo>
                  <a:lnTo>
                    <a:pt x="81" y="380"/>
                  </a:lnTo>
                  <a:lnTo>
                    <a:pt x="81" y="0"/>
                  </a:lnTo>
                  <a:lnTo>
                    <a:pt x="96" y="0"/>
                  </a:lnTo>
                  <a:lnTo>
                    <a:pt x="96" y="383"/>
                  </a:lnTo>
                  <a:lnTo>
                    <a:pt x="15" y="572"/>
                  </a:ln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69" name="Freeform 11">
              <a:extLst>
                <a:ext uri="{FF2B5EF4-FFF2-40B4-BE49-F238E27FC236}">
                  <a16:creationId xmlns:a16="http://schemas.microsoft.com/office/drawing/2014/main" id="{60D719E8-BF78-4F42-B9D1-7F5E02A3699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90638" y="14288"/>
              <a:ext cx="376238" cy="1801813"/>
            </a:xfrm>
            <a:custGeom>
              <a:avLst/>
              <a:gdLst/>
              <a:ahLst/>
              <a:cxnLst/>
              <a:rect l="0" t="0" r="r" b="b"/>
              <a:pathLst>
                <a:path w="237" h="1135">
                  <a:moveTo>
                    <a:pt x="222" y="1135"/>
                  </a:moveTo>
                  <a:lnTo>
                    <a:pt x="0" y="620"/>
                  </a:lnTo>
                  <a:lnTo>
                    <a:pt x="0" y="0"/>
                  </a:lnTo>
                  <a:lnTo>
                    <a:pt x="18" y="0"/>
                  </a:lnTo>
                  <a:lnTo>
                    <a:pt x="18" y="617"/>
                  </a:lnTo>
                  <a:lnTo>
                    <a:pt x="237" y="1129"/>
                  </a:lnTo>
                  <a:lnTo>
                    <a:pt x="222" y="1135"/>
                  </a:ln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70" name="Freeform 12">
              <a:extLst>
                <a:ext uri="{FF2B5EF4-FFF2-40B4-BE49-F238E27FC236}">
                  <a16:creationId xmlns:a16="http://schemas.microsoft.com/office/drawing/2014/main" id="{5EC70737-9C19-4CF5-84DA-B22A960D53D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00200" y="180181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71" name="Freeform 13">
              <a:extLst>
                <a:ext uri="{FF2B5EF4-FFF2-40B4-BE49-F238E27FC236}">
                  <a16:creationId xmlns:a16="http://schemas.microsoft.com/office/drawing/2014/main" id="{88FD042E-E56E-4360-9620-F811AB9A334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81125" y="9525"/>
              <a:ext cx="371475" cy="1425575"/>
            </a:xfrm>
            <a:custGeom>
              <a:avLst/>
              <a:gdLst/>
              <a:ahLst/>
              <a:cxnLst/>
              <a:rect l="0" t="0" r="r" b="b"/>
              <a:pathLst>
                <a:path w="234" h="898">
                  <a:moveTo>
                    <a:pt x="219" y="898"/>
                  </a:moveTo>
                  <a:lnTo>
                    <a:pt x="0" y="383"/>
                  </a:lnTo>
                  <a:lnTo>
                    <a:pt x="0" y="0"/>
                  </a:lnTo>
                  <a:lnTo>
                    <a:pt x="15" y="0"/>
                  </a:lnTo>
                  <a:lnTo>
                    <a:pt x="15" y="380"/>
                  </a:lnTo>
                  <a:lnTo>
                    <a:pt x="234" y="892"/>
                  </a:lnTo>
                  <a:lnTo>
                    <a:pt x="219" y="898"/>
                  </a:ln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72" name="Freeform 14">
              <a:extLst>
                <a:ext uri="{FF2B5EF4-FFF2-40B4-BE49-F238E27FC236}">
                  <a16:creationId xmlns:a16="http://schemas.microsoft.com/office/drawing/2014/main" id="{18F15D2B-0812-46F6-B0F4-6A6714B543D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643063"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73" name="Freeform 15">
              <a:extLst>
                <a:ext uri="{FF2B5EF4-FFF2-40B4-BE49-F238E27FC236}">
                  <a16:creationId xmlns:a16="http://schemas.microsoft.com/office/drawing/2014/main" id="{0C2F2A50-98DD-4F92-BDFE-B72E2357667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85925" y="14208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74" name="Freeform 16">
              <a:extLst>
                <a:ext uri="{FF2B5EF4-FFF2-40B4-BE49-F238E27FC236}">
                  <a16:creationId xmlns:a16="http://schemas.microsoft.com/office/drawing/2014/main" id="{473541D9-6DAE-4718-97D4-8952F4E7CC8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8592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75" name="Freeform 17">
              <a:extLst>
                <a:ext uri="{FF2B5EF4-FFF2-40B4-BE49-F238E27FC236}">
                  <a16:creationId xmlns:a16="http://schemas.microsoft.com/office/drawing/2014/main" id="{3A56C5E9-011C-44D2-AF94-3BF54204338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743075" y="4763"/>
              <a:ext cx="419100" cy="522288"/>
            </a:xfrm>
            <a:custGeom>
              <a:avLst/>
              <a:gdLst/>
              <a:ahLst/>
              <a:cxnLst/>
              <a:rect l="0" t="0" r="r" b="b"/>
              <a:pathLst>
                <a:path w="264" h="329">
                  <a:moveTo>
                    <a:pt x="252" y="329"/>
                  </a:moveTo>
                  <a:lnTo>
                    <a:pt x="45" y="120"/>
                  </a:lnTo>
                  <a:lnTo>
                    <a:pt x="0" y="6"/>
                  </a:lnTo>
                  <a:lnTo>
                    <a:pt x="15" y="0"/>
                  </a:lnTo>
                  <a:lnTo>
                    <a:pt x="60" y="111"/>
                  </a:lnTo>
                  <a:lnTo>
                    <a:pt x="264" y="317"/>
                  </a:lnTo>
                  <a:lnTo>
                    <a:pt x="252" y="329"/>
                  </a:ln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76" name="Freeform 18">
              <a:extLst>
                <a:ext uri="{FF2B5EF4-FFF2-40B4-BE49-F238E27FC236}">
                  <a16:creationId xmlns:a16="http://schemas.microsoft.com/office/drawing/2014/main" id="{CD279E0E-1CD5-4F41-96A5-3A09707E810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119313"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77" name="Freeform 19">
              <a:extLst>
                <a:ext uri="{FF2B5EF4-FFF2-40B4-BE49-F238E27FC236}">
                  <a16:creationId xmlns:a16="http://schemas.microsoft.com/office/drawing/2014/main" id="{F5A6F094-9E54-4985-8738-D2067A4F07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00" y="4763"/>
              <a:ext cx="152400" cy="908050"/>
            </a:xfrm>
            <a:custGeom>
              <a:avLst/>
              <a:gdLst/>
              <a:ahLst/>
              <a:cxnLst/>
              <a:rect l="0" t="0" r="r" b="b"/>
              <a:pathLst>
                <a:path w="96" h="572">
                  <a:moveTo>
                    <a:pt x="15" y="572"/>
                  </a:moveTo>
                  <a:lnTo>
                    <a:pt x="0" y="572"/>
                  </a:lnTo>
                  <a:lnTo>
                    <a:pt x="0" y="189"/>
                  </a:lnTo>
                  <a:lnTo>
                    <a:pt x="81" y="0"/>
                  </a:lnTo>
                  <a:lnTo>
                    <a:pt x="96" y="6"/>
                  </a:lnTo>
                  <a:lnTo>
                    <a:pt x="15" y="192"/>
                  </a:lnTo>
                  <a:lnTo>
                    <a:pt x="15" y="572"/>
                  </a:ln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78" name="Freeform 20">
              <a:extLst>
                <a:ext uri="{FF2B5EF4-FFF2-40B4-BE49-F238E27FC236}">
                  <a16:creationId xmlns:a16="http://schemas.microsoft.com/office/drawing/2014/main" id="{99D51F59-FA93-490E-B9CF-97BB63747C97}"/>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86677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2"/>
                    <a:pt x="4" y="20"/>
                  </a:cubicBezTo>
                  <a:cubicBezTo>
                    <a:pt x="4" y="29"/>
                    <a:pt x="11" y="36"/>
                    <a:pt x="20" y="36"/>
                  </a:cubicBezTo>
                  <a:cubicBezTo>
                    <a:pt x="29" y="36"/>
                    <a:pt x="36" y="29"/>
                    <a:pt x="36" y="20"/>
                  </a:cubicBezTo>
                  <a:cubicBezTo>
                    <a:pt x="36" y="12"/>
                    <a:pt x="29" y="4"/>
                    <a:pt x="20"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79" name="Freeform 21">
              <a:extLst>
                <a:ext uri="{FF2B5EF4-FFF2-40B4-BE49-F238E27FC236}">
                  <a16:creationId xmlns:a16="http://schemas.microsoft.com/office/drawing/2014/main" id="{3CD83DC6-F4A0-4A4D-AAC3-83983F960DC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890588" y="15541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80" name="Freeform 22">
              <a:extLst>
                <a:ext uri="{FF2B5EF4-FFF2-40B4-BE49-F238E27FC236}">
                  <a16:creationId xmlns:a16="http://schemas.microsoft.com/office/drawing/2014/main" id="{6E9B4028-C74F-4631-8312-68B30E6E62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738188" y="5622925"/>
              <a:ext cx="338138" cy="1216025"/>
            </a:xfrm>
            <a:custGeom>
              <a:avLst/>
              <a:gdLst/>
              <a:ahLst/>
              <a:cxnLst/>
              <a:rect l="0" t="0" r="r" b="b"/>
              <a:pathLst>
                <a:path w="213" h="766">
                  <a:moveTo>
                    <a:pt x="213" y="766"/>
                  </a:moveTo>
                  <a:lnTo>
                    <a:pt x="195" y="766"/>
                  </a:lnTo>
                  <a:lnTo>
                    <a:pt x="195" y="464"/>
                  </a:lnTo>
                  <a:lnTo>
                    <a:pt x="0" y="6"/>
                  </a:lnTo>
                  <a:lnTo>
                    <a:pt x="12" y="0"/>
                  </a:lnTo>
                  <a:lnTo>
                    <a:pt x="213" y="461"/>
                  </a:lnTo>
                  <a:lnTo>
                    <a:pt x="213" y="766"/>
                  </a:ln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81" name="Freeform 23">
              <a:extLst>
                <a:ext uri="{FF2B5EF4-FFF2-40B4-BE49-F238E27FC236}">
                  <a16:creationId xmlns:a16="http://schemas.microsoft.com/office/drawing/2014/main" id="{1E3337C9-1DDE-4E2E-8519-7D2C23C95FE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47700" y="5480050"/>
              <a:ext cx="157163" cy="157163"/>
            </a:xfrm>
            <a:custGeom>
              <a:avLst/>
              <a:gdLst/>
              <a:ahLst/>
              <a:cxnLst/>
              <a:rect l="0" t="0" r="r" b="b"/>
              <a:pathLst>
                <a:path w="33" h="33">
                  <a:moveTo>
                    <a:pt x="17" y="33"/>
                  </a:moveTo>
                  <a:cubicBezTo>
                    <a:pt x="8" y="33"/>
                    <a:pt x="0" y="26"/>
                    <a:pt x="0" y="17"/>
                  </a:cubicBezTo>
                  <a:cubicBezTo>
                    <a:pt x="0" y="8"/>
                    <a:pt x="8" y="0"/>
                    <a:pt x="17" y="0"/>
                  </a:cubicBezTo>
                  <a:cubicBezTo>
                    <a:pt x="26" y="0"/>
                    <a:pt x="33" y="8"/>
                    <a:pt x="33" y="17"/>
                  </a:cubicBezTo>
                  <a:cubicBezTo>
                    <a:pt x="33" y="26"/>
                    <a:pt x="26" y="33"/>
                    <a:pt x="17" y="33"/>
                  </a:cubicBezTo>
                  <a:close/>
                  <a:moveTo>
                    <a:pt x="17" y="4"/>
                  </a:moveTo>
                  <a:cubicBezTo>
                    <a:pt x="10" y="4"/>
                    <a:pt x="4" y="10"/>
                    <a:pt x="4" y="17"/>
                  </a:cubicBezTo>
                  <a:cubicBezTo>
                    <a:pt x="4" y="24"/>
                    <a:pt x="10" y="29"/>
                    <a:pt x="17" y="29"/>
                  </a:cubicBezTo>
                  <a:cubicBezTo>
                    <a:pt x="23" y="29"/>
                    <a:pt x="29" y="24"/>
                    <a:pt x="29" y="17"/>
                  </a:cubicBezTo>
                  <a:cubicBezTo>
                    <a:pt x="29" y="10"/>
                    <a:pt x="23" y="4"/>
                    <a:pt x="17"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82" name="Freeform 24">
              <a:extLst>
                <a:ext uri="{FF2B5EF4-FFF2-40B4-BE49-F238E27FC236}">
                  <a16:creationId xmlns:a16="http://schemas.microsoft.com/office/drawing/2014/main" id="{754A526E-6EC0-458A-9C4C-008F6749CDD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6675" y="903288"/>
              <a:ext cx="190500" cy="190500"/>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2"/>
                    <a:pt x="4" y="20"/>
                  </a:cubicBezTo>
                  <a:cubicBezTo>
                    <a:pt x="4" y="29"/>
                    <a:pt x="12" y="36"/>
                    <a:pt x="20" y="36"/>
                  </a:cubicBezTo>
                  <a:cubicBezTo>
                    <a:pt x="29" y="36"/>
                    <a:pt x="36" y="29"/>
                    <a:pt x="36" y="20"/>
                  </a:cubicBezTo>
                  <a:cubicBezTo>
                    <a:pt x="36" y="12"/>
                    <a:pt x="29" y="4"/>
                    <a:pt x="20"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83" name="Freeform 25">
              <a:extLst>
                <a:ext uri="{FF2B5EF4-FFF2-40B4-BE49-F238E27FC236}">
                  <a16:creationId xmlns:a16="http://schemas.microsoft.com/office/drawing/2014/main" id="{6A3DA723-7448-48CF-8BD2-FED2D4FED56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0" y="3897313"/>
              <a:ext cx="133350" cy="266700"/>
            </a:xfrm>
            <a:custGeom>
              <a:avLst/>
              <a:gdLst/>
              <a:ahLst/>
              <a:cxnLst/>
              <a:rect l="0" t="0" r="r" b="b"/>
              <a:pathLst>
                <a:path w="84" h="168">
                  <a:moveTo>
                    <a:pt x="69" y="168"/>
                  </a:moveTo>
                  <a:lnTo>
                    <a:pt x="0" y="6"/>
                  </a:lnTo>
                  <a:lnTo>
                    <a:pt x="12" y="0"/>
                  </a:lnTo>
                  <a:lnTo>
                    <a:pt x="84" y="162"/>
                  </a:lnTo>
                  <a:lnTo>
                    <a:pt x="69" y="168"/>
                  </a:ln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84" name="Freeform 26">
              <a:extLst>
                <a:ext uri="{FF2B5EF4-FFF2-40B4-BE49-F238E27FC236}">
                  <a16:creationId xmlns:a16="http://schemas.microsoft.com/office/drawing/2014/main" id="{9B506EC1-D8A8-4532-B78B-A236567EE052}"/>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6675" y="414972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85" name="Freeform 27">
              <a:extLst>
                <a:ext uri="{FF2B5EF4-FFF2-40B4-BE49-F238E27FC236}">
                  <a16:creationId xmlns:a16="http://schemas.microsoft.com/office/drawing/2014/main" id="{AA9DFB36-74F4-4977-ABC5-3257EDA331B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0" y="1644650"/>
              <a:ext cx="133350" cy="269875"/>
            </a:xfrm>
            <a:custGeom>
              <a:avLst/>
              <a:gdLst/>
              <a:ahLst/>
              <a:cxnLst/>
              <a:rect l="0" t="0" r="r" b="b"/>
              <a:pathLst>
                <a:path w="84" h="170">
                  <a:moveTo>
                    <a:pt x="12" y="170"/>
                  </a:moveTo>
                  <a:lnTo>
                    <a:pt x="0" y="164"/>
                  </a:lnTo>
                  <a:lnTo>
                    <a:pt x="69" y="0"/>
                  </a:lnTo>
                  <a:lnTo>
                    <a:pt x="84" y="6"/>
                  </a:lnTo>
                  <a:lnTo>
                    <a:pt x="12" y="170"/>
                  </a:ln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86" name="Freeform 28">
              <a:extLst>
                <a:ext uri="{FF2B5EF4-FFF2-40B4-BE49-F238E27FC236}">
                  <a16:creationId xmlns:a16="http://schemas.microsoft.com/office/drawing/2014/main" id="{966A7FBA-BB79-4AF0-90C2-5F2BC9F2D1D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6675" y="146843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87" name="Freeform 29">
              <a:extLst>
                <a:ext uri="{FF2B5EF4-FFF2-40B4-BE49-F238E27FC236}">
                  <a16:creationId xmlns:a16="http://schemas.microsoft.com/office/drawing/2014/main" id="{23BB8A47-FF1B-44E5-8D93-7ADF37F1D7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95325" y="4763"/>
              <a:ext cx="309563" cy="1558925"/>
            </a:xfrm>
            <a:custGeom>
              <a:avLst/>
              <a:gdLst/>
              <a:ahLst/>
              <a:cxnLst/>
              <a:rect l="0" t="0" r="r" b="b"/>
              <a:pathLst>
                <a:path w="195" h="982">
                  <a:moveTo>
                    <a:pt x="195" y="982"/>
                  </a:moveTo>
                  <a:lnTo>
                    <a:pt x="177" y="982"/>
                  </a:lnTo>
                  <a:lnTo>
                    <a:pt x="177" y="805"/>
                  </a:lnTo>
                  <a:lnTo>
                    <a:pt x="0" y="629"/>
                  </a:lnTo>
                  <a:lnTo>
                    <a:pt x="0" y="0"/>
                  </a:lnTo>
                  <a:lnTo>
                    <a:pt x="18" y="0"/>
                  </a:lnTo>
                  <a:lnTo>
                    <a:pt x="18" y="623"/>
                  </a:lnTo>
                  <a:lnTo>
                    <a:pt x="195" y="796"/>
                  </a:lnTo>
                  <a:lnTo>
                    <a:pt x="195" y="982"/>
                  </a:ln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88" name="Freeform 30">
              <a:extLst>
                <a:ext uri="{FF2B5EF4-FFF2-40B4-BE49-F238E27FC236}">
                  <a16:creationId xmlns:a16="http://schemas.microsoft.com/office/drawing/2014/main" id="{E463E1B7-7BED-4425-95B7-F6F75F87335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7150" y="48815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89" name="Freeform 31">
              <a:extLst>
                <a:ext uri="{FF2B5EF4-FFF2-40B4-BE49-F238E27FC236}">
                  <a16:creationId xmlns:a16="http://schemas.microsoft.com/office/drawing/2014/main" id="{749D0675-4397-4610-9807-2F7C1CC9422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8113" y="5060950"/>
              <a:ext cx="304800" cy="1778000"/>
            </a:xfrm>
            <a:custGeom>
              <a:avLst/>
              <a:gdLst/>
              <a:ahLst/>
              <a:cxnLst/>
              <a:rect l="0" t="0" r="r" b="b"/>
              <a:pathLst>
                <a:path w="192" h="1120">
                  <a:moveTo>
                    <a:pt x="192" y="1120"/>
                  </a:moveTo>
                  <a:lnTo>
                    <a:pt x="177" y="1120"/>
                  </a:lnTo>
                  <a:lnTo>
                    <a:pt x="177" y="360"/>
                  </a:lnTo>
                  <a:lnTo>
                    <a:pt x="0" y="183"/>
                  </a:lnTo>
                  <a:lnTo>
                    <a:pt x="0" y="0"/>
                  </a:lnTo>
                  <a:lnTo>
                    <a:pt x="15" y="0"/>
                  </a:lnTo>
                  <a:lnTo>
                    <a:pt x="15" y="177"/>
                  </a:lnTo>
                  <a:lnTo>
                    <a:pt x="192" y="354"/>
                  </a:lnTo>
                  <a:lnTo>
                    <a:pt x="192" y="1120"/>
                  </a:ln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90" name="Freeform 32">
              <a:extLst>
                <a:ext uri="{FF2B5EF4-FFF2-40B4-BE49-F238E27FC236}">
                  <a16:creationId xmlns:a16="http://schemas.microsoft.com/office/drawing/2014/main" id="{DE7617CF-8919-43C3-9557-08D67C7DAF2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61975" y="64309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91" name="Rectangle 90">
              <a:extLst>
                <a:ext uri="{FF2B5EF4-FFF2-40B4-BE49-F238E27FC236}">
                  <a16:creationId xmlns:a16="http://schemas.microsoft.com/office/drawing/2014/main" id="{3DB68720-7E37-4930-9900-8632140D62BB}"/>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642938" y="6610350"/>
              <a:ext cx="23813" cy="242888"/>
            </a:xfrm>
            <a:prstGeom prst="rect">
              <a:avLst/>
            </a:pr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miter lim="800000"/>
                  <a:headEnd/>
                  <a:tailEnd/>
                </a14:hiddenLine>
              </a:ext>
            </a:extLst>
          </p:spPr>
          <p:txBody>
            <a:bodyPr/>
            <a:lstStyle/>
            <a:p>
              <a:endParaRPr lang="tr-TR"/>
            </a:p>
          </p:txBody>
        </p:sp>
        <p:sp>
          <p:nvSpPr>
            <p:cNvPr id="92" name="Freeform 34">
              <a:extLst>
                <a:ext uri="{FF2B5EF4-FFF2-40B4-BE49-F238E27FC236}">
                  <a16:creationId xmlns:a16="http://schemas.microsoft.com/office/drawing/2014/main" id="{202F13DF-5B76-468E-A95E-80780788BD01}"/>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76200" y="6430963"/>
              <a:ext cx="190500" cy="188913"/>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93" name="Freeform 35">
              <a:extLst>
                <a:ext uri="{FF2B5EF4-FFF2-40B4-BE49-F238E27FC236}">
                  <a16:creationId xmlns:a16="http://schemas.microsoft.com/office/drawing/2014/main" id="{219143C2-6062-4C2C-9563-6534108E359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0" y="5978525"/>
              <a:ext cx="190500" cy="461963"/>
            </a:xfrm>
            <a:custGeom>
              <a:avLst/>
              <a:gdLst/>
              <a:ahLst/>
              <a:cxnLst/>
              <a:rect l="0" t="0" r="r" b="b"/>
              <a:pathLst>
                <a:path w="120" h="291">
                  <a:moveTo>
                    <a:pt x="120" y="291"/>
                  </a:moveTo>
                  <a:lnTo>
                    <a:pt x="105" y="291"/>
                  </a:lnTo>
                  <a:lnTo>
                    <a:pt x="105" y="114"/>
                  </a:lnTo>
                  <a:lnTo>
                    <a:pt x="0" y="9"/>
                  </a:lnTo>
                  <a:lnTo>
                    <a:pt x="12" y="0"/>
                  </a:lnTo>
                  <a:lnTo>
                    <a:pt x="120" y="108"/>
                  </a:lnTo>
                  <a:lnTo>
                    <a:pt x="120" y="291"/>
                  </a:ln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94" name="Freeform 36">
              <a:extLst>
                <a:ext uri="{FF2B5EF4-FFF2-40B4-BE49-F238E27FC236}">
                  <a16:creationId xmlns:a16="http://schemas.microsoft.com/office/drawing/2014/main" id="{38413A0C-26DB-479B-B747-1D813610078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014413" y="1801813"/>
              <a:ext cx="214313" cy="755650"/>
            </a:xfrm>
            <a:custGeom>
              <a:avLst/>
              <a:gdLst/>
              <a:ahLst/>
              <a:cxnLst/>
              <a:rect l="0" t="0" r="r" b="b"/>
              <a:pathLst>
                <a:path w="135" h="476">
                  <a:moveTo>
                    <a:pt x="12" y="476"/>
                  </a:moveTo>
                  <a:lnTo>
                    <a:pt x="0" y="476"/>
                  </a:lnTo>
                  <a:lnTo>
                    <a:pt x="0" y="128"/>
                  </a:lnTo>
                  <a:lnTo>
                    <a:pt x="126" y="0"/>
                  </a:lnTo>
                  <a:lnTo>
                    <a:pt x="135" y="9"/>
                  </a:lnTo>
                  <a:lnTo>
                    <a:pt x="12" y="131"/>
                  </a:lnTo>
                  <a:lnTo>
                    <a:pt x="12" y="476"/>
                  </a:ln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95" name="Freeform 37">
              <a:extLst>
                <a:ext uri="{FF2B5EF4-FFF2-40B4-BE49-F238E27FC236}">
                  <a16:creationId xmlns:a16="http://schemas.microsoft.com/office/drawing/2014/main" id="{CB526B5F-4FAA-4B4C-8AF8-B98EC74A3D20}"/>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938213" y="2547938"/>
              <a:ext cx="166688" cy="160338"/>
            </a:xfrm>
            <a:custGeom>
              <a:avLst/>
              <a:gdLst/>
              <a:ahLst/>
              <a:cxnLst/>
              <a:rect l="0" t="0" r="r" b="b"/>
              <a:pathLst>
                <a:path w="35" h="34">
                  <a:moveTo>
                    <a:pt x="18" y="34"/>
                  </a:moveTo>
                  <a:cubicBezTo>
                    <a:pt x="8" y="34"/>
                    <a:pt x="0" y="26"/>
                    <a:pt x="0" y="17"/>
                  </a:cubicBezTo>
                  <a:cubicBezTo>
                    <a:pt x="0" y="7"/>
                    <a:pt x="8" y="0"/>
                    <a:pt x="18" y="0"/>
                  </a:cubicBezTo>
                  <a:cubicBezTo>
                    <a:pt x="27" y="0"/>
                    <a:pt x="35" y="7"/>
                    <a:pt x="35" y="17"/>
                  </a:cubicBezTo>
                  <a:cubicBezTo>
                    <a:pt x="35" y="26"/>
                    <a:pt x="27" y="34"/>
                    <a:pt x="18" y="34"/>
                  </a:cubicBezTo>
                  <a:close/>
                  <a:moveTo>
                    <a:pt x="18" y="4"/>
                  </a:moveTo>
                  <a:cubicBezTo>
                    <a:pt x="10" y="4"/>
                    <a:pt x="4" y="10"/>
                    <a:pt x="4" y="17"/>
                  </a:cubicBezTo>
                  <a:cubicBezTo>
                    <a:pt x="4" y="24"/>
                    <a:pt x="10" y="30"/>
                    <a:pt x="18" y="30"/>
                  </a:cubicBezTo>
                  <a:cubicBezTo>
                    <a:pt x="25" y="30"/>
                    <a:pt x="31" y="24"/>
                    <a:pt x="31" y="17"/>
                  </a:cubicBezTo>
                  <a:cubicBezTo>
                    <a:pt x="31" y="10"/>
                    <a:pt x="25" y="4"/>
                    <a:pt x="18"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96" name="Freeform 38">
              <a:extLst>
                <a:ext uri="{FF2B5EF4-FFF2-40B4-BE49-F238E27FC236}">
                  <a16:creationId xmlns:a16="http://schemas.microsoft.com/office/drawing/2014/main" id="{54FFF88E-6D69-4AE9-8378-D164191557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95313" y="4763"/>
              <a:ext cx="638175" cy="4025900"/>
            </a:xfrm>
            <a:custGeom>
              <a:avLst/>
              <a:gdLst/>
              <a:ahLst/>
              <a:cxnLst/>
              <a:rect l="0" t="0" r="r" b="b"/>
              <a:pathLst>
                <a:path w="402" h="2536">
                  <a:moveTo>
                    <a:pt x="402" y="2536"/>
                  </a:moveTo>
                  <a:lnTo>
                    <a:pt x="387" y="2536"/>
                  </a:lnTo>
                  <a:lnTo>
                    <a:pt x="387" y="2311"/>
                  </a:lnTo>
                  <a:lnTo>
                    <a:pt x="0" y="1925"/>
                  </a:lnTo>
                  <a:lnTo>
                    <a:pt x="0" y="0"/>
                  </a:lnTo>
                  <a:lnTo>
                    <a:pt x="15" y="0"/>
                  </a:lnTo>
                  <a:lnTo>
                    <a:pt x="15" y="1916"/>
                  </a:lnTo>
                  <a:lnTo>
                    <a:pt x="402" y="2302"/>
                  </a:lnTo>
                  <a:lnTo>
                    <a:pt x="402" y="2536"/>
                  </a:ln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97" name="Freeform 39">
              <a:extLst>
                <a:ext uri="{FF2B5EF4-FFF2-40B4-BE49-F238E27FC236}">
                  <a16:creationId xmlns:a16="http://schemas.microsoft.com/office/drawing/2014/main" id="{8008115A-CE00-4E36-BAF1-B511F21E837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23963"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98" name="Freeform 40">
              <a:extLst>
                <a:ext uri="{FF2B5EF4-FFF2-40B4-BE49-F238E27FC236}">
                  <a16:creationId xmlns:a16="http://schemas.microsoft.com/office/drawing/2014/main" id="{2935DB29-6F85-47D8-863C-11386389DBF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300163" y="1849438"/>
              <a:ext cx="109538" cy="107950"/>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99" name="Freeform 41">
              <a:extLst>
                <a:ext uri="{FF2B5EF4-FFF2-40B4-BE49-F238E27FC236}">
                  <a16:creationId xmlns:a16="http://schemas.microsoft.com/office/drawing/2014/main" id="{4FB8E51B-1AC1-4671-B181-473C29BECD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80988" y="3417888"/>
              <a:ext cx="142875" cy="474663"/>
            </a:xfrm>
            <a:custGeom>
              <a:avLst/>
              <a:gdLst/>
              <a:ahLst/>
              <a:cxnLst/>
              <a:rect l="0" t="0" r="r" b="b"/>
              <a:pathLst>
                <a:path w="90" h="299">
                  <a:moveTo>
                    <a:pt x="12" y="299"/>
                  </a:moveTo>
                  <a:lnTo>
                    <a:pt x="0" y="299"/>
                  </a:lnTo>
                  <a:lnTo>
                    <a:pt x="0" y="80"/>
                  </a:lnTo>
                  <a:lnTo>
                    <a:pt x="81" y="0"/>
                  </a:lnTo>
                  <a:lnTo>
                    <a:pt x="90" y="8"/>
                  </a:lnTo>
                  <a:lnTo>
                    <a:pt x="12" y="83"/>
                  </a:lnTo>
                  <a:lnTo>
                    <a:pt x="12" y="299"/>
                  </a:ln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100" name="Freeform 42">
              <a:extLst>
                <a:ext uri="{FF2B5EF4-FFF2-40B4-BE49-F238E27FC236}">
                  <a16:creationId xmlns:a16="http://schemas.microsoft.com/office/drawing/2014/main" id="{91E6AE4F-959F-4ED7-A199-8C0307E40EA3}"/>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38125" y="3883025"/>
              <a:ext cx="109538" cy="109538"/>
            </a:xfrm>
            <a:custGeom>
              <a:avLst/>
              <a:gdLst/>
              <a:ahLst/>
              <a:cxnLst/>
              <a:rect l="0" t="0" r="r" b="b"/>
              <a:pathLst>
                <a:path w="23" h="23">
                  <a:moveTo>
                    <a:pt x="11" y="23"/>
                  </a:moveTo>
                  <a:cubicBezTo>
                    <a:pt x="5" y="23"/>
                    <a:pt x="0" y="18"/>
                    <a:pt x="0" y="12"/>
                  </a:cubicBezTo>
                  <a:cubicBezTo>
                    <a:pt x="0" y="5"/>
                    <a:pt x="5" y="0"/>
                    <a:pt x="11" y="0"/>
                  </a:cubicBezTo>
                  <a:cubicBezTo>
                    <a:pt x="17" y="0"/>
                    <a:pt x="23" y="5"/>
                    <a:pt x="23" y="12"/>
                  </a:cubicBezTo>
                  <a:cubicBezTo>
                    <a:pt x="23" y="18"/>
                    <a:pt x="17" y="23"/>
                    <a:pt x="11" y="23"/>
                  </a:cubicBezTo>
                  <a:close/>
                  <a:moveTo>
                    <a:pt x="11" y="4"/>
                  </a:moveTo>
                  <a:cubicBezTo>
                    <a:pt x="7" y="4"/>
                    <a:pt x="4" y="8"/>
                    <a:pt x="4" y="12"/>
                  </a:cubicBezTo>
                  <a:cubicBezTo>
                    <a:pt x="4" y="16"/>
                    <a:pt x="7" y="19"/>
                    <a:pt x="11" y="19"/>
                  </a:cubicBezTo>
                  <a:cubicBezTo>
                    <a:pt x="15" y="19"/>
                    <a:pt x="19" y="16"/>
                    <a:pt x="19" y="12"/>
                  </a:cubicBezTo>
                  <a:cubicBezTo>
                    <a:pt x="19" y="8"/>
                    <a:pt x="15" y="4"/>
                    <a:pt x="11"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101" name="Freeform 43">
              <a:extLst>
                <a:ext uri="{FF2B5EF4-FFF2-40B4-BE49-F238E27FC236}">
                  <a16:creationId xmlns:a16="http://schemas.microsoft.com/office/drawing/2014/main" id="{A0445E55-0009-44A5-AA6A-350D9D48A2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4763" y="2166938"/>
              <a:ext cx="114300" cy="452438"/>
            </a:xfrm>
            <a:custGeom>
              <a:avLst/>
              <a:gdLst/>
              <a:ahLst/>
              <a:cxnLst/>
              <a:rect l="0" t="0" r="r" b="b"/>
              <a:pathLst>
                <a:path w="72" h="285">
                  <a:moveTo>
                    <a:pt x="6" y="285"/>
                  </a:moveTo>
                  <a:lnTo>
                    <a:pt x="0" y="276"/>
                  </a:lnTo>
                  <a:lnTo>
                    <a:pt x="60" y="216"/>
                  </a:lnTo>
                  <a:lnTo>
                    <a:pt x="60" y="0"/>
                  </a:lnTo>
                  <a:lnTo>
                    <a:pt x="72" y="0"/>
                  </a:lnTo>
                  <a:lnTo>
                    <a:pt x="72" y="222"/>
                  </a:lnTo>
                  <a:lnTo>
                    <a:pt x="6" y="285"/>
                  </a:ln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102" name="Freeform 44">
              <a:extLst>
                <a:ext uri="{FF2B5EF4-FFF2-40B4-BE49-F238E27FC236}">
                  <a16:creationId xmlns:a16="http://schemas.microsoft.com/office/drawing/2014/main" id="{B5291C75-4ECA-4829-B824-5725C329057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388" y="2066925"/>
              <a:ext cx="109538" cy="109538"/>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103" name="Rectangle 102">
              <a:extLst>
                <a:ext uri="{FF2B5EF4-FFF2-40B4-BE49-F238E27FC236}">
                  <a16:creationId xmlns:a16="http://schemas.microsoft.com/office/drawing/2014/main" id="{6793376D-3E7C-4F04-8BC8-EC4820622BEC}"/>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228725" y="4662488"/>
              <a:ext cx="23813" cy="2181225"/>
            </a:xfrm>
            <a:prstGeom prst="rect">
              <a:avLst/>
            </a:pr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miter lim="800000"/>
                  <a:headEnd/>
                  <a:tailEnd/>
                </a14:hiddenLine>
              </a:ext>
            </a:extLst>
          </p:spPr>
          <p:txBody>
            <a:bodyPr/>
            <a:lstStyle/>
            <a:p>
              <a:endParaRPr lang="tr-TR"/>
            </a:p>
          </p:txBody>
        </p:sp>
        <p:sp>
          <p:nvSpPr>
            <p:cNvPr id="104" name="Freeform 46">
              <a:extLst>
                <a:ext uri="{FF2B5EF4-FFF2-40B4-BE49-F238E27FC236}">
                  <a16:creationId xmlns:a16="http://schemas.microsoft.com/office/drawing/2014/main" id="{3596510A-5528-445D-AFEA-6E3F89BA84B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19213" y="5041900"/>
              <a:ext cx="371475" cy="1801813"/>
            </a:xfrm>
            <a:custGeom>
              <a:avLst/>
              <a:gdLst/>
              <a:ahLst/>
              <a:cxnLst/>
              <a:rect l="0" t="0" r="r" b="b"/>
              <a:pathLst>
                <a:path w="234" h="1135">
                  <a:moveTo>
                    <a:pt x="15" y="1135"/>
                  </a:moveTo>
                  <a:lnTo>
                    <a:pt x="0" y="1135"/>
                  </a:lnTo>
                  <a:lnTo>
                    <a:pt x="0" y="515"/>
                  </a:lnTo>
                  <a:lnTo>
                    <a:pt x="0" y="512"/>
                  </a:lnTo>
                  <a:lnTo>
                    <a:pt x="219" y="0"/>
                  </a:lnTo>
                  <a:lnTo>
                    <a:pt x="234" y="6"/>
                  </a:lnTo>
                  <a:lnTo>
                    <a:pt x="15" y="518"/>
                  </a:lnTo>
                  <a:lnTo>
                    <a:pt x="15" y="1135"/>
                  </a:ln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105" name="Freeform 47">
              <a:extLst>
                <a:ext uri="{FF2B5EF4-FFF2-40B4-BE49-F238E27FC236}">
                  <a16:creationId xmlns:a16="http://schemas.microsoft.com/office/drawing/2014/main" id="{E1B69479-D8C9-4E2E-A931-4D49C4FD76D1}"/>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47763"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106" name="Freeform 48">
              <a:extLst>
                <a:ext uri="{FF2B5EF4-FFF2-40B4-BE49-F238E27FC236}">
                  <a16:creationId xmlns:a16="http://schemas.microsoft.com/office/drawing/2014/main" id="{0A759A2E-A8B1-44C8-B3F9-A16714C8954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819150" y="3983038"/>
              <a:ext cx="347663" cy="2860675"/>
            </a:xfrm>
            <a:custGeom>
              <a:avLst/>
              <a:gdLst/>
              <a:ahLst/>
              <a:cxnLst/>
              <a:rect l="0" t="0" r="r" b="b"/>
              <a:pathLst>
                <a:path w="219" h="1802">
                  <a:moveTo>
                    <a:pt x="219" y="1802"/>
                  </a:moveTo>
                  <a:lnTo>
                    <a:pt x="201" y="1802"/>
                  </a:lnTo>
                  <a:lnTo>
                    <a:pt x="201" y="1185"/>
                  </a:lnTo>
                  <a:lnTo>
                    <a:pt x="0" y="3"/>
                  </a:lnTo>
                  <a:lnTo>
                    <a:pt x="15" y="0"/>
                  </a:lnTo>
                  <a:lnTo>
                    <a:pt x="219" y="1185"/>
                  </a:lnTo>
                  <a:lnTo>
                    <a:pt x="219" y="1802"/>
                  </a:ln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107" name="Freeform 49">
              <a:extLst>
                <a:ext uri="{FF2B5EF4-FFF2-40B4-BE49-F238E27FC236}">
                  <a16:creationId xmlns:a16="http://schemas.microsoft.com/office/drawing/2014/main" id="{6C2B3B3C-1DC9-4352-BB73-801976C8F513}"/>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728663" y="3806825"/>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108" name="Freeform 50">
              <a:extLst>
                <a:ext uri="{FF2B5EF4-FFF2-40B4-BE49-F238E27FC236}">
                  <a16:creationId xmlns:a16="http://schemas.microsoft.com/office/drawing/2014/main" id="{EE22E3A8-5789-4189-9AC7-98D6826B03D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24013"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109" name="Freeform 51">
              <a:extLst>
                <a:ext uri="{FF2B5EF4-FFF2-40B4-BE49-F238E27FC236}">
                  <a16:creationId xmlns:a16="http://schemas.microsoft.com/office/drawing/2014/main" id="{9AC0FC74-D003-4D0D-9CAF-F6A03739E2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404938" y="5422900"/>
              <a:ext cx="371475" cy="1425575"/>
            </a:xfrm>
            <a:custGeom>
              <a:avLst/>
              <a:gdLst/>
              <a:ahLst/>
              <a:cxnLst/>
              <a:rect l="0" t="0" r="r" b="b"/>
              <a:pathLst>
                <a:path w="234" h="898">
                  <a:moveTo>
                    <a:pt x="18" y="898"/>
                  </a:moveTo>
                  <a:lnTo>
                    <a:pt x="0" y="898"/>
                  </a:lnTo>
                  <a:lnTo>
                    <a:pt x="0" y="515"/>
                  </a:lnTo>
                  <a:lnTo>
                    <a:pt x="0" y="512"/>
                  </a:lnTo>
                  <a:lnTo>
                    <a:pt x="222" y="0"/>
                  </a:lnTo>
                  <a:lnTo>
                    <a:pt x="234" y="6"/>
                  </a:lnTo>
                  <a:lnTo>
                    <a:pt x="18" y="518"/>
                  </a:lnTo>
                  <a:lnTo>
                    <a:pt x="18" y="898"/>
                  </a:ln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110" name="Freeform 52">
              <a:extLst>
                <a:ext uri="{FF2B5EF4-FFF2-40B4-BE49-F238E27FC236}">
                  <a16:creationId xmlns:a16="http://schemas.microsoft.com/office/drawing/2014/main" id="{126C2057-02E1-4348-ABEB-EAC063A17E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666875"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111" name="Freeform 53">
              <a:extLst>
                <a:ext uri="{FF2B5EF4-FFF2-40B4-BE49-F238E27FC236}">
                  <a16:creationId xmlns:a16="http://schemas.microsoft.com/office/drawing/2014/main" id="{5150586D-D743-4392-844F-F2AFCCE6493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709738"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112" name="Freeform 54">
              <a:extLst>
                <a:ext uri="{FF2B5EF4-FFF2-40B4-BE49-F238E27FC236}">
                  <a16:creationId xmlns:a16="http://schemas.microsoft.com/office/drawing/2014/main" id="{9E5B157A-534E-4879-8013-D02864E76F5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709738"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113" name="Freeform 55">
              <a:extLst>
                <a:ext uri="{FF2B5EF4-FFF2-40B4-BE49-F238E27FC236}">
                  <a16:creationId xmlns:a16="http://schemas.microsoft.com/office/drawing/2014/main" id="{CEE2DD73-7E8C-4F26-8E93-8C32D11B266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766888" y="6330950"/>
              <a:ext cx="419100" cy="527050"/>
            </a:xfrm>
            <a:custGeom>
              <a:avLst/>
              <a:gdLst/>
              <a:ahLst/>
              <a:cxnLst/>
              <a:rect l="0" t="0" r="r" b="b"/>
              <a:pathLst>
                <a:path w="264" h="332">
                  <a:moveTo>
                    <a:pt x="12" y="332"/>
                  </a:moveTo>
                  <a:lnTo>
                    <a:pt x="0" y="326"/>
                  </a:lnTo>
                  <a:lnTo>
                    <a:pt x="45" y="206"/>
                  </a:lnTo>
                  <a:lnTo>
                    <a:pt x="255" y="0"/>
                  </a:lnTo>
                  <a:lnTo>
                    <a:pt x="264" y="12"/>
                  </a:lnTo>
                  <a:lnTo>
                    <a:pt x="60" y="215"/>
                  </a:lnTo>
                  <a:lnTo>
                    <a:pt x="12" y="332"/>
                  </a:ln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114" name="Freeform 56">
              <a:extLst>
                <a:ext uri="{FF2B5EF4-FFF2-40B4-BE49-F238E27FC236}">
                  <a16:creationId xmlns:a16="http://schemas.microsoft.com/office/drawing/2014/main" id="{908CAC5F-DD8E-4A58-BD4C-6D8D29FA4920}"/>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147888"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115" name="Freeform 57">
              <a:extLst>
                <a:ext uri="{FF2B5EF4-FFF2-40B4-BE49-F238E27FC236}">
                  <a16:creationId xmlns:a16="http://schemas.microsoft.com/office/drawing/2014/main" id="{20F130CF-281E-408C-9884-5F8B22CA1D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04825" y="9525"/>
              <a:ext cx="233363" cy="5103813"/>
            </a:xfrm>
            <a:custGeom>
              <a:avLst/>
              <a:gdLst/>
              <a:ahLst/>
              <a:cxnLst/>
              <a:rect l="0" t="0" r="r" b="b"/>
              <a:pathLst>
                <a:path w="147" h="3215">
                  <a:moveTo>
                    <a:pt x="132" y="3215"/>
                  </a:moveTo>
                  <a:lnTo>
                    <a:pt x="129" y="2754"/>
                  </a:lnTo>
                  <a:lnTo>
                    <a:pt x="0" y="1901"/>
                  </a:lnTo>
                  <a:lnTo>
                    <a:pt x="0" y="0"/>
                  </a:lnTo>
                  <a:lnTo>
                    <a:pt x="15" y="0"/>
                  </a:lnTo>
                  <a:lnTo>
                    <a:pt x="15" y="1898"/>
                  </a:lnTo>
                  <a:lnTo>
                    <a:pt x="144" y="2754"/>
                  </a:lnTo>
                  <a:lnTo>
                    <a:pt x="147" y="3215"/>
                  </a:lnTo>
                  <a:lnTo>
                    <a:pt x="132" y="3215"/>
                  </a:ln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116" name="Freeform 58">
              <a:extLst>
                <a:ext uri="{FF2B5EF4-FFF2-40B4-BE49-F238E27FC236}">
                  <a16:creationId xmlns:a16="http://schemas.microsoft.com/office/drawing/2014/main" id="{3BC78068-9115-4D5D-9B2B-6F9BD9C2969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33413" y="5103813"/>
              <a:ext cx="185738" cy="185738"/>
            </a:xfrm>
            <a:custGeom>
              <a:avLst/>
              <a:gdLst/>
              <a:ahLst/>
              <a:cxnLst/>
              <a:rect l="0" t="0" r="r" b="b"/>
              <a:pathLst>
                <a:path w="39" h="39">
                  <a:moveTo>
                    <a:pt x="20" y="39"/>
                  </a:moveTo>
                  <a:cubicBezTo>
                    <a:pt x="9" y="39"/>
                    <a:pt x="0" y="30"/>
                    <a:pt x="0" y="19"/>
                  </a:cubicBezTo>
                  <a:cubicBezTo>
                    <a:pt x="0" y="9"/>
                    <a:pt x="9" y="0"/>
                    <a:pt x="20" y="0"/>
                  </a:cubicBezTo>
                  <a:cubicBezTo>
                    <a:pt x="30" y="0"/>
                    <a:pt x="39" y="9"/>
                    <a:pt x="39" y="19"/>
                  </a:cubicBezTo>
                  <a:cubicBezTo>
                    <a:pt x="39" y="30"/>
                    <a:pt x="30" y="39"/>
                    <a:pt x="20" y="39"/>
                  </a:cubicBezTo>
                  <a:close/>
                  <a:moveTo>
                    <a:pt x="20" y="4"/>
                  </a:moveTo>
                  <a:cubicBezTo>
                    <a:pt x="11" y="4"/>
                    <a:pt x="4" y="11"/>
                    <a:pt x="4" y="19"/>
                  </a:cubicBezTo>
                  <a:cubicBezTo>
                    <a:pt x="4" y="28"/>
                    <a:pt x="11" y="35"/>
                    <a:pt x="20" y="35"/>
                  </a:cubicBezTo>
                  <a:cubicBezTo>
                    <a:pt x="28" y="35"/>
                    <a:pt x="35" y="28"/>
                    <a:pt x="35" y="19"/>
                  </a:cubicBezTo>
                  <a:cubicBezTo>
                    <a:pt x="35" y="11"/>
                    <a:pt x="28" y="4"/>
                    <a:pt x="20"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grpSp>
      <p:sp>
        <p:nvSpPr>
          <p:cNvPr id="3" name="İçerik Yer Tutucusu 2">
            <a:extLst>
              <a:ext uri="{FF2B5EF4-FFF2-40B4-BE49-F238E27FC236}">
                <a16:creationId xmlns:a16="http://schemas.microsoft.com/office/drawing/2014/main" id="{FD5493EC-A15A-A6F2-8876-03AABD8C433C}"/>
              </a:ext>
            </a:extLst>
          </p:cNvPr>
          <p:cNvSpPr>
            <a:spLocks noGrp="1"/>
          </p:cNvSpPr>
          <p:nvPr>
            <p:ph idx="1"/>
          </p:nvPr>
        </p:nvSpPr>
        <p:spPr>
          <a:xfrm>
            <a:off x="6448425" y="2249487"/>
            <a:ext cx="4598986" cy="3541714"/>
          </a:xfrm>
        </p:spPr>
        <p:txBody>
          <a:bodyPr>
            <a:normAutofit/>
          </a:bodyPr>
          <a:lstStyle/>
          <a:p>
            <a:pPr>
              <a:lnSpc>
                <a:spcPct val="110000"/>
              </a:lnSpc>
            </a:pPr>
            <a:r>
              <a:rPr lang="tr-TR" sz="1700"/>
              <a:t>Bazı maddelerin hücre içinde daha yüksek konsantrasyonda tutulması gereklidir. Buna örnek olarak K+ iyonlarını verebiliriz. Bazı maddelerin (örneğin Na+ ) ise hücre dışındaki konsantrasyonlarının daha fazla olması gereklidir. Vücudun çeşitli bölümlerini incelediğimizde aktif transport yardımıyla hücre zarını, Na+ , K+ iyonlarına ilaveten Ca- , Fe- , H- , I- v.b. iyonlarla çeşitli şekerler ve amino asitlerin geçtiğini görürüz.</a:t>
            </a:r>
          </a:p>
        </p:txBody>
      </p:sp>
      <p:sp>
        <p:nvSpPr>
          <p:cNvPr id="5" name="Alt Bilgi Yer Tutucusu 4">
            <a:extLst>
              <a:ext uri="{FF2B5EF4-FFF2-40B4-BE49-F238E27FC236}">
                <a16:creationId xmlns:a16="http://schemas.microsoft.com/office/drawing/2014/main" id="{AAA69ABC-0230-27A3-25B8-61DD977EDCE8}"/>
              </a:ext>
            </a:extLst>
          </p:cNvPr>
          <p:cNvSpPr>
            <a:spLocks noGrp="1"/>
          </p:cNvSpPr>
          <p:nvPr>
            <p:ph type="ftr" sz="quarter" idx="11"/>
          </p:nvPr>
        </p:nvSpPr>
        <p:spPr/>
        <p:txBody>
          <a:bodyPr/>
          <a:lstStyle/>
          <a:p>
            <a:r>
              <a:rPr lang="en-US"/>
              <a:t>MEHMET FATİH KARAKAŞ</a:t>
            </a:r>
            <a:endParaRPr lang="en-US" dirty="0"/>
          </a:p>
        </p:txBody>
      </p:sp>
    </p:spTree>
    <p:extLst>
      <p:ext uri="{BB962C8B-B14F-4D97-AF65-F5344CB8AC3E}">
        <p14:creationId xmlns:p14="http://schemas.microsoft.com/office/powerpoint/2010/main" val="33783359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2">
            <a:duotone>
              <a:schemeClr val="bg2">
                <a:shade val="88000"/>
                <a:hueMod val="106000"/>
                <a:satMod val="140000"/>
                <a:lumMod val="54000"/>
              </a:schemeClr>
              <a:schemeClr val="bg2">
                <a:tint val="98000"/>
                <a:hueMod val="90000"/>
                <a:satMod val="150000"/>
                <a:lumMod val="160000"/>
              </a:schemeClr>
            </a:duotone>
          </a:blip>
          <a:stretch/>
        </a:blipFill>
        <a:effectLst/>
      </p:bgPr>
    </p:bg>
    <p:spTree>
      <p:nvGrpSpPr>
        <p:cNvPr id="1" name=""/>
        <p:cNvGrpSpPr/>
        <p:nvPr/>
      </p:nvGrpSpPr>
      <p:grpSpPr>
        <a:xfrm>
          <a:off x="0" y="0"/>
          <a:ext cx="0" cy="0"/>
          <a:chOff x="0" y="0"/>
          <a:chExt cx="0" cy="0"/>
        </a:xfrm>
      </p:grpSpPr>
      <p:grpSp>
        <p:nvGrpSpPr>
          <p:cNvPr id="58" name="Group 57">
            <a:extLst>
              <a:ext uri="{FF2B5EF4-FFF2-40B4-BE49-F238E27FC236}">
                <a16:creationId xmlns:a16="http://schemas.microsoft.com/office/drawing/2014/main" id="{74872A0B-8668-4500-9509-EAA581B26C2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
            <a:ext cx="12192003" cy="6858001"/>
            <a:chOff x="0" y="-1"/>
            <a:chExt cx="12192003" cy="6858001"/>
          </a:xfrm>
        </p:grpSpPr>
        <p:sp useBgFill="1">
          <p:nvSpPr>
            <p:cNvPr id="59" name="Rectangle 58">
              <a:extLst>
                <a:ext uri="{FF2B5EF4-FFF2-40B4-BE49-F238E27FC236}">
                  <a16:creationId xmlns:a16="http://schemas.microsoft.com/office/drawing/2014/main" id="{8B504305-5526-408E-85F7-F0BA7E527C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 y="-1"/>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0" name="Picture 2">
              <a:extLst>
                <a:ext uri="{FF2B5EF4-FFF2-40B4-BE49-F238E27FC236}">
                  <a16:creationId xmlns:a16="http://schemas.microsoft.com/office/drawing/2014/main" id="{5827CE64-2533-45A6-9A39-7D5052E5CEE0}"/>
                </a:ext>
                <a:ext uri="{C183D7F6-B498-43B3-948B-1728B52AA6E4}">
                  <adec:decorative xmlns:adec="http://schemas.microsoft.com/office/drawing/2017/decorative" val="1"/>
                </a:ext>
              </a:extLst>
            </p:cNvPr>
            <p:cNvPicPr>
              <a:picLocks noChangeAspect="1" noChangeArrowheads="1"/>
            </p:cNvPicPr>
            <p:nvPr>
              <p:extLst>
                <p:ext uri="{386F3935-93C4-4BCD-93E2-E3B085C9AB24}">
                  <p16:designElem xmlns:p16="http://schemas.microsoft.com/office/powerpoint/2015/main" val="1"/>
                </p:ext>
              </p:extLst>
            </p:nvPr>
          </p:nvPicPr>
          <p:blipFill>
            <a:blip r:embed="rId3">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 xmlns:a16="http://schemas.microsoft.com/office/drawing/2014/main" xmlns:a14="http://schemas.microsoft.com/office/drawing/2010/main" xmlns:p14="http://schemas.microsoft.com/office/powerpoint/2010/main">
                  <a:solidFill>
                    <a:srgbClr val="FFFFFF"/>
                  </a:solidFill>
                </a14:hiddenFill>
              </a:ext>
            </a:extLst>
          </p:spPr>
        </p:pic>
      </p:grpSp>
      <p:sp>
        <p:nvSpPr>
          <p:cNvPr id="2" name="Başlık 1">
            <a:extLst>
              <a:ext uri="{FF2B5EF4-FFF2-40B4-BE49-F238E27FC236}">
                <a16:creationId xmlns:a16="http://schemas.microsoft.com/office/drawing/2014/main" id="{D6BAA740-1647-28A8-DDBE-50A77255D0D5}"/>
              </a:ext>
            </a:extLst>
          </p:cNvPr>
          <p:cNvSpPr>
            <a:spLocks noGrp="1"/>
          </p:cNvSpPr>
          <p:nvPr>
            <p:ph type="title"/>
          </p:nvPr>
        </p:nvSpPr>
        <p:spPr>
          <a:xfrm>
            <a:off x="6448425" y="618518"/>
            <a:ext cx="4598985" cy="1478570"/>
          </a:xfrm>
        </p:spPr>
        <p:txBody>
          <a:bodyPr>
            <a:normAutofit/>
          </a:bodyPr>
          <a:lstStyle/>
          <a:p>
            <a:r>
              <a:rPr lang="tr-TR" sz="3300"/>
              <a:t>Biyoelektrik İşaretlerinin Oluşumu</a:t>
            </a:r>
          </a:p>
        </p:txBody>
      </p:sp>
      <p:pic>
        <p:nvPicPr>
          <p:cNvPr id="54" name="Picture 53">
            <a:extLst>
              <a:ext uri="{FF2B5EF4-FFF2-40B4-BE49-F238E27FC236}">
                <a16:creationId xmlns:a16="http://schemas.microsoft.com/office/drawing/2014/main" id="{891CCCBD-E985-8AB0-390D-ABA4CC3B43FA}"/>
              </a:ext>
            </a:extLst>
          </p:cNvPr>
          <p:cNvPicPr>
            <a:picLocks noChangeAspect="1"/>
          </p:cNvPicPr>
          <p:nvPr/>
        </p:nvPicPr>
        <p:blipFill>
          <a:blip r:embed="rId4"/>
          <a:srcRect l="13234" r="36720"/>
          <a:stretch>
            <a:fillRect/>
          </a:stretch>
        </p:blipFill>
        <p:spPr>
          <a:xfrm>
            <a:off x="-5597" y="10"/>
            <a:ext cx="6101597" cy="6857990"/>
          </a:xfrm>
          <a:prstGeom prst="rect">
            <a:avLst/>
          </a:prstGeom>
        </p:spPr>
      </p:pic>
      <p:grpSp>
        <p:nvGrpSpPr>
          <p:cNvPr id="62" name="Group 61">
            <a:extLst>
              <a:ext uri="{FF2B5EF4-FFF2-40B4-BE49-F238E27FC236}">
                <a16:creationId xmlns:a16="http://schemas.microsoft.com/office/drawing/2014/main" id="{240590EE-5428-41AA-95B2-96FCC1CE67A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2305051" cy="6858001"/>
            <a:chOff x="0" y="0"/>
            <a:chExt cx="2305051" cy="6858001"/>
          </a:xfrm>
          <a:solidFill>
            <a:schemeClr val="tx1">
              <a:alpha val="70000"/>
            </a:schemeClr>
          </a:solidFill>
          <a:effectLst/>
        </p:grpSpPr>
        <p:sp>
          <p:nvSpPr>
            <p:cNvPr id="63" name="Rectangle 62">
              <a:extLst>
                <a:ext uri="{FF2B5EF4-FFF2-40B4-BE49-F238E27FC236}">
                  <a16:creationId xmlns:a16="http://schemas.microsoft.com/office/drawing/2014/main" id="{494DCC55-99C6-45CF-B357-E3848C809346}"/>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209675" y="4763"/>
              <a:ext cx="23813" cy="2181225"/>
            </a:xfrm>
            <a:prstGeom prst="rect">
              <a:avLst/>
            </a:pr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miter lim="800000"/>
                  <a:headEnd/>
                  <a:tailEnd/>
                </a14:hiddenLine>
              </a:ext>
            </a:extLst>
          </p:spPr>
          <p:txBody>
            <a:bodyPr/>
            <a:lstStyle/>
            <a:p>
              <a:endParaRPr lang="tr-TR"/>
            </a:p>
          </p:txBody>
        </p:sp>
        <p:sp>
          <p:nvSpPr>
            <p:cNvPr id="64" name="Freeform 6">
              <a:extLst>
                <a:ext uri="{FF2B5EF4-FFF2-40B4-BE49-F238E27FC236}">
                  <a16:creationId xmlns:a16="http://schemas.microsoft.com/office/drawing/2014/main" id="{63D64E32-FF0C-4665-B9D8-D1ECAAE5BA4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28713"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65" name="Freeform 7">
              <a:extLst>
                <a:ext uri="{FF2B5EF4-FFF2-40B4-BE49-F238E27FC236}">
                  <a16:creationId xmlns:a16="http://schemas.microsoft.com/office/drawing/2014/main" id="{3675001D-3840-4589-8190-505A7F52F0A2}"/>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23950"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66" name="Rectangle 65">
              <a:extLst>
                <a:ext uri="{FF2B5EF4-FFF2-40B4-BE49-F238E27FC236}">
                  <a16:creationId xmlns:a16="http://schemas.microsoft.com/office/drawing/2014/main" id="{19E34E87-395F-4023-A80E-D1CBAAEBD9B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414338" y="9525"/>
              <a:ext cx="28575" cy="4481513"/>
            </a:xfrm>
            <a:prstGeom prst="rect">
              <a:avLst/>
            </a:pr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miter lim="800000"/>
                  <a:headEnd/>
                  <a:tailEnd/>
                </a14:hiddenLine>
              </a:ext>
            </a:extLst>
          </p:spPr>
          <p:txBody>
            <a:bodyPr/>
            <a:lstStyle/>
            <a:p>
              <a:endParaRPr lang="tr-TR"/>
            </a:p>
          </p:txBody>
        </p:sp>
        <p:sp>
          <p:nvSpPr>
            <p:cNvPr id="67" name="Freeform 9">
              <a:extLst>
                <a:ext uri="{FF2B5EF4-FFF2-40B4-BE49-F238E27FC236}">
                  <a16:creationId xmlns:a16="http://schemas.microsoft.com/office/drawing/2014/main" id="{6FB1B38F-1B92-41C3-AA1D-6D6440FB0D7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333375"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68" name="Freeform 10">
              <a:extLst>
                <a:ext uri="{FF2B5EF4-FFF2-40B4-BE49-F238E27FC236}">
                  <a16:creationId xmlns:a16="http://schemas.microsoft.com/office/drawing/2014/main" id="{02FBE453-FBD2-4348-8DDA-4A023444EC7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90500" y="9525"/>
              <a:ext cx="152400" cy="908050"/>
            </a:xfrm>
            <a:custGeom>
              <a:avLst/>
              <a:gdLst/>
              <a:ahLst/>
              <a:cxnLst/>
              <a:rect l="0" t="0" r="r" b="b"/>
              <a:pathLst>
                <a:path w="96" h="572">
                  <a:moveTo>
                    <a:pt x="15" y="572"/>
                  </a:moveTo>
                  <a:lnTo>
                    <a:pt x="0" y="566"/>
                  </a:lnTo>
                  <a:lnTo>
                    <a:pt x="81" y="380"/>
                  </a:lnTo>
                  <a:lnTo>
                    <a:pt x="81" y="0"/>
                  </a:lnTo>
                  <a:lnTo>
                    <a:pt x="96" y="0"/>
                  </a:lnTo>
                  <a:lnTo>
                    <a:pt x="96" y="383"/>
                  </a:lnTo>
                  <a:lnTo>
                    <a:pt x="15" y="572"/>
                  </a:ln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69" name="Freeform 11">
              <a:extLst>
                <a:ext uri="{FF2B5EF4-FFF2-40B4-BE49-F238E27FC236}">
                  <a16:creationId xmlns:a16="http://schemas.microsoft.com/office/drawing/2014/main" id="{60D719E8-BF78-4F42-B9D1-7F5E02A3699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90638" y="14288"/>
              <a:ext cx="376238" cy="1801813"/>
            </a:xfrm>
            <a:custGeom>
              <a:avLst/>
              <a:gdLst/>
              <a:ahLst/>
              <a:cxnLst/>
              <a:rect l="0" t="0" r="r" b="b"/>
              <a:pathLst>
                <a:path w="237" h="1135">
                  <a:moveTo>
                    <a:pt x="222" y="1135"/>
                  </a:moveTo>
                  <a:lnTo>
                    <a:pt x="0" y="620"/>
                  </a:lnTo>
                  <a:lnTo>
                    <a:pt x="0" y="0"/>
                  </a:lnTo>
                  <a:lnTo>
                    <a:pt x="18" y="0"/>
                  </a:lnTo>
                  <a:lnTo>
                    <a:pt x="18" y="617"/>
                  </a:lnTo>
                  <a:lnTo>
                    <a:pt x="237" y="1129"/>
                  </a:lnTo>
                  <a:lnTo>
                    <a:pt x="222" y="1135"/>
                  </a:ln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70" name="Freeform 12">
              <a:extLst>
                <a:ext uri="{FF2B5EF4-FFF2-40B4-BE49-F238E27FC236}">
                  <a16:creationId xmlns:a16="http://schemas.microsoft.com/office/drawing/2014/main" id="{5EC70737-9C19-4CF5-84DA-B22A960D53D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00200" y="180181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71" name="Freeform 13">
              <a:extLst>
                <a:ext uri="{FF2B5EF4-FFF2-40B4-BE49-F238E27FC236}">
                  <a16:creationId xmlns:a16="http://schemas.microsoft.com/office/drawing/2014/main" id="{88FD042E-E56E-4360-9620-F811AB9A334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81125" y="9525"/>
              <a:ext cx="371475" cy="1425575"/>
            </a:xfrm>
            <a:custGeom>
              <a:avLst/>
              <a:gdLst/>
              <a:ahLst/>
              <a:cxnLst/>
              <a:rect l="0" t="0" r="r" b="b"/>
              <a:pathLst>
                <a:path w="234" h="898">
                  <a:moveTo>
                    <a:pt x="219" y="898"/>
                  </a:moveTo>
                  <a:lnTo>
                    <a:pt x="0" y="383"/>
                  </a:lnTo>
                  <a:lnTo>
                    <a:pt x="0" y="0"/>
                  </a:lnTo>
                  <a:lnTo>
                    <a:pt x="15" y="0"/>
                  </a:lnTo>
                  <a:lnTo>
                    <a:pt x="15" y="380"/>
                  </a:lnTo>
                  <a:lnTo>
                    <a:pt x="234" y="892"/>
                  </a:lnTo>
                  <a:lnTo>
                    <a:pt x="219" y="898"/>
                  </a:ln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72" name="Freeform 14">
              <a:extLst>
                <a:ext uri="{FF2B5EF4-FFF2-40B4-BE49-F238E27FC236}">
                  <a16:creationId xmlns:a16="http://schemas.microsoft.com/office/drawing/2014/main" id="{18F15D2B-0812-46F6-B0F4-6A6714B543D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643063"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73" name="Freeform 15">
              <a:extLst>
                <a:ext uri="{FF2B5EF4-FFF2-40B4-BE49-F238E27FC236}">
                  <a16:creationId xmlns:a16="http://schemas.microsoft.com/office/drawing/2014/main" id="{0C2F2A50-98DD-4F92-BDFE-B72E2357667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85925" y="14208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74" name="Freeform 16">
              <a:extLst>
                <a:ext uri="{FF2B5EF4-FFF2-40B4-BE49-F238E27FC236}">
                  <a16:creationId xmlns:a16="http://schemas.microsoft.com/office/drawing/2014/main" id="{473541D9-6DAE-4718-97D4-8952F4E7CC8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8592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75" name="Freeform 17">
              <a:extLst>
                <a:ext uri="{FF2B5EF4-FFF2-40B4-BE49-F238E27FC236}">
                  <a16:creationId xmlns:a16="http://schemas.microsoft.com/office/drawing/2014/main" id="{3A56C5E9-011C-44D2-AF94-3BF54204338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743075" y="4763"/>
              <a:ext cx="419100" cy="522288"/>
            </a:xfrm>
            <a:custGeom>
              <a:avLst/>
              <a:gdLst/>
              <a:ahLst/>
              <a:cxnLst/>
              <a:rect l="0" t="0" r="r" b="b"/>
              <a:pathLst>
                <a:path w="264" h="329">
                  <a:moveTo>
                    <a:pt x="252" y="329"/>
                  </a:moveTo>
                  <a:lnTo>
                    <a:pt x="45" y="120"/>
                  </a:lnTo>
                  <a:lnTo>
                    <a:pt x="0" y="6"/>
                  </a:lnTo>
                  <a:lnTo>
                    <a:pt x="15" y="0"/>
                  </a:lnTo>
                  <a:lnTo>
                    <a:pt x="60" y="111"/>
                  </a:lnTo>
                  <a:lnTo>
                    <a:pt x="264" y="317"/>
                  </a:lnTo>
                  <a:lnTo>
                    <a:pt x="252" y="329"/>
                  </a:ln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76" name="Freeform 18">
              <a:extLst>
                <a:ext uri="{FF2B5EF4-FFF2-40B4-BE49-F238E27FC236}">
                  <a16:creationId xmlns:a16="http://schemas.microsoft.com/office/drawing/2014/main" id="{CD279E0E-1CD5-4F41-96A5-3A09707E810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119313"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77" name="Freeform 19">
              <a:extLst>
                <a:ext uri="{FF2B5EF4-FFF2-40B4-BE49-F238E27FC236}">
                  <a16:creationId xmlns:a16="http://schemas.microsoft.com/office/drawing/2014/main" id="{F5A6F094-9E54-4985-8738-D2067A4F07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00" y="4763"/>
              <a:ext cx="152400" cy="908050"/>
            </a:xfrm>
            <a:custGeom>
              <a:avLst/>
              <a:gdLst/>
              <a:ahLst/>
              <a:cxnLst/>
              <a:rect l="0" t="0" r="r" b="b"/>
              <a:pathLst>
                <a:path w="96" h="572">
                  <a:moveTo>
                    <a:pt x="15" y="572"/>
                  </a:moveTo>
                  <a:lnTo>
                    <a:pt x="0" y="572"/>
                  </a:lnTo>
                  <a:lnTo>
                    <a:pt x="0" y="189"/>
                  </a:lnTo>
                  <a:lnTo>
                    <a:pt x="81" y="0"/>
                  </a:lnTo>
                  <a:lnTo>
                    <a:pt x="96" y="6"/>
                  </a:lnTo>
                  <a:lnTo>
                    <a:pt x="15" y="192"/>
                  </a:lnTo>
                  <a:lnTo>
                    <a:pt x="15" y="572"/>
                  </a:ln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78" name="Freeform 20">
              <a:extLst>
                <a:ext uri="{FF2B5EF4-FFF2-40B4-BE49-F238E27FC236}">
                  <a16:creationId xmlns:a16="http://schemas.microsoft.com/office/drawing/2014/main" id="{99D51F59-FA93-490E-B9CF-97BB63747C97}"/>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86677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2"/>
                    <a:pt x="4" y="20"/>
                  </a:cubicBezTo>
                  <a:cubicBezTo>
                    <a:pt x="4" y="29"/>
                    <a:pt x="11" y="36"/>
                    <a:pt x="20" y="36"/>
                  </a:cubicBezTo>
                  <a:cubicBezTo>
                    <a:pt x="29" y="36"/>
                    <a:pt x="36" y="29"/>
                    <a:pt x="36" y="20"/>
                  </a:cubicBezTo>
                  <a:cubicBezTo>
                    <a:pt x="36" y="12"/>
                    <a:pt x="29" y="4"/>
                    <a:pt x="20"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79" name="Freeform 21">
              <a:extLst>
                <a:ext uri="{FF2B5EF4-FFF2-40B4-BE49-F238E27FC236}">
                  <a16:creationId xmlns:a16="http://schemas.microsoft.com/office/drawing/2014/main" id="{3CD83DC6-F4A0-4A4D-AAC3-83983F960DC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890588" y="15541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80" name="Freeform 22">
              <a:extLst>
                <a:ext uri="{FF2B5EF4-FFF2-40B4-BE49-F238E27FC236}">
                  <a16:creationId xmlns:a16="http://schemas.microsoft.com/office/drawing/2014/main" id="{6E9B4028-C74F-4631-8312-68B30E6E62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738188" y="5622925"/>
              <a:ext cx="338138" cy="1216025"/>
            </a:xfrm>
            <a:custGeom>
              <a:avLst/>
              <a:gdLst/>
              <a:ahLst/>
              <a:cxnLst/>
              <a:rect l="0" t="0" r="r" b="b"/>
              <a:pathLst>
                <a:path w="213" h="766">
                  <a:moveTo>
                    <a:pt x="213" y="766"/>
                  </a:moveTo>
                  <a:lnTo>
                    <a:pt x="195" y="766"/>
                  </a:lnTo>
                  <a:lnTo>
                    <a:pt x="195" y="464"/>
                  </a:lnTo>
                  <a:lnTo>
                    <a:pt x="0" y="6"/>
                  </a:lnTo>
                  <a:lnTo>
                    <a:pt x="12" y="0"/>
                  </a:lnTo>
                  <a:lnTo>
                    <a:pt x="213" y="461"/>
                  </a:lnTo>
                  <a:lnTo>
                    <a:pt x="213" y="766"/>
                  </a:ln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81" name="Freeform 23">
              <a:extLst>
                <a:ext uri="{FF2B5EF4-FFF2-40B4-BE49-F238E27FC236}">
                  <a16:creationId xmlns:a16="http://schemas.microsoft.com/office/drawing/2014/main" id="{1E3337C9-1DDE-4E2E-8519-7D2C23C95FE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47700" y="5480050"/>
              <a:ext cx="157163" cy="157163"/>
            </a:xfrm>
            <a:custGeom>
              <a:avLst/>
              <a:gdLst/>
              <a:ahLst/>
              <a:cxnLst/>
              <a:rect l="0" t="0" r="r" b="b"/>
              <a:pathLst>
                <a:path w="33" h="33">
                  <a:moveTo>
                    <a:pt x="17" y="33"/>
                  </a:moveTo>
                  <a:cubicBezTo>
                    <a:pt x="8" y="33"/>
                    <a:pt x="0" y="26"/>
                    <a:pt x="0" y="17"/>
                  </a:cubicBezTo>
                  <a:cubicBezTo>
                    <a:pt x="0" y="8"/>
                    <a:pt x="8" y="0"/>
                    <a:pt x="17" y="0"/>
                  </a:cubicBezTo>
                  <a:cubicBezTo>
                    <a:pt x="26" y="0"/>
                    <a:pt x="33" y="8"/>
                    <a:pt x="33" y="17"/>
                  </a:cubicBezTo>
                  <a:cubicBezTo>
                    <a:pt x="33" y="26"/>
                    <a:pt x="26" y="33"/>
                    <a:pt x="17" y="33"/>
                  </a:cubicBezTo>
                  <a:close/>
                  <a:moveTo>
                    <a:pt x="17" y="4"/>
                  </a:moveTo>
                  <a:cubicBezTo>
                    <a:pt x="10" y="4"/>
                    <a:pt x="4" y="10"/>
                    <a:pt x="4" y="17"/>
                  </a:cubicBezTo>
                  <a:cubicBezTo>
                    <a:pt x="4" y="24"/>
                    <a:pt x="10" y="29"/>
                    <a:pt x="17" y="29"/>
                  </a:cubicBezTo>
                  <a:cubicBezTo>
                    <a:pt x="23" y="29"/>
                    <a:pt x="29" y="24"/>
                    <a:pt x="29" y="17"/>
                  </a:cubicBezTo>
                  <a:cubicBezTo>
                    <a:pt x="29" y="10"/>
                    <a:pt x="23" y="4"/>
                    <a:pt x="17"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82" name="Freeform 24">
              <a:extLst>
                <a:ext uri="{FF2B5EF4-FFF2-40B4-BE49-F238E27FC236}">
                  <a16:creationId xmlns:a16="http://schemas.microsoft.com/office/drawing/2014/main" id="{754A526E-6EC0-458A-9C4C-008F6749CDD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6675" y="903288"/>
              <a:ext cx="190500" cy="190500"/>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2"/>
                    <a:pt x="4" y="20"/>
                  </a:cubicBezTo>
                  <a:cubicBezTo>
                    <a:pt x="4" y="29"/>
                    <a:pt x="12" y="36"/>
                    <a:pt x="20" y="36"/>
                  </a:cubicBezTo>
                  <a:cubicBezTo>
                    <a:pt x="29" y="36"/>
                    <a:pt x="36" y="29"/>
                    <a:pt x="36" y="20"/>
                  </a:cubicBezTo>
                  <a:cubicBezTo>
                    <a:pt x="36" y="12"/>
                    <a:pt x="29" y="4"/>
                    <a:pt x="20"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83" name="Freeform 25">
              <a:extLst>
                <a:ext uri="{FF2B5EF4-FFF2-40B4-BE49-F238E27FC236}">
                  <a16:creationId xmlns:a16="http://schemas.microsoft.com/office/drawing/2014/main" id="{6A3DA723-7448-48CF-8BD2-FED2D4FED56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0" y="3897313"/>
              <a:ext cx="133350" cy="266700"/>
            </a:xfrm>
            <a:custGeom>
              <a:avLst/>
              <a:gdLst/>
              <a:ahLst/>
              <a:cxnLst/>
              <a:rect l="0" t="0" r="r" b="b"/>
              <a:pathLst>
                <a:path w="84" h="168">
                  <a:moveTo>
                    <a:pt x="69" y="168"/>
                  </a:moveTo>
                  <a:lnTo>
                    <a:pt x="0" y="6"/>
                  </a:lnTo>
                  <a:lnTo>
                    <a:pt x="12" y="0"/>
                  </a:lnTo>
                  <a:lnTo>
                    <a:pt x="84" y="162"/>
                  </a:lnTo>
                  <a:lnTo>
                    <a:pt x="69" y="168"/>
                  </a:ln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84" name="Freeform 26">
              <a:extLst>
                <a:ext uri="{FF2B5EF4-FFF2-40B4-BE49-F238E27FC236}">
                  <a16:creationId xmlns:a16="http://schemas.microsoft.com/office/drawing/2014/main" id="{9B506EC1-D8A8-4532-B78B-A236567EE052}"/>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6675" y="414972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85" name="Freeform 27">
              <a:extLst>
                <a:ext uri="{FF2B5EF4-FFF2-40B4-BE49-F238E27FC236}">
                  <a16:creationId xmlns:a16="http://schemas.microsoft.com/office/drawing/2014/main" id="{AA9DFB36-74F4-4977-ABC5-3257EDA331B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0" y="1644650"/>
              <a:ext cx="133350" cy="269875"/>
            </a:xfrm>
            <a:custGeom>
              <a:avLst/>
              <a:gdLst/>
              <a:ahLst/>
              <a:cxnLst/>
              <a:rect l="0" t="0" r="r" b="b"/>
              <a:pathLst>
                <a:path w="84" h="170">
                  <a:moveTo>
                    <a:pt x="12" y="170"/>
                  </a:moveTo>
                  <a:lnTo>
                    <a:pt x="0" y="164"/>
                  </a:lnTo>
                  <a:lnTo>
                    <a:pt x="69" y="0"/>
                  </a:lnTo>
                  <a:lnTo>
                    <a:pt x="84" y="6"/>
                  </a:lnTo>
                  <a:lnTo>
                    <a:pt x="12" y="170"/>
                  </a:ln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86" name="Freeform 28">
              <a:extLst>
                <a:ext uri="{FF2B5EF4-FFF2-40B4-BE49-F238E27FC236}">
                  <a16:creationId xmlns:a16="http://schemas.microsoft.com/office/drawing/2014/main" id="{966A7FBA-BB79-4AF0-90C2-5F2BC9F2D1D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6675" y="146843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87" name="Freeform 29">
              <a:extLst>
                <a:ext uri="{FF2B5EF4-FFF2-40B4-BE49-F238E27FC236}">
                  <a16:creationId xmlns:a16="http://schemas.microsoft.com/office/drawing/2014/main" id="{23BB8A47-FF1B-44E5-8D93-7ADF37F1D7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95325" y="4763"/>
              <a:ext cx="309563" cy="1558925"/>
            </a:xfrm>
            <a:custGeom>
              <a:avLst/>
              <a:gdLst/>
              <a:ahLst/>
              <a:cxnLst/>
              <a:rect l="0" t="0" r="r" b="b"/>
              <a:pathLst>
                <a:path w="195" h="982">
                  <a:moveTo>
                    <a:pt x="195" y="982"/>
                  </a:moveTo>
                  <a:lnTo>
                    <a:pt x="177" y="982"/>
                  </a:lnTo>
                  <a:lnTo>
                    <a:pt x="177" y="805"/>
                  </a:lnTo>
                  <a:lnTo>
                    <a:pt x="0" y="629"/>
                  </a:lnTo>
                  <a:lnTo>
                    <a:pt x="0" y="0"/>
                  </a:lnTo>
                  <a:lnTo>
                    <a:pt x="18" y="0"/>
                  </a:lnTo>
                  <a:lnTo>
                    <a:pt x="18" y="623"/>
                  </a:lnTo>
                  <a:lnTo>
                    <a:pt x="195" y="796"/>
                  </a:lnTo>
                  <a:lnTo>
                    <a:pt x="195" y="982"/>
                  </a:ln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88" name="Freeform 30">
              <a:extLst>
                <a:ext uri="{FF2B5EF4-FFF2-40B4-BE49-F238E27FC236}">
                  <a16:creationId xmlns:a16="http://schemas.microsoft.com/office/drawing/2014/main" id="{E463E1B7-7BED-4425-95B7-F6F75F87335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7150" y="48815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89" name="Freeform 31">
              <a:extLst>
                <a:ext uri="{FF2B5EF4-FFF2-40B4-BE49-F238E27FC236}">
                  <a16:creationId xmlns:a16="http://schemas.microsoft.com/office/drawing/2014/main" id="{749D0675-4397-4610-9807-2F7C1CC9422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8113" y="5060950"/>
              <a:ext cx="304800" cy="1778000"/>
            </a:xfrm>
            <a:custGeom>
              <a:avLst/>
              <a:gdLst/>
              <a:ahLst/>
              <a:cxnLst/>
              <a:rect l="0" t="0" r="r" b="b"/>
              <a:pathLst>
                <a:path w="192" h="1120">
                  <a:moveTo>
                    <a:pt x="192" y="1120"/>
                  </a:moveTo>
                  <a:lnTo>
                    <a:pt x="177" y="1120"/>
                  </a:lnTo>
                  <a:lnTo>
                    <a:pt x="177" y="360"/>
                  </a:lnTo>
                  <a:lnTo>
                    <a:pt x="0" y="183"/>
                  </a:lnTo>
                  <a:lnTo>
                    <a:pt x="0" y="0"/>
                  </a:lnTo>
                  <a:lnTo>
                    <a:pt x="15" y="0"/>
                  </a:lnTo>
                  <a:lnTo>
                    <a:pt x="15" y="177"/>
                  </a:lnTo>
                  <a:lnTo>
                    <a:pt x="192" y="354"/>
                  </a:lnTo>
                  <a:lnTo>
                    <a:pt x="192" y="1120"/>
                  </a:ln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90" name="Freeform 32">
              <a:extLst>
                <a:ext uri="{FF2B5EF4-FFF2-40B4-BE49-F238E27FC236}">
                  <a16:creationId xmlns:a16="http://schemas.microsoft.com/office/drawing/2014/main" id="{DE7617CF-8919-43C3-9557-08D67C7DAF2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61975" y="64309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91" name="Rectangle 90">
              <a:extLst>
                <a:ext uri="{FF2B5EF4-FFF2-40B4-BE49-F238E27FC236}">
                  <a16:creationId xmlns:a16="http://schemas.microsoft.com/office/drawing/2014/main" id="{3DB68720-7E37-4930-9900-8632140D62BB}"/>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642938" y="6610350"/>
              <a:ext cx="23813" cy="242888"/>
            </a:xfrm>
            <a:prstGeom prst="rect">
              <a:avLst/>
            </a:pr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miter lim="800000"/>
                  <a:headEnd/>
                  <a:tailEnd/>
                </a14:hiddenLine>
              </a:ext>
            </a:extLst>
          </p:spPr>
          <p:txBody>
            <a:bodyPr/>
            <a:lstStyle/>
            <a:p>
              <a:endParaRPr lang="tr-TR"/>
            </a:p>
          </p:txBody>
        </p:sp>
        <p:sp>
          <p:nvSpPr>
            <p:cNvPr id="92" name="Freeform 34">
              <a:extLst>
                <a:ext uri="{FF2B5EF4-FFF2-40B4-BE49-F238E27FC236}">
                  <a16:creationId xmlns:a16="http://schemas.microsoft.com/office/drawing/2014/main" id="{202F13DF-5B76-468E-A95E-80780788BD01}"/>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76200" y="6430963"/>
              <a:ext cx="190500" cy="188913"/>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93" name="Freeform 35">
              <a:extLst>
                <a:ext uri="{FF2B5EF4-FFF2-40B4-BE49-F238E27FC236}">
                  <a16:creationId xmlns:a16="http://schemas.microsoft.com/office/drawing/2014/main" id="{219143C2-6062-4C2C-9563-6534108E359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0" y="5978525"/>
              <a:ext cx="190500" cy="461963"/>
            </a:xfrm>
            <a:custGeom>
              <a:avLst/>
              <a:gdLst/>
              <a:ahLst/>
              <a:cxnLst/>
              <a:rect l="0" t="0" r="r" b="b"/>
              <a:pathLst>
                <a:path w="120" h="291">
                  <a:moveTo>
                    <a:pt x="120" y="291"/>
                  </a:moveTo>
                  <a:lnTo>
                    <a:pt x="105" y="291"/>
                  </a:lnTo>
                  <a:lnTo>
                    <a:pt x="105" y="114"/>
                  </a:lnTo>
                  <a:lnTo>
                    <a:pt x="0" y="9"/>
                  </a:lnTo>
                  <a:lnTo>
                    <a:pt x="12" y="0"/>
                  </a:lnTo>
                  <a:lnTo>
                    <a:pt x="120" y="108"/>
                  </a:lnTo>
                  <a:lnTo>
                    <a:pt x="120" y="291"/>
                  </a:ln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94" name="Freeform 36">
              <a:extLst>
                <a:ext uri="{FF2B5EF4-FFF2-40B4-BE49-F238E27FC236}">
                  <a16:creationId xmlns:a16="http://schemas.microsoft.com/office/drawing/2014/main" id="{38413A0C-26DB-479B-B747-1D813610078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014413" y="1801813"/>
              <a:ext cx="214313" cy="755650"/>
            </a:xfrm>
            <a:custGeom>
              <a:avLst/>
              <a:gdLst/>
              <a:ahLst/>
              <a:cxnLst/>
              <a:rect l="0" t="0" r="r" b="b"/>
              <a:pathLst>
                <a:path w="135" h="476">
                  <a:moveTo>
                    <a:pt x="12" y="476"/>
                  </a:moveTo>
                  <a:lnTo>
                    <a:pt x="0" y="476"/>
                  </a:lnTo>
                  <a:lnTo>
                    <a:pt x="0" y="128"/>
                  </a:lnTo>
                  <a:lnTo>
                    <a:pt x="126" y="0"/>
                  </a:lnTo>
                  <a:lnTo>
                    <a:pt x="135" y="9"/>
                  </a:lnTo>
                  <a:lnTo>
                    <a:pt x="12" y="131"/>
                  </a:lnTo>
                  <a:lnTo>
                    <a:pt x="12" y="476"/>
                  </a:ln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95" name="Freeform 37">
              <a:extLst>
                <a:ext uri="{FF2B5EF4-FFF2-40B4-BE49-F238E27FC236}">
                  <a16:creationId xmlns:a16="http://schemas.microsoft.com/office/drawing/2014/main" id="{CB526B5F-4FAA-4B4C-8AF8-B98EC74A3D20}"/>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938213" y="2547938"/>
              <a:ext cx="166688" cy="160338"/>
            </a:xfrm>
            <a:custGeom>
              <a:avLst/>
              <a:gdLst/>
              <a:ahLst/>
              <a:cxnLst/>
              <a:rect l="0" t="0" r="r" b="b"/>
              <a:pathLst>
                <a:path w="35" h="34">
                  <a:moveTo>
                    <a:pt x="18" y="34"/>
                  </a:moveTo>
                  <a:cubicBezTo>
                    <a:pt x="8" y="34"/>
                    <a:pt x="0" y="26"/>
                    <a:pt x="0" y="17"/>
                  </a:cubicBezTo>
                  <a:cubicBezTo>
                    <a:pt x="0" y="7"/>
                    <a:pt x="8" y="0"/>
                    <a:pt x="18" y="0"/>
                  </a:cubicBezTo>
                  <a:cubicBezTo>
                    <a:pt x="27" y="0"/>
                    <a:pt x="35" y="7"/>
                    <a:pt x="35" y="17"/>
                  </a:cubicBezTo>
                  <a:cubicBezTo>
                    <a:pt x="35" y="26"/>
                    <a:pt x="27" y="34"/>
                    <a:pt x="18" y="34"/>
                  </a:cubicBezTo>
                  <a:close/>
                  <a:moveTo>
                    <a:pt x="18" y="4"/>
                  </a:moveTo>
                  <a:cubicBezTo>
                    <a:pt x="10" y="4"/>
                    <a:pt x="4" y="10"/>
                    <a:pt x="4" y="17"/>
                  </a:cubicBezTo>
                  <a:cubicBezTo>
                    <a:pt x="4" y="24"/>
                    <a:pt x="10" y="30"/>
                    <a:pt x="18" y="30"/>
                  </a:cubicBezTo>
                  <a:cubicBezTo>
                    <a:pt x="25" y="30"/>
                    <a:pt x="31" y="24"/>
                    <a:pt x="31" y="17"/>
                  </a:cubicBezTo>
                  <a:cubicBezTo>
                    <a:pt x="31" y="10"/>
                    <a:pt x="25" y="4"/>
                    <a:pt x="18"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96" name="Freeform 38">
              <a:extLst>
                <a:ext uri="{FF2B5EF4-FFF2-40B4-BE49-F238E27FC236}">
                  <a16:creationId xmlns:a16="http://schemas.microsoft.com/office/drawing/2014/main" id="{54FFF88E-6D69-4AE9-8378-D164191557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95313" y="4763"/>
              <a:ext cx="638175" cy="4025900"/>
            </a:xfrm>
            <a:custGeom>
              <a:avLst/>
              <a:gdLst/>
              <a:ahLst/>
              <a:cxnLst/>
              <a:rect l="0" t="0" r="r" b="b"/>
              <a:pathLst>
                <a:path w="402" h="2536">
                  <a:moveTo>
                    <a:pt x="402" y="2536"/>
                  </a:moveTo>
                  <a:lnTo>
                    <a:pt x="387" y="2536"/>
                  </a:lnTo>
                  <a:lnTo>
                    <a:pt x="387" y="2311"/>
                  </a:lnTo>
                  <a:lnTo>
                    <a:pt x="0" y="1925"/>
                  </a:lnTo>
                  <a:lnTo>
                    <a:pt x="0" y="0"/>
                  </a:lnTo>
                  <a:lnTo>
                    <a:pt x="15" y="0"/>
                  </a:lnTo>
                  <a:lnTo>
                    <a:pt x="15" y="1916"/>
                  </a:lnTo>
                  <a:lnTo>
                    <a:pt x="402" y="2302"/>
                  </a:lnTo>
                  <a:lnTo>
                    <a:pt x="402" y="2536"/>
                  </a:ln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97" name="Freeform 39">
              <a:extLst>
                <a:ext uri="{FF2B5EF4-FFF2-40B4-BE49-F238E27FC236}">
                  <a16:creationId xmlns:a16="http://schemas.microsoft.com/office/drawing/2014/main" id="{8008115A-CE00-4E36-BAF1-B511F21E837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23963"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98" name="Freeform 40">
              <a:extLst>
                <a:ext uri="{FF2B5EF4-FFF2-40B4-BE49-F238E27FC236}">
                  <a16:creationId xmlns:a16="http://schemas.microsoft.com/office/drawing/2014/main" id="{2935DB29-6F85-47D8-863C-11386389DBF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300163" y="1849438"/>
              <a:ext cx="109538" cy="107950"/>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99" name="Freeform 41">
              <a:extLst>
                <a:ext uri="{FF2B5EF4-FFF2-40B4-BE49-F238E27FC236}">
                  <a16:creationId xmlns:a16="http://schemas.microsoft.com/office/drawing/2014/main" id="{4FB8E51B-1AC1-4671-B181-473C29BECD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80988" y="3417888"/>
              <a:ext cx="142875" cy="474663"/>
            </a:xfrm>
            <a:custGeom>
              <a:avLst/>
              <a:gdLst/>
              <a:ahLst/>
              <a:cxnLst/>
              <a:rect l="0" t="0" r="r" b="b"/>
              <a:pathLst>
                <a:path w="90" h="299">
                  <a:moveTo>
                    <a:pt x="12" y="299"/>
                  </a:moveTo>
                  <a:lnTo>
                    <a:pt x="0" y="299"/>
                  </a:lnTo>
                  <a:lnTo>
                    <a:pt x="0" y="80"/>
                  </a:lnTo>
                  <a:lnTo>
                    <a:pt x="81" y="0"/>
                  </a:lnTo>
                  <a:lnTo>
                    <a:pt x="90" y="8"/>
                  </a:lnTo>
                  <a:lnTo>
                    <a:pt x="12" y="83"/>
                  </a:lnTo>
                  <a:lnTo>
                    <a:pt x="12" y="299"/>
                  </a:ln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100" name="Freeform 42">
              <a:extLst>
                <a:ext uri="{FF2B5EF4-FFF2-40B4-BE49-F238E27FC236}">
                  <a16:creationId xmlns:a16="http://schemas.microsoft.com/office/drawing/2014/main" id="{91E6AE4F-959F-4ED7-A199-8C0307E40EA3}"/>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38125" y="3883025"/>
              <a:ext cx="109538" cy="109538"/>
            </a:xfrm>
            <a:custGeom>
              <a:avLst/>
              <a:gdLst/>
              <a:ahLst/>
              <a:cxnLst/>
              <a:rect l="0" t="0" r="r" b="b"/>
              <a:pathLst>
                <a:path w="23" h="23">
                  <a:moveTo>
                    <a:pt x="11" y="23"/>
                  </a:moveTo>
                  <a:cubicBezTo>
                    <a:pt x="5" y="23"/>
                    <a:pt x="0" y="18"/>
                    <a:pt x="0" y="12"/>
                  </a:cubicBezTo>
                  <a:cubicBezTo>
                    <a:pt x="0" y="5"/>
                    <a:pt x="5" y="0"/>
                    <a:pt x="11" y="0"/>
                  </a:cubicBezTo>
                  <a:cubicBezTo>
                    <a:pt x="17" y="0"/>
                    <a:pt x="23" y="5"/>
                    <a:pt x="23" y="12"/>
                  </a:cubicBezTo>
                  <a:cubicBezTo>
                    <a:pt x="23" y="18"/>
                    <a:pt x="17" y="23"/>
                    <a:pt x="11" y="23"/>
                  </a:cubicBezTo>
                  <a:close/>
                  <a:moveTo>
                    <a:pt x="11" y="4"/>
                  </a:moveTo>
                  <a:cubicBezTo>
                    <a:pt x="7" y="4"/>
                    <a:pt x="4" y="8"/>
                    <a:pt x="4" y="12"/>
                  </a:cubicBezTo>
                  <a:cubicBezTo>
                    <a:pt x="4" y="16"/>
                    <a:pt x="7" y="19"/>
                    <a:pt x="11" y="19"/>
                  </a:cubicBezTo>
                  <a:cubicBezTo>
                    <a:pt x="15" y="19"/>
                    <a:pt x="19" y="16"/>
                    <a:pt x="19" y="12"/>
                  </a:cubicBezTo>
                  <a:cubicBezTo>
                    <a:pt x="19" y="8"/>
                    <a:pt x="15" y="4"/>
                    <a:pt x="11"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101" name="Freeform 43">
              <a:extLst>
                <a:ext uri="{FF2B5EF4-FFF2-40B4-BE49-F238E27FC236}">
                  <a16:creationId xmlns:a16="http://schemas.microsoft.com/office/drawing/2014/main" id="{A0445E55-0009-44A5-AA6A-350D9D48A2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4763" y="2166938"/>
              <a:ext cx="114300" cy="452438"/>
            </a:xfrm>
            <a:custGeom>
              <a:avLst/>
              <a:gdLst/>
              <a:ahLst/>
              <a:cxnLst/>
              <a:rect l="0" t="0" r="r" b="b"/>
              <a:pathLst>
                <a:path w="72" h="285">
                  <a:moveTo>
                    <a:pt x="6" y="285"/>
                  </a:moveTo>
                  <a:lnTo>
                    <a:pt x="0" y="276"/>
                  </a:lnTo>
                  <a:lnTo>
                    <a:pt x="60" y="216"/>
                  </a:lnTo>
                  <a:lnTo>
                    <a:pt x="60" y="0"/>
                  </a:lnTo>
                  <a:lnTo>
                    <a:pt x="72" y="0"/>
                  </a:lnTo>
                  <a:lnTo>
                    <a:pt x="72" y="222"/>
                  </a:lnTo>
                  <a:lnTo>
                    <a:pt x="6" y="285"/>
                  </a:ln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102" name="Freeform 44">
              <a:extLst>
                <a:ext uri="{FF2B5EF4-FFF2-40B4-BE49-F238E27FC236}">
                  <a16:creationId xmlns:a16="http://schemas.microsoft.com/office/drawing/2014/main" id="{B5291C75-4ECA-4829-B824-5725C329057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388" y="2066925"/>
              <a:ext cx="109538" cy="109538"/>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103" name="Rectangle 102">
              <a:extLst>
                <a:ext uri="{FF2B5EF4-FFF2-40B4-BE49-F238E27FC236}">
                  <a16:creationId xmlns:a16="http://schemas.microsoft.com/office/drawing/2014/main" id="{6793376D-3E7C-4F04-8BC8-EC4820622BEC}"/>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228725" y="4662488"/>
              <a:ext cx="23813" cy="2181225"/>
            </a:xfrm>
            <a:prstGeom prst="rect">
              <a:avLst/>
            </a:pr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miter lim="800000"/>
                  <a:headEnd/>
                  <a:tailEnd/>
                </a14:hiddenLine>
              </a:ext>
            </a:extLst>
          </p:spPr>
          <p:txBody>
            <a:bodyPr/>
            <a:lstStyle/>
            <a:p>
              <a:endParaRPr lang="tr-TR"/>
            </a:p>
          </p:txBody>
        </p:sp>
        <p:sp>
          <p:nvSpPr>
            <p:cNvPr id="104" name="Freeform 46">
              <a:extLst>
                <a:ext uri="{FF2B5EF4-FFF2-40B4-BE49-F238E27FC236}">
                  <a16:creationId xmlns:a16="http://schemas.microsoft.com/office/drawing/2014/main" id="{3596510A-5528-445D-AFEA-6E3F89BA84B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19213" y="5041900"/>
              <a:ext cx="371475" cy="1801813"/>
            </a:xfrm>
            <a:custGeom>
              <a:avLst/>
              <a:gdLst/>
              <a:ahLst/>
              <a:cxnLst/>
              <a:rect l="0" t="0" r="r" b="b"/>
              <a:pathLst>
                <a:path w="234" h="1135">
                  <a:moveTo>
                    <a:pt x="15" y="1135"/>
                  </a:moveTo>
                  <a:lnTo>
                    <a:pt x="0" y="1135"/>
                  </a:lnTo>
                  <a:lnTo>
                    <a:pt x="0" y="515"/>
                  </a:lnTo>
                  <a:lnTo>
                    <a:pt x="0" y="512"/>
                  </a:lnTo>
                  <a:lnTo>
                    <a:pt x="219" y="0"/>
                  </a:lnTo>
                  <a:lnTo>
                    <a:pt x="234" y="6"/>
                  </a:lnTo>
                  <a:lnTo>
                    <a:pt x="15" y="518"/>
                  </a:lnTo>
                  <a:lnTo>
                    <a:pt x="15" y="1135"/>
                  </a:ln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105" name="Freeform 47">
              <a:extLst>
                <a:ext uri="{FF2B5EF4-FFF2-40B4-BE49-F238E27FC236}">
                  <a16:creationId xmlns:a16="http://schemas.microsoft.com/office/drawing/2014/main" id="{E1B69479-D8C9-4E2E-A931-4D49C4FD76D1}"/>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47763"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106" name="Freeform 48">
              <a:extLst>
                <a:ext uri="{FF2B5EF4-FFF2-40B4-BE49-F238E27FC236}">
                  <a16:creationId xmlns:a16="http://schemas.microsoft.com/office/drawing/2014/main" id="{0A759A2E-A8B1-44C8-B3F9-A16714C8954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819150" y="3983038"/>
              <a:ext cx="347663" cy="2860675"/>
            </a:xfrm>
            <a:custGeom>
              <a:avLst/>
              <a:gdLst/>
              <a:ahLst/>
              <a:cxnLst/>
              <a:rect l="0" t="0" r="r" b="b"/>
              <a:pathLst>
                <a:path w="219" h="1802">
                  <a:moveTo>
                    <a:pt x="219" y="1802"/>
                  </a:moveTo>
                  <a:lnTo>
                    <a:pt x="201" y="1802"/>
                  </a:lnTo>
                  <a:lnTo>
                    <a:pt x="201" y="1185"/>
                  </a:lnTo>
                  <a:lnTo>
                    <a:pt x="0" y="3"/>
                  </a:lnTo>
                  <a:lnTo>
                    <a:pt x="15" y="0"/>
                  </a:lnTo>
                  <a:lnTo>
                    <a:pt x="219" y="1185"/>
                  </a:lnTo>
                  <a:lnTo>
                    <a:pt x="219" y="1802"/>
                  </a:ln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107" name="Freeform 49">
              <a:extLst>
                <a:ext uri="{FF2B5EF4-FFF2-40B4-BE49-F238E27FC236}">
                  <a16:creationId xmlns:a16="http://schemas.microsoft.com/office/drawing/2014/main" id="{6C2B3B3C-1DC9-4352-BB73-801976C8F513}"/>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728663" y="3806825"/>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108" name="Freeform 50">
              <a:extLst>
                <a:ext uri="{FF2B5EF4-FFF2-40B4-BE49-F238E27FC236}">
                  <a16:creationId xmlns:a16="http://schemas.microsoft.com/office/drawing/2014/main" id="{EE22E3A8-5789-4189-9AC7-98D6826B03D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24013"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109" name="Freeform 51">
              <a:extLst>
                <a:ext uri="{FF2B5EF4-FFF2-40B4-BE49-F238E27FC236}">
                  <a16:creationId xmlns:a16="http://schemas.microsoft.com/office/drawing/2014/main" id="{9AC0FC74-D003-4D0D-9CAF-F6A03739E2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404938" y="5422900"/>
              <a:ext cx="371475" cy="1425575"/>
            </a:xfrm>
            <a:custGeom>
              <a:avLst/>
              <a:gdLst/>
              <a:ahLst/>
              <a:cxnLst/>
              <a:rect l="0" t="0" r="r" b="b"/>
              <a:pathLst>
                <a:path w="234" h="898">
                  <a:moveTo>
                    <a:pt x="18" y="898"/>
                  </a:moveTo>
                  <a:lnTo>
                    <a:pt x="0" y="898"/>
                  </a:lnTo>
                  <a:lnTo>
                    <a:pt x="0" y="515"/>
                  </a:lnTo>
                  <a:lnTo>
                    <a:pt x="0" y="512"/>
                  </a:lnTo>
                  <a:lnTo>
                    <a:pt x="222" y="0"/>
                  </a:lnTo>
                  <a:lnTo>
                    <a:pt x="234" y="6"/>
                  </a:lnTo>
                  <a:lnTo>
                    <a:pt x="18" y="518"/>
                  </a:lnTo>
                  <a:lnTo>
                    <a:pt x="18" y="898"/>
                  </a:ln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110" name="Freeform 52">
              <a:extLst>
                <a:ext uri="{FF2B5EF4-FFF2-40B4-BE49-F238E27FC236}">
                  <a16:creationId xmlns:a16="http://schemas.microsoft.com/office/drawing/2014/main" id="{126C2057-02E1-4348-ABEB-EAC063A17E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666875"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111" name="Freeform 53">
              <a:extLst>
                <a:ext uri="{FF2B5EF4-FFF2-40B4-BE49-F238E27FC236}">
                  <a16:creationId xmlns:a16="http://schemas.microsoft.com/office/drawing/2014/main" id="{5150586D-D743-4392-844F-F2AFCCE6493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709738"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112" name="Freeform 54">
              <a:extLst>
                <a:ext uri="{FF2B5EF4-FFF2-40B4-BE49-F238E27FC236}">
                  <a16:creationId xmlns:a16="http://schemas.microsoft.com/office/drawing/2014/main" id="{9E5B157A-534E-4879-8013-D02864E76F5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709738"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113" name="Freeform 55">
              <a:extLst>
                <a:ext uri="{FF2B5EF4-FFF2-40B4-BE49-F238E27FC236}">
                  <a16:creationId xmlns:a16="http://schemas.microsoft.com/office/drawing/2014/main" id="{CEE2DD73-7E8C-4F26-8E93-8C32D11B266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766888" y="6330950"/>
              <a:ext cx="419100" cy="527050"/>
            </a:xfrm>
            <a:custGeom>
              <a:avLst/>
              <a:gdLst/>
              <a:ahLst/>
              <a:cxnLst/>
              <a:rect l="0" t="0" r="r" b="b"/>
              <a:pathLst>
                <a:path w="264" h="332">
                  <a:moveTo>
                    <a:pt x="12" y="332"/>
                  </a:moveTo>
                  <a:lnTo>
                    <a:pt x="0" y="326"/>
                  </a:lnTo>
                  <a:lnTo>
                    <a:pt x="45" y="206"/>
                  </a:lnTo>
                  <a:lnTo>
                    <a:pt x="255" y="0"/>
                  </a:lnTo>
                  <a:lnTo>
                    <a:pt x="264" y="12"/>
                  </a:lnTo>
                  <a:lnTo>
                    <a:pt x="60" y="215"/>
                  </a:lnTo>
                  <a:lnTo>
                    <a:pt x="12" y="332"/>
                  </a:ln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114" name="Freeform 56">
              <a:extLst>
                <a:ext uri="{FF2B5EF4-FFF2-40B4-BE49-F238E27FC236}">
                  <a16:creationId xmlns:a16="http://schemas.microsoft.com/office/drawing/2014/main" id="{908CAC5F-DD8E-4A58-BD4C-6D8D29FA4920}"/>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147888"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115" name="Freeform 57">
              <a:extLst>
                <a:ext uri="{FF2B5EF4-FFF2-40B4-BE49-F238E27FC236}">
                  <a16:creationId xmlns:a16="http://schemas.microsoft.com/office/drawing/2014/main" id="{20F130CF-281E-408C-9884-5F8B22CA1D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04825" y="9525"/>
              <a:ext cx="233363" cy="5103813"/>
            </a:xfrm>
            <a:custGeom>
              <a:avLst/>
              <a:gdLst/>
              <a:ahLst/>
              <a:cxnLst/>
              <a:rect l="0" t="0" r="r" b="b"/>
              <a:pathLst>
                <a:path w="147" h="3215">
                  <a:moveTo>
                    <a:pt x="132" y="3215"/>
                  </a:moveTo>
                  <a:lnTo>
                    <a:pt x="129" y="2754"/>
                  </a:lnTo>
                  <a:lnTo>
                    <a:pt x="0" y="1901"/>
                  </a:lnTo>
                  <a:lnTo>
                    <a:pt x="0" y="0"/>
                  </a:lnTo>
                  <a:lnTo>
                    <a:pt x="15" y="0"/>
                  </a:lnTo>
                  <a:lnTo>
                    <a:pt x="15" y="1898"/>
                  </a:lnTo>
                  <a:lnTo>
                    <a:pt x="144" y="2754"/>
                  </a:lnTo>
                  <a:lnTo>
                    <a:pt x="147" y="3215"/>
                  </a:lnTo>
                  <a:lnTo>
                    <a:pt x="132" y="3215"/>
                  </a:ln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116" name="Freeform 58">
              <a:extLst>
                <a:ext uri="{FF2B5EF4-FFF2-40B4-BE49-F238E27FC236}">
                  <a16:creationId xmlns:a16="http://schemas.microsoft.com/office/drawing/2014/main" id="{3BC78068-9115-4D5D-9B2B-6F9BD9C2969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33413" y="5103813"/>
              <a:ext cx="185738" cy="185738"/>
            </a:xfrm>
            <a:custGeom>
              <a:avLst/>
              <a:gdLst/>
              <a:ahLst/>
              <a:cxnLst/>
              <a:rect l="0" t="0" r="r" b="b"/>
              <a:pathLst>
                <a:path w="39" h="39">
                  <a:moveTo>
                    <a:pt x="20" y="39"/>
                  </a:moveTo>
                  <a:cubicBezTo>
                    <a:pt x="9" y="39"/>
                    <a:pt x="0" y="30"/>
                    <a:pt x="0" y="19"/>
                  </a:cubicBezTo>
                  <a:cubicBezTo>
                    <a:pt x="0" y="9"/>
                    <a:pt x="9" y="0"/>
                    <a:pt x="20" y="0"/>
                  </a:cubicBezTo>
                  <a:cubicBezTo>
                    <a:pt x="30" y="0"/>
                    <a:pt x="39" y="9"/>
                    <a:pt x="39" y="19"/>
                  </a:cubicBezTo>
                  <a:cubicBezTo>
                    <a:pt x="39" y="30"/>
                    <a:pt x="30" y="39"/>
                    <a:pt x="20" y="39"/>
                  </a:cubicBezTo>
                  <a:close/>
                  <a:moveTo>
                    <a:pt x="20" y="4"/>
                  </a:moveTo>
                  <a:cubicBezTo>
                    <a:pt x="11" y="4"/>
                    <a:pt x="4" y="11"/>
                    <a:pt x="4" y="19"/>
                  </a:cubicBezTo>
                  <a:cubicBezTo>
                    <a:pt x="4" y="28"/>
                    <a:pt x="11" y="35"/>
                    <a:pt x="20" y="35"/>
                  </a:cubicBezTo>
                  <a:cubicBezTo>
                    <a:pt x="28" y="35"/>
                    <a:pt x="35" y="28"/>
                    <a:pt x="35" y="19"/>
                  </a:cubicBezTo>
                  <a:cubicBezTo>
                    <a:pt x="35" y="11"/>
                    <a:pt x="28" y="4"/>
                    <a:pt x="20"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grpSp>
      <p:sp>
        <p:nvSpPr>
          <p:cNvPr id="3" name="İçerik Yer Tutucusu 2">
            <a:extLst>
              <a:ext uri="{FF2B5EF4-FFF2-40B4-BE49-F238E27FC236}">
                <a16:creationId xmlns:a16="http://schemas.microsoft.com/office/drawing/2014/main" id="{3B8A1C30-E351-40F3-75D3-3F857A92AC40}"/>
              </a:ext>
            </a:extLst>
          </p:cNvPr>
          <p:cNvSpPr>
            <a:spLocks noGrp="1"/>
          </p:cNvSpPr>
          <p:nvPr>
            <p:ph idx="1"/>
          </p:nvPr>
        </p:nvSpPr>
        <p:spPr>
          <a:xfrm>
            <a:off x="6448425" y="2249487"/>
            <a:ext cx="4598986" cy="3541714"/>
          </a:xfrm>
        </p:spPr>
        <p:txBody>
          <a:bodyPr>
            <a:normAutofit/>
          </a:bodyPr>
          <a:lstStyle/>
          <a:p>
            <a:pPr>
              <a:lnSpc>
                <a:spcPct val="110000"/>
              </a:lnSpc>
            </a:pPr>
            <a:r>
              <a:rPr lang="tr-TR" sz="2000"/>
              <a:t>Vücut öz sıvısındaki en önemli iyonlar Sodyum (Na+ ), Potasyum (K+ ) ve Klor (Cl- ) iyonlarıdır. </a:t>
            </a:r>
          </a:p>
          <a:p>
            <a:pPr>
              <a:lnSpc>
                <a:spcPct val="110000"/>
              </a:lnSpc>
            </a:pPr>
            <a:r>
              <a:rPr lang="tr-TR" sz="2000"/>
              <a:t>Uyarılabilen hücrelerin membranları Potasyum ve Klor iyonlarının hücre içine geçmesine izin </a:t>
            </a:r>
            <a:r>
              <a:rPr lang="tr-TR" sz="2000" b="1"/>
              <a:t>vermesine</a:t>
            </a:r>
            <a:r>
              <a:rPr lang="tr-TR" sz="2000"/>
              <a:t> rağmen Sodyum iyonlarının geçişine </a:t>
            </a:r>
            <a:r>
              <a:rPr lang="tr-TR" sz="2000" b="1"/>
              <a:t>engel</a:t>
            </a:r>
            <a:r>
              <a:rPr lang="tr-TR" sz="2000"/>
              <a:t> olur. </a:t>
            </a:r>
          </a:p>
          <a:p>
            <a:pPr>
              <a:lnSpc>
                <a:spcPct val="110000"/>
              </a:lnSpc>
            </a:pPr>
            <a:r>
              <a:rPr lang="tr-TR" sz="2000"/>
              <a:t>Sodyumun hücre içine kolay geçememesi sonucu:</a:t>
            </a:r>
          </a:p>
        </p:txBody>
      </p:sp>
      <p:sp>
        <p:nvSpPr>
          <p:cNvPr id="5" name="Alt Bilgi Yer Tutucusu 4">
            <a:extLst>
              <a:ext uri="{FF2B5EF4-FFF2-40B4-BE49-F238E27FC236}">
                <a16:creationId xmlns:a16="http://schemas.microsoft.com/office/drawing/2014/main" id="{FF70E893-67A6-9BED-D43D-E89D531636F9}"/>
              </a:ext>
            </a:extLst>
          </p:cNvPr>
          <p:cNvSpPr>
            <a:spLocks noGrp="1"/>
          </p:cNvSpPr>
          <p:nvPr>
            <p:ph type="ftr" sz="quarter" idx="11"/>
          </p:nvPr>
        </p:nvSpPr>
        <p:spPr/>
        <p:txBody>
          <a:bodyPr/>
          <a:lstStyle/>
          <a:p>
            <a:r>
              <a:rPr lang="en-US"/>
              <a:t>MEHMET FATİH KARAKAŞ</a:t>
            </a:r>
            <a:endParaRPr lang="en-US" dirty="0"/>
          </a:p>
        </p:txBody>
      </p:sp>
    </p:spTree>
    <p:extLst>
      <p:ext uri="{BB962C8B-B14F-4D97-AF65-F5344CB8AC3E}">
        <p14:creationId xmlns:p14="http://schemas.microsoft.com/office/powerpoint/2010/main" val="329544585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bg>
      <p:bgPr>
        <a:blipFill>
          <a:blip r:embed="rId2">
            <a:duotone>
              <a:schemeClr val="bg2">
                <a:shade val="88000"/>
                <a:hueMod val="106000"/>
                <a:satMod val="140000"/>
                <a:lumMod val="54000"/>
              </a:schemeClr>
              <a:schemeClr val="bg2">
                <a:tint val="98000"/>
                <a:hueMod val="90000"/>
                <a:satMod val="150000"/>
                <a:lumMod val="160000"/>
              </a:schemeClr>
            </a:duotone>
          </a:blip>
          <a:stretch/>
        </a:blipFill>
        <a:effectLst/>
      </p:bgPr>
    </p:bg>
    <p:spTree>
      <p:nvGrpSpPr>
        <p:cNvPr id="1" name=""/>
        <p:cNvGrpSpPr/>
        <p:nvPr/>
      </p:nvGrpSpPr>
      <p:grpSpPr>
        <a:xfrm>
          <a:off x="0" y="0"/>
          <a:ext cx="0" cy="0"/>
          <a:chOff x="0" y="0"/>
          <a:chExt cx="0" cy="0"/>
        </a:xfrm>
      </p:grpSpPr>
      <p:grpSp>
        <p:nvGrpSpPr>
          <p:cNvPr id="118" name="Group 57">
            <a:extLst>
              <a:ext uri="{FF2B5EF4-FFF2-40B4-BE49-F238E27FC236}">
                <a16:creationId xmlns:a16="http://schemas.microsoft.com/office/drawing/2014/main" id="{74872A0B-8668-4500-9509-EAA581B26C2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
            <a:ext cx="12192003" cy="6858001"/>
            <a:chOff x="0" y="-1"/>
            <a:chExt cx="12192003" cy="6858001"/>
          </a:xfrm>
        </p:grpSpPr>
        <p:sp useBgFill="1">
          <p:nvSpPr>
            <p:cNvPr id="119" name="Rectangle 58">
              <a:extLst>
                <a:ext uri="{FF2B5EF4-FFF2-40B4-BE49-F238E27FC236}">
                  <a16:creationId xmlns:a16="http://schemas.microsoft.com/office/drawing/2014/main" id="{8B504305-5526-408E-85F7-F0BA7E527C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 y="-1"/>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0" name="Picture 2">
              <a:extLst>
                <a:ext uri="{FF2B5EF4-FFF2-40B4-BE49-F238E27FC236}">
                  <a16:creationId xmlns:a16="http://schemas.microsoft.com/office/drawing/2014/main" id="{5827CE64-2533-45A6-9A39-7D5052E5CEE0}"/>
                </a:ext>
                <a:ext uri="{C183D7F6-B498-43B3-948B-1728B52AA6E4}">
                  <adec:decorative xmlns:adec="http://schemas.microsoft.com/office/drawing/2017/decorative" val="1"/>
                </a:ext>
              </a:extLst>
            </p:cNvPr>
            <p:cNvPicPr>
              <a:picLocks noChangeAspect="1" noChangeArrowheads="1"/>
            </p:cNvPicPr>
            <p:nvPr>
              <p:extLst>
                <p:ext uri="{386F3935-93C4-4BCD-93E2-E3B085C9AB24}">
                  <p16:designElem xmlns:p16="http://schemas.microsoft.com/office/powerpoint/2015/main" val="1"/>
                </p:ext>
              </p:extLst>
            </p:nvPr>
          </p:nvPicPr>
          <p:blipFill>
            <a:blip r:embed="rId3">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 xmlns:a16="http://schemas.microsoft.com/office/drawing/2014/main" xmlns:a14="http://schemas.microsoft.com/office/drawing/2010/main" xmlns:p14="http://schemas.microsoft.com/office/powerpoint/2010/main">
                  <a:solidFill>
                    <a:srgbClr val="FFFFFF"/>
                  </a:solidFill>
                </a14:hiddenFill>
              </a:ext>
            </a:extLst>
          </p:spPr>
        </p:pic>
      </p:grpSp>
      <p:sp>
        <p:nvSpPr>
          <p:cNvPr id="2" name="Başlık 1">
            <a:extLst>
              <a:ext uri="{FF2B5EF4-FFF2-40B4-BE49-F238E27FC236}">
                <a16:creationId xmlns:a16="http://schemas.microsoft.com/office/drawing/2014/main" id="{1DB13FCE-9169-B9BB-D2EF-D78E0EE3FB63}"/>
              </a:ext>
            </a:extLst>
          </p:cNvPr>
          <p:cNvSpPr>
            <a:spLocks noGrp="1"/>
          </p:cNvSpPr>
          <p:nvPr>
            <p:ph type="title"/>
          </p:nvPr>
        </p:nvSpPr>
        <p:spPr>
          <a:xfrm>
            <a:off x="6448425" y="618518"/>
            <a:ext cx="4598985" cy="1478570"/>
          </a:xfrm>
        </p:spPr>
        <p:txBody>
          <a:bodyPr>
            <a:normAutofit/>
          </a:bodyPr>
          <a:lstStyle/>
          <a:p>
            <a:r>
              <a:rPr lang="tr-TR"/>
              <a:t>Polarizasyon</a:t>
            </a:r>
          </a:p>
        </p:txBody>
      </p:sp>
      <p:pic>
        <p:nvPicPr>
          <p:cNvPr id="120" name="Picture 53" descr="3B işlemede neuron sistemi">
            <a:extLst>
              <a:ext uri="{FF2B5EF4-FFF2-40B4-BE49-F238E27FC236}">
                <a16:creationId xmlns:a16="http://schemas.microsoft.com/office/drawing/2014/main" id="{79F2C6C7-8A04-C215-ADF9-0E022C004EEB}"/>
              </a:ext>
            </a:extLst>
          </p:cNvPr>
          <p:cNvPicPr>
            <a:picLocks noChangeAspect="1"/>
          </p:cNvPicPr>
          <p:nvPr/>
        </p:nvPicPr>
        <p:blipFill>
          <a:blip r:embed="rId4"/>
          <a:srcRect l="27886" r="11836" b="-1"/>
          <a:stretch>
            <a:fillRect/>
          </a:stretch>
        </p:blipFill>
        <p:spPr>
          <a:xfrm>
            <a:off x="-5597" y="10"/>
            <a:ext cx="6101597" cy="6857990"/>
          </a:xfrm>
          <a:prstGeom prst="rect">
            <a:avLst/>
          </a:prstGeom>
        </p:spPr>
      </p:pic>
      <p:grpSp>
        <p:nvGrpSpPr>
          <p:cNvPr id="121" name="Group 61">
            <a:extLst>
              <a:ext uri="{FF2B5EF4-FFF2-40B4-BE49-F238E27FC236}">
                <a16:creationId xmlns:a16="http://schemas.microsoft.com/office/drawing/2014/main" id="{240590EE-5428-41AA-95B2-96FCC1CE67A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2305051" cy="6858001"/>
            <a:chOff x="0" y="0"/>
            <a:chExt cx="2305051" cy="6858001"/>
          </a:xfrm>
          <a:solidFill>
            <a:schemeClr val="tx1">
              <a:alpha val="70000"/>
            </a:schemeClr>
          </a:solidFill>
          <a:effectLst/>
        </p:grpSpPr>
        <p:sp>
          <p:nvSpPr>
            <p:cNvPr id="122" name="Rectangle 62">
              <a:extLst>
                <a:ext uri="{FF2B5EF4-FFF2-40B4-BE49-F238E27FC236}">
                  <a16:creationId xmlns:a16="http://schemas.microsoft.com/office/drawing/2014/main" id="{494DCC55-99C6-45CF-B357-E3848C809346}"/>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209675" y="4763"/>
              <a:ext cx="23813" cy="2181225"/>
            </a:xfrm>
            <a:prstGeom prst="rect">
              <a:avLst/>
            </a:pr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miter lim="800000"/>
                  <a:headEnd/>
                  <a:tailEnd/>
                </a14:hiddenLine>
              </a:ext>
            </a:extLst>
          </p:spPr>
          <p:txBody>
            <a:bodyPr/>
            <a:lstStyle/>
            <a:p>
              <a:endParaRPr lang="tr-TR"/>
            </a:p>
          </p:txBody>
        </p:sp>
        <p:sp>
          <p:nvSpPr>
            <p:cNvPr id="123" name="Freeform 6">
              <a:extLst>
                <a:ext uri="{FF2B5EF4-FFF2-40B4-BE49-F238E27FC236}">
                  <a16:creationId xmlns:a16="http://schemas.microsoft.com/office/drawing/2014/main" id="{63D64E32-FF0C-4665-B9D8-D1ECAAE5BA4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28713"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124" name="Freeform 7">
              <a:extLst>
                <a:ext uri="{FF2B5EF4-FFF2-40B4-BE49-F238E27FC236}">
                  <a16:creationId xmlns:a16="http://schemas.microsoft.com/office/drawing/2014/main" id="{3675001D-3840-4589-8190-505A7F52F0A2}"/>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23950"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125" name="Rectangle 65">
              <a:extLst>
                <a:ext uri="{FF2B5EF4-FFF2-40B4-BE49-F238E27FC236}">
                  <a16:creationId xmlns:a16="http://schemas.microsoft.com/office/drawing/2014/main" id="{19E34E87-395F-4023-A80E-D1CBAAEBD9B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414338" y="9525"/>
              <a:ext cx="28575" cy="4481513"/>
            </a:xfrm>
            <a:prstGeom prst="rect">
              <a:avLst/>
            </a:pr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miter lim="800000"/>
                  <a:headEnd/>
                  <a:tailEnd/>
                </a14:hiddenLine>
              </a:ext>
            </a:extLst>
          </p:spPr>
          <p:txBody>
            <a:bodyPr/>
            <a:lstStyle/>
            <a:p>
              <a:endParaRPr lang="tr-TR"/>
            </a:p>
          </p:txBody>
        </p:sp>
        <p:sp>
          <p:nvSpPr>
            <p:cNvPr id="126" name="Freeform 9">
              <a:extLst>
                <a:ext uri="{FF2B5EF4-FFF2-40B4-BE49-F238E27FC236}">
                  <a16:creationId xmlns:a16="http://schemas.microsoft.com/office/drawing/2014/main" id="{6FB1B38F-1B92-41C3-AA1D-6D6440FB0D7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333375"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127" name="Freeform 10">
              <a:extLst>
                <a:ext uri="{FF2B5EF4-FFF2-40B4-BE49-F238E27FC236}">
                  <a16:creationId xmlns:a16="http://schemas.microsoft.com/office/drawing/2014/main" id="{02FBE453-FBD2-4348-8DDA-4A023444EC7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90500" y="9525"/>
              <a:ext cx="152400" cy="908050"/>
            </a:xfrm>
            <a:custGeom>
              <a:avLst/>
              <a:gdLst/>
              <a:ahLst/>
              <a:cxnLst/>
              <a:rect l="0" t="0" r="r" b="b"/>
              <a:pathLst>
                <a:path w="96" h="572">
                  <a:moveTo>
                    <a:pt x="15" y="572"/>
                  </a:moveTo>
                  <a:lnTo>
                    <a:pt x="0" y="566"/>
                  </a:lnTo>
                  <a:lnTo>
                    <a:pt x="81" y="380"/>
                  </a:lnTo>
                  <a:lnTo>
                    <a:pt x="81" y="0"/>
                  </a:lnTo>
                  <a:lnTo>
                    <a:pt x="96" y="0"/>
                  </a:lnTo>
                  <a:lnTo>
                    <a:pt x="96" y="383"/>
                  </a:lnTo>
                  <a:lnTo>
                    <a:pt x="15" y="572"/>
                  </a:ln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128" name="Freeform 11">
              <a:extLst>
                <a:ext uri="{FF2B5EF4-FFF2-40B4-BE49-F238E27FC236}">
                  <a16:creationId xmlns:a16="http://schemas.microsoft.com/office/drawing/2014/main" id="{60D719E8-BF78-4F42-B9D1-7F5E02A3699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90638" y="14288"/>
              <a:ext cx="376238" cy="1801813"/>
            </a:xfrm>
            <a:custGeom>
              <a:avLst/>
              <a:gdLst/>
              <a:ahLst/>
              <a:cxnLst/>
              <a:rect l="0" t="0" r="r" b="b"/>
              <a:pathLst>
                <a:path w="237" h="1135">
                  <a:moveTo>
                    <a:pt x="222" y="1135"/>
                  </a:moveTo>
                  <a:lnTo>
                    <a:pt x="0" y="620"/>
                  </a:lnTo>
                  <a:lnTo>
                    <a:pt x="0" y="0"/>
                  </a:lnTo>
                  <a:lnTo>
                    <a:pt x="18" y="0"/>
                  </a:lnTo>
                  <a:lnTo>
                    <a:pt x="18" y="617"/>
                  </a:lnTo>
                  <a:lnTo>
                    <a:pt x="237" y="1129"/>
                  </a:lnTo>
                  <a:lnTo>
                    <a:pt x="222" y="1135"/>
                  </a:ln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129" name="Freeform 12">
              <a:extLst>
                <a:ext uri="{FF2B5EF4-FFF2-40B4-BE49-F238E27FC236}">
                  <a16:creationId xmlns:a16="http://schemas.microsoft.com/office/drawing/2014/main" id="{5EC70737-9C19-4CF5-84DA-B22A960D53D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00200" y="180181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130" name="Freeform 13">
              <a:extLst>
                <a:ext uri="{FF2B5EF4-FFF2-40B4-BE49-F238E27FC236}">
                  <a16:creationId xmlns:a16="http://schemas.microsoft.com/office/drawing/2014/main" id="{88FD042E-E56E-4360-9620-F811AB9A334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81125" y="9525"/>
              <a:ext cx="371475" cy="1425575"/>
            </a:xfrm>
            <a:custGeom>
              <a:avLst/>
              <a:gdLst/>
              <a:ahLst/>
              <a:cxnLst/>
              <a:rect l="0" t="0" r="r" b="b"/>
              <a:pathLst>
                <a:path w="234" h="898">
                  <a:moveTo>
                    <a:pt x="219" y="898"/>
                  </a:moveTo>
                  <a:lnTo>
                    <a:pt x="0" y="383"/>
                  </a:lnTo>
                  <a:lnTo>
                    <a:pt x="0" y="0"/>
                  </a:lnTo>
                  <a:lnTo>
                    <a:pt x="15" y="0"/>
                  </a:lnTo>
                  <a:lnTo>
                    <a:pt x="15" y="380"/>
                  </a:lnTo>
                  <a:lnTo>
                    <a:pt x="234" y="892"/>
                  </a:lnTo>
                  <a:lnTo>
                    <a:pt x="219" y="898"/>
                  </a:ln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131" name="Freeform 14">
              <a:extLst>
                <a:ext uri="{FF2B5EF4-FFF2-40B4-BE49-F238E27FC236}">
                  <a16:creationId xmlns:a16="http://schemas.microsoft.com/office/drawing/2014/main" id="{18F15D2B-0812-46F6-B0F4-6A6714B543D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643063"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132" name="Freeform 15">
              <a:extLst>
                <a:ext uri="{FF2B5EF4-FFF2-40B4-BE49-F238E27FC236}">
                  <a16:creationId xmlns:a16="http://schemas.microsoft.com/office/drawing/2014/main" id="{0C2F2A50-98DD-4F92-BDFE-B72E2357667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85925" y="14208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133" name="Freeform 16">
              <a:extLst>
                <a:ext uri="{FF2B5EF4-FFF2-40B4-BE49-F238E27FC236}">
                  <a16:creationId xmlns:a16="http://schemas.microsoft.com/office/drawing/2014/main" id="{473541D9-6DAE-4718-97D4-8952F4E7CC8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8592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134" name="Freeform 17">
              <a:extLst>
                <a:ext uri="{FF2B5EF4-FFF2-40B4-BE49-F238E27FC236}">
                  <a16:creationId xmlns:a16="http://schemas.microsoft.com/office/drawing/2014/main" id="{3A56C5E9-011C-44D2-AF94-3BF54204338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743075" y="4763"/>
              <a:ext cx="419100" cy="522288"/>
            </a:xfrm>
            <a:custGeom>
              <a:avLst/>
              <a:gdLst/>
              <a:ahLst/>
              <a:cxnLst/>
              <a:rect l="0" t="0" r="r" b="b"/>
              <a:pathLst>
                <a:path w="264" h="329">
                  <a:moveTo>
                    <a:pt x="252" y="329"/>
                  </a:moveTo>
                  <a:lnTo>
                    <a:pt x="45" y="120"/>
                  </a:lnTo>
                  <a:lnTo>
                    <a:pt x="0" y="6"/>
                  </a:lnTo>
                  <a:lnTo>
                    <a:pt x="15" y="0"/>
                  </a:lnTo>
                  <a:lnTo>
                    <a:pt x="60" y="111"/>
                  </a:lnTo>
                  <a:lnTo>
                    <a:pt x="264" y="317"/>
                  </a:lnTo>
                  <a:lnTo>
                    <a:pt x="252" y="329"/>
                  </a:ln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135" name="Freeform 18">
              <a:extLst>
                <a:ext uri="{FF2B5EF4-FFF2-40B4-BE49-F238E27FC236}">
                  <a16:creationId xmlns:a16="http://schemas.microsoft.com/office/drawing/2014/main" id="{CD279E0E-1CD5-4F41-96A5-3A09707E810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119313"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136" name="Freeform 19">
              <a:extLst>
                <a:ext uri="{FF2B5EF4-FFF2-40B4-BE49-F238E27FC236}">
                  <a16:creationId xmlns:a16="http://schemas.microsoft.com/office/drawing/2014/main" id="{F5A6F094-9E54-4985-8738-D2067A4F07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00" y="4763"/>
              <a:ext cx="152400" cy="908050"/>
            </a:xfrm>
            <a:custGeom>
              <a:avLst/>
              <a:gdLst/>
              <a:ahLst/>
              <a:cxnLst/>
              <a:rect l="0" t="0" r="r" b="b"/>
              <a:pathLst>
                <a:path w="96" h="572">
                  <a:moveTo>
                    <a:pt x="15" y="572"/>
                  </a:moveTo>
                  <a:lnTo>
                    <a:pt x="0" y="572"/>
                  </a:lnTo>
                  <a:lnTo>
                    <a:pt x="0" y="189"/>
                  </a:lnTo>
                  <a:lnTo>
                    <a:pt x="81" y="0"/>
                  </a:lnTo>
                  <a:lnTo>
                    <a:pt x="96" y="6"/>
                  </a:lnTo>
                  <a:lnTo>
                    <a:pt x="15" y="192"/>
                  </a:lnTo>
                  <a:lnTo>
                    <a:pt x="15" y="572"/>
                  </a:ln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137" name="Freeform 20">
              <a:extLst>
                <a:ext uri="{FF2B5EF4-FFF2-40B4-BE49-F238E27FC236}">
                  <a16:creationId xmlns:a16="http://schemas.microsoft.com/office/drawing/2014/main" id="{99D51F59-FA93-490E-B9CF-97BB63747C97}"/>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86677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2"/>
                    <a:pt x="4" y="20"/>
                  </a:cubicBezTo>
                  <a:cubicBezTo>
                    <a:pt x="4" y="29"/>
                    <a:pt x="11" y="36"/>
                    <a:pt x="20" y="36"/>
                  </a:cubicBezTo>
                  <a:cubicBezTo>
                    <a:pt x="29" y="36"/>
                    <a:pt x="36" y="29"/>
                    <a:pt x="36" y="20"/>
                  </a:cubicBezTo>
                  <a:cubicBezTo>
                    <a:pt x="36" y="12"/>
                    <a:pt x="29" y="4"/>
                    <a:pt x="20"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138" name="Freeform 21">
              <a:extLst>
                <a:ext uri="{FF2B5EF4-FFF2-40B4-BE49-F238E27FC236}">
                  <a16:creationId xmlns:a16="http://schemas.microsoft.com/office/drawing/2014/main" id="{3CD83DC6-F4A0-4A4D-AAC3-83983F960DC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890588" y="15541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139" name="Freeform 22">
              <a:extLst>
                <a:ext uri="{FF2B5EF4-FFF2-40B4-BE49-F238E27FC236}">
                  <a16:creationId xmlns:a16="http://schemas.microsoft.com/office/drawing/2014/main" id="{6E9B4028-C74F-4631-8312-68B30E6E62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738188" y="5622925"/>
              <a:ext cx="338138" cy="1216025"/>
            </a:xfrm>
            <a:custGeom>
              <a:avLst/>
              <a:gdLst/>
              <a:ahLst/>
              <a:cxnLst/>
              <a:rect l="0" t="0" r="r" b="b"/>
              <a:pathLst>
                <a:path w="213" h="766">
                  <a:moveTo>
                    <a:pt x="213" y="766"/>
                  </a:moveTo>
                  <a:lnTo>
                    <a:pt x="195" y="766"/>
                  </a:lnTo>
                  <a:lnTo>
                    <a:pt x="195" y="464"/>
                  </a:lnTo>
                  <a:lnTo>
                    <a:pt x="0" y="6"/>
                  </a:lnTo>
                  <a:lnTo>
                    <a:pt x="12" y="0"/>
                  </a:lnTo>
                  <a:lnTo>
                    <a:pt x="213" y="461"/>
                  </a:lnTo>
                  <a:lnTo>
                    <a:pt x="213" y="766"/>
                  </a:ln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140" name="Freeform 23">
              <a:extLst>
                <a:ext uri="{FF2B5EF4-FFF2-40B4-BE49-F238E27FC236}">
                  <a16:creationId xmlns:a16="http://schemas.microsoft.com/office/drawing/2014/main" id="{1E3337C9-1DDE-4E2E-8519-7D2C23C95FE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47700" y="5480050"/>
              <a:ext cx="157163" cy="157163"/>
            </a:xfrm>
            <a:custGeom>
              <a:avLst/>
              <a:gdLst/>
              <a:ahLst/>
              <a:cxnLst/>
              <a:rect l="0" t="0" r="r" b="b"/>
              <a:pathLst>
                <a:path w="33" h="33">
                  <a:moveTo>
                    <a:pt x="17" y="33"/>
                  </a:moveTo>
                  <a:cubicBezTo>
                    <a:pt x="8" y="33"/>
                    <a:pt x="0" y="26"/>
                    <a:pt x="0" y="17"/>
                  </a:cubicBezTo>
                  <a:cubicBezTo>
                    <a:pt x="0" y="8"/>
                    <a:pt x="8" y="0"/>
                    <a:pt x="17" y="0"/>
                  </a:cubicBezTo>
                  <a:cubicBezTo>
                    <a:pt x="26" y="0"/>
                    <a:pt x="33" y="8"/>
                    <a:pt x="33" y="17"/>
                  </a:cubicBezTo>
                  <a:cubicBezTo>
                    <a:pt x="33" y="26"/>
                    <a:pt x="26" y="33"/>
                    <a:pt x="17" y="33"/>
                  </a:cubicBezTo>
                  <a:close/>
                  <a:moveTo>
                    <a:pt x="17" y="4"/>
                  </a:moveTo>
                  <a:cubicBezTo>
                    <a:pt x="10" y="4"/>
                    <a:pt x="4" y="10"/>
                    <a:pt x="4" y="17"/>
                  </a:cubicBezTo>
                  <a:cubicBezTo>
                    <a:pt x="4" y="24"/>
                    <a:pt x="10" y="29"/>
                    <a:pt x="17" y="29"/>
                  </a:cubicBezTo>
                  <a:cubicBezTo>
                    <a:pt x="23" y="29"/>
                    <a:pt x="29" y="24"/>
                    <a:pt x="29" y="17"/>
                  </a:cubicBezTo>
                  <a:cubicBezTo>
                    <a:pt x="29" y="10"/>
                    <a:pt x="23" y="4"/>
                    <a:pt x="17"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141" name="Freeform 24">
              <a:extLst>
                <a:ext uri="{FF2B5EF4-FFF2-40B4-BE49-F238E27FC236}">
                  <a16:creationId xmlns:a16="http://schemas.microsoft.com/office/drawing/2014/main" id="{754A526E-6EC0-458A-9C4C-008F6749CDD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6675" y="903288"/>
              <a:ext cx="190500" cy="190500"/>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2"/>
                    <a:pt x="4" y="20"/>
                  </a:cubicBezTo>
                  <a:cubicBezTo>
                    <a:pt x="4" y="29"/>
                    <a:pt x="12" y="36"/>
                    <a:pt x="20" y="36"/>
                  </a:cubicBezTo>
                  <a:cubicBezTo>
                    <a:pt x="29" y="36"/>
                    <a:pt x="36" y="29"/>
                    <a:pt x="36" y="20"/>
                  </a:cubicBezTo>
                  <a:cubicBezTo>
                    <a:pt x="36" y="12"/>
                    <a:pt x="29" y="4"/>
                    <a:pt x="20"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142" name="Freeform 25">
              <a:extLst>
                <a:ext uri="{FF2B5EF4-FFF2-40B4-BE49-F238E27FC236}">
                  <a16:creationId xmlns:a16="http://schemas.microsoft.com/office/drawing/2014/main" id="{6A3DA723-7448-48CF-8BD2-FED2D4FED56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0" y="3897313"/>
              <a:ext cx="133350" cy="266700"/>
            </a:xfrm>
            <a:custGeom>
              <a:avLst/>
              <a:gdLst/>
              <a:ahLst/>
              <a:cxnLst/>
              <a:rect l="0" t="0" r="r" b="b"/>
              <a:pathLst>
                <a:path w="84" h="168">
                  <a:moveTo>
                    <a:pt x="69" y="168"/>
                  </a:moveTo>
                  <a:lnTo>
                    <a:pt x="0" y="6"/>
                  </a:lnTo>
                  <a:lnTo>
                    <a:pt x="12" y="0"/>
                  </a:lnTo>
                  <a:lnTo>
                    <a:pt x="84" y="162"/>
                  </a:lnTo>
                  <a:lnTo>
                    <a:pt x="69" y="168"/>
                  </a:ln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143" name="Freeform 26">
              <a:extLst>
                <a:ext uri="{FF2B5EF4-FFF2-40B4-BE49-F238E27FC236}">
                  <a16:creationId xmlns:a16="http://schemas.microsoft.com/office/drawing/2014/main" id="{9B506EC1-D8A8-4532-B78B-A236567EE052}"/>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6675" y="414972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144" name="Freeform 27">
              <a:extLst>
                <a:ext uri="{FF2B5EF4-FFF2-40B4-BE49-F238E27FC236}">
                  <a16:creationId xmlns:a16="http://schemas.microsoft.com/office/drawing/2014/main" id="{AA9DFB36-74F4-4977-ABC5-3257EDA331B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0" y="1644650"/>
              <a:ext cx="133350" cy="269875"/>
            </a:xfrm>
            <a:custGeom>
              <a:avLst/>
              <a:gdLst/>
              <a:ahLst/>
              <a:cxnLst/>
              <a:rect l="0" t="0" r="r" b="b"/>
              <a:pathLst>
                <a:path w="84" h="170">
                  <a:moveTo>
                    <a:pt x="12" y="170"/>
                  </a:moveTo>
                  <a:lnTo>
                    <a:pt x="0" y="164"/>
                  </a:lnTo>
                  <a:lnTo>
                    <a:pt x="69" y="0"/>
                  </a:lnTo>
                  <a:lnTo>
                    <a:pt x="84" y="6"/>
                  </a:lnTo>
                  <a:lnTo>
                    <a:pt x="12" y="170"/>
                  </a:ln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145" name="Freeform 28">
              <a:extLst>
                <a:ext uri="{FF2B5EF4-FFF2-40B4-BE49-F238E27FC236}">
                  <a16:creationId xmlns:a16="http://schemas.microsoft.com/office/drawing/2014/main" id="{966A7FBA-BB79-4AF0-90C2-5F2BC9F2D1D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6675" y="146843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146" name="Freeform 29">
              <a:extLst>
                <a:ext uri="{FF2B5EF4-FFF2-40B4-BE49-F238E27FC236}">
                  <a16:creationId xmlns:a16="http://schemas.microsoft.com/office/drawing/2014/main" id="{23BB8A47-FF1B-44E5-8D93-7ADF37F1D7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95325" y="4763"/>
              <a:ext cx="309563" cy="1558925"/>
            </a:xfrm>
            <a:custGeom>
              <a:avLst/>
              <a:gdLst/>
              <a:ahLst/>
              <a:cxnLst/>
              <a:rect l="0" t="0" r="r" b="b"/>
              <a:pathLst>
                <a:path w="195" h="982">
                  <a:moveTo>
                    <a:pt x="195" y="982"/>
                  </a:moveTo>
                  <a:lnTo>
                    <a:pt x="177" y="982"/>
                  </a:lnTo>
                  <a:lnTo>
                    <a:pt x="177" y="805"/>
                  </a:lnTo>
                  <a:lnTo>
                    <a:pt x="0" y="629"/>
                  </a:lnTo>
                  <a:lnTo>
                    <a:pt x="0" y="0"/>
                  </a:lnTo>
                  <a:lnTo>
                    <a:pt x="18" y="0"/>
                  </a:lnTo>
                  <a:lnTo>
                    <a:pt x="18" y="623"/>
                  </a:lnTo>
                  <a:lnTo>
                    <a:pt x="195" y="796"/>
                  </a:lnTo>
                  <a:lnTo>
                    <a:pt x="195" y="982"/>
                  </a:ln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147" name="Freeform 30">
              <a:extLst>
                <a:ext uri="{FF2B5EF4-FFF2-40B4-BE49-F238E27FC236}">
                  <a16:creationId xmlns:a16="http://schemas.microsoft.com/office/drawing/2014/main" id="{E463E1B7-7BED-4425-95B7-F6F75F87335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7150" y="48815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148" name="Freeform 31">
              <a:extLst>
                <a:ext uri="{FF2B5EF4-FFF2-40B4-BE49-F238E27FC236}">
                  <a16:creationId xmlns:a16="http://schemas.microsoft.com/office/drawing/2014/main" id="{749D0675-4397-4610-9807-2F7C1CC9422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8113" y="5060950"/>
              <a:ext cx="304800" cy="1778000"/>
            </a:xfrm>
            <a:custGeom>
              <a:avLst/>
              <a:gdLst/>
              <a:ahLst/>
              <a:cxnLst/>
              <a:rect l="0" t="0" r="r" b="b"/>
              <a:pathLst>
                <a:path w="192" h="1120">
                  <a:moveTo>
                    <a:pt x="192" y="1120"/>
                  </a:moveTo>
                  <a:lnTo>
                    <a:pt x="177" y="1120"/>
                  </a:lnTo>
                  <a:lnTo>
                    <a:pt x="177" y="360"/>
                  </a:lnTo>
                  <a:lnTo>
                    <a:pt x="0" y="183"/>
                  </a:lnTo>
                  <a:lnTo>
                    <a:pt x="0" y="0"/>
                  </a:lnTo>
                  <a:lnTo>
                    <a:pt x="15" y="0"/>
                  </a:lnTo>
                  <a:lnTo>
                    <a:pt x="15" y="177"/>
                  </a:lnTo>
                  <a:lnTo>
                    <a:pt x="192" y="354"/>
                  </a:lnTo>
                  <a:lnTo>
                    <a:pt x="192" y="1120"/>
                  </a:ln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149" name="Freeform 32">
              <a:extLst>
                <a:ext uri="{FF2B5EF4-FFF2-40B4-BE49-F238E27FC236}">
                  <a16:creationId xmlns:a16="http://schemas.microsoft.com/office/drawing/2014/main" id="{DE7617CF-8919-43C3-9557-08D67C7DAF2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61975" y="64309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150" name="Rectangle 90">
              <a:extLst>
                <a:ext uri="{FF2B5EF4-FFF2-40B4-BE49-F238E27FC236}">
                  <a16:creationId xmlns:a16="http://schemas.microsoft.com/office/drawing/2014/main" id="{3DB68720-7E37-4930-9900-8632140D62BB}"/>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642938" y="6610350"/>
              <a:ext cx="23813" cy="242888"/>
            </a:xfrm>
            <a:prstGeom prst="rect">
              <a:avLst/>
            </a:pr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miter lim="800000"/>
                  <a:headEnd/>
                  <a:tailEnd/>
                </a14:hiddenLine>
              </a:ext>
            </a:extLst>
          </p:spPr>
          <p:txBody>
            <a:bodyPr/>
            <a:lstStyle/>
            <a:p>
              <a:endParaRPr lang="tr-TR"/>
            </a:p>
          </p:txBody>
        </p:sp>
        <p:sp>
          <p:nvSpPr>
            <p:cNvPr id="151" name="Freeform 34">
              <a:extLst>
                <a:ext uri="{FF2B5EF4-FFF2-40B4-BE49-F238E27FC236}">
                  <a16:creationId xmlns:a16="http://schemas.microsoft.com/office/drawing/2014/main" id="{202F13DF-5B76-468E-A95E-80780788BD01}"/>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76200" y="6430963"/>
              <a:ext cx="190500" cy="188913"/>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152" name="Freeform 35">
              <a:extLst>
                <a:ext uri="{FF2B5EF4-FFF2-40B4-BE49-F238E27FC236}">
                  <a16:creationId xmlns:a16="http://schemas.microsoft.com/office/drawing/2014/main" id="{219143C2-6062-4C2C-9563-6534108E359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0" y="5978525"/>
              <a:ext cx="190500" cy="461963"/>
            </a:xfrm>
            <a:custGeom>
              <a:avLst/>
              <a:gdLst/>
              <a:ahLst/>
              <a:cxnLst/>
              <a:rect l="0" t="0" r="r" b="b"/>
              <a:pathLst>
                <a:path w="120" h="291">
                  <a:moveTo>
                    <a:pt x="120" y="291"/>
                  </a:moveTo>
                  <a:lnTo>
                    <a:pt x="105" y="291"/>
                  </a:lnTo>
                  <a:lnTo>
                    <a:pt x="105" y="114"/>
                  </a:lnTo>
                  <a:lnTo>
                    <a:pt x="0" y="9"/>
                  </a:lnTo>
                  <a:lnTo>
                    <a:pt x="12" y="0"/>
                  </a:lnTo>
                  <a:lnTo>
                    <a:pt x="120" y="108"/>
                  </a:lnTo>
                  <a:lnTo>
                    <a:pt x="120" y="291"/>
                  </a:ln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153" name="Freeform 36">
              <a:extLst>
                <a:ext uri="{FF2B5EF4-FFF2-40B4-BE49-F238E27FC236}">
                  <a16:creationId xmlns:a16="http://schemas.microsoft.com/office/drawing/2014/main" id="{38413A0C-26DB-479B-B747-1D813610078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014413" y="1801813"/>
              <a:ext cx="214313" cy="755650"/>
            </a:xfrm>
            <a:custGeom>
              <a:avLst/>
              <a:gdLst/>
              <a:ahLst/>
              <a:cxnLst/>
              <a:rect l="0" t="0" r="r" b="b"/>
              <a:pathLst>
                <a:path w="135" h="476">
                  <a:moveTo>
                    <a:pt x="12" y="476"/>
                  </a:moveTo>
                  <a:lnTo>
                    <a:pt x="0" y="476"/>
                  </a:lnTo>
                  <a:lnTo>
                    <a:pt x="0" y="128"/>
                  </a:lnTo>
                  <a:lnTo>
                    <a:pt x="126" y="0"/>
                  </a:lnTo>
                  <a:lnTo>
                    <a:pt x="135" y="9"/>
                  </a:lnTo>
                  <a:lnTo>
                    <a:pt x="12" y="131"/>
                  </a:lnTo>
                  <a:lnTo>
                    <a:pt x="12" y="476"/>
                  </a:ln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154" name="Freeform 37">
              <a:extLst>
                <a:ext uri="{FF2B5EF4-FFF2-40B4-BE49-F238E27FC236}">
                  <a16:creationId xmlns:a16="http://schemas.microsoft.com/office/drawing/2014/main" id="{CB526B5F-4FAA-4B4C-8AF8-B98EC74A3D20}"/>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938213" y="2547938"/>
              <a:ext cx="166688" cy="160338"/>
            </a:xfrm>
            <a:custGeom>
              <a:avLst/>
              <a:gdLst/>
              <a:ahLst/>
              <a:cxnLst/>
              <a:rect l="0" t="0" r="r" b="b"/>
              <a:pathLst>
                <a:path w="35" h="34">
                  <a:moveTo>
                    <a:pt x="18" y="34"/>
                  </a:moveTo>
                  <a:cubicBezTo>
                    <a:pt x="8" y="34"/>
                    <a:pt x="0" y="26"/>
                    <a:pt x="0" y="17"/>
                  </a:cubicBezTo>
                  <a:cubicBezTo>
                    <a:pt x="0" y="7"/>
                    <a:pt x="8" y="0"/>
                    <a:pt x="18" y="0"/>
                  </a:cubicBezTo>
                  <a:cubicBezTo>
                    <a:pt x="27" y="0"/>
                    <a:pt x="35" y="7"/>
                    <a:pt x="35" y="17"/>
                  </a:cubicBezTo>
                  <a:cubicBezTo>
                    <a:pt x="35" y="26"/>
                    <a:pt x="27" y="34"/>
                    <a:pt x="18" y="34"/>
                  </a:cubicBezTo>
                  <a:close/>
                  <a:moveTo>
                    <a:pt x="18" y="4"/>
                  </a:moveTo>
                  <a:cubicBezTo>
                    <a:pt x="10" y="4"/>
                    <a:pt x="4" y="10"/>
                    <a:pt x="4" y="17"/>
                  </a:cubicBezTo>
                  <a:cubicBezTo>
                    <a:pt x="4" y="24"/>
                    <a:pt x="10" y="30"/>
                    <a:pt x="18" y="30"/>
                  </a:cubicBezTo>
                  <a:cubicBezTo>
                    <a:pt x="25" y="30"/>
                    <a:pt x="31" y="24"/>
                    <a:pt x="31" y="17"/>
                  </a:cubicBezTo>
                  <a:cubicBezTo>
                    <a:pt x="31" y="10"/>
                    <a:pt x="25" y="4"/>
                    <a:pt x="18"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155" name="Freeform 38">
              <a:extLst>
                <a:ext uri="{FF2B5EF4-FFF2-40B4-BE49-F238E27FC236}">
                  <a16:creationId xmlns:a16="http://schemas.microsoft.com/office/drawing/2014/main" id="{54FFF88E-6D69-4AE9-8378-D164191557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95313" y="4763"/>
              <a:ext cx="638175" cy="4025900"/>
            </a:xfrm>
            <a:custGeom>
              <a:avLst/>
              <a:gdLst/>
              <a:ahLst/>
              <a:cxnLst/>
              <a:rect l="0" t="0" r="r" b="b"/>
              <a:pathLst>
                <a:path w="402" h="2536">
                  <a:moveTo>
                    <a:pt x="402" y="2536"/>
                  </a:moveTo>
                  <a:lnTo>
                    <a:pt x="387" y="2536"/>
                  </a:lnTo>
                  <a:lnTo>
                    <a:pt x="387" y="2311"/>
                  </a:lnTo>
                  <a:lnTo>
                    <a:pt x="0" y="1925"/>
                  </a:lnTo>
                  <a:lnTo>
                    <a:pt x="0" y="0"/>
                  </a:lnTo>
                  <a:lnTo>
                    <a:pt x="15" y="0"/>
                  </a:lnTo>
                  <a:lnTo>
                    <a:pt x="15" y="1916"/>
                  </a:lnTo>
                  <a:lnTo>
                    <a:pt x="402" y="2302"/>
                  </a:lnTo>
                  <a:lnTo>
                    <a:pt x="402" y="2536"/>
                  </a:ln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156" name="Freeform 39">
              <a:extLst>
                <a:ext uri="{FF2B5EF4-FFF2-40B4-BE49-F238E27FC236}">
                  <a16:creationId xmlns:a16="http://schemas.microsoft.com/office/drawing/2014/main" id="{8008115A-CE00-4E36-BAF1-B511F21E837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23963"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157" name="Freeform 40">
              <a:extLst>
                <a:ext uri="{FF2B5EF4-FFF2-40B4-BE49-F238E27FC236}">
                  <a16:creationId xmlns:a16="http://schemas.microsoft.com/office/drawing/2014/main" id="{2935DB29-6F85-47D8-863C-11386389DBF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300163" y="1849438"/>
              <a:ext cx="109538" cy="107950"/>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158" name="Freeform 41">
              <a:extLst>
                <a:ext uri="{FF2B5EF4-FFF2-40B4-BE49-F238E27FC236}">
                  <a16:creationId xmlns:a16="http://schemas.microsoft.com/office/drawing/2014/main" id="{4FB8E51B-1AC1-4671-B181-473C29BECD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80988" y="3417888"/>
              <a:ext cx="142875" cy="474663"/>
            </a:xfrm>
            <a:custGeom>
              <a:avLst/>
              <a:gdLst/>
              <a:ahLst/>
              <a:cxnLst/>
              <a:rect l="0" t="0" r="r" b="b"/>
              <a:pathLst>
                <a:path w="90" h="299">
                  <a:moveTo>
                    <a:pt x="12" y="299"/>
                  </a:moveTo>
                  <a:lnTo>
                    <a:pt x="0" y="299"/>
                  </a:lnTo>
                  <a:lnTo>
                    <a:pt x="0" y="80"/>
                  </a:lnTo>
                  <a:lnTo>
                    <a:pt x="81" y="0"/>
                  </a:lnTo>
                  <a:lnTo>
                    <a:pt x="90" y="8"/>
                  </a:lnTo>
                  <a:lnTo>
                    <a:pt x="12" y="83"/>
                  </a:lnTo>
                  <a:lnTo>
                    <a:pt x="12" y="299"/>
                  </a:ln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159" name="Freeform 42">
              <a:extLst>
                <a:ext uri="{FF2B5EF4-FFF2-40B4-BE49-F238E27FC236}">
                  <a16:creationId xmlns:a16="http://schemas.microsoft.com/office/drawing/2014/main" id="{91E6AE4F-959F-4ED7-A199-8C0307E40EA3}"/>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38125" y="3883025"/>
              <a:ext cx="109538" cy="109538"/>
            </a:xfrm>
            <a:custGeom>
              <a:avLst/>
              <a:gdLst/>
              <a:ahLst/>
              <a:cxnLst/>
              <a:rect l="0" t="0" r="r" b="b"/>
              <a:pathLst>
                <a:path w="23" h="23">
                  <a:moveTo>
                    <a:pt x="11" y="23"/>
                  </a:moveTo>
                  <a:cubicBezTo>
                    <a:pt x="5" y="23"/>
                    <a:pt x="0" y="18"/>
                    <a:pt x="0" y="12"/>
                  </a:cubicBezTo>
                  <a:cubicBezTo>
                    <a:pt x="0" y="5"/>
                    <a:pt x="5" y="0"/>
                    <a:pt x="11" y="0"/>
                  </a:cubicBezTo>
                  <a:cubicBezTo>
                    <a:pt x="17" y="0"/>
                    <a:pt x="23" y="5"/>
                    <a:pt x="23" y="12"/>
                  </a:cubicBezTo>
                  <a:cubicBezTo>
                    <a:pt x="23" y="18"/>
                    <a:pt x="17" y="23"/>
                    <a:pt x="11" y="23"/>
                  </a:cubicBezTo>
                  <a:close/>
                  <a:moveTo>
                    <a:pt x="11" y="4"/>
                  </a:moveTo>
                  <a:cubicBezTo>
                    <a:pt x="7" y="4"/>
                    <a:pt x="4" y="8"/>
                    <a:pt x="4" y="12"/>
                  </a:cubicBezTo>
                  <a:cubicBezTo>
                    <a:pt x="4" y="16"/>
                    <a:pt x="7" y="19"/>
                    <a:pt x="11" y="19"/>
                  </a:cubicBezTo>
                  <a:cubicBezTo>
                    <a:pt x="15" y="19"/>
                    <a:pt x="19" y="16"/>
                    <a:pt x="19" y="12"/>
                  </a:cubicBezTo>
                  <a:cubicBezTo>
                    <a:pt x="19" y="8"/>
                    <a:pt x="15" y="4"/>
                    <a:pt x="11"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160" name="Freeform 43">
              <a:extLst>
                <a:ext uri="{FF2B5EF4-FFF2-40B4-BE49-F238E27FC236}">
                  <a16:creationId xmlns:a16="http://schemas.microsoft.com/office/drawing/2014/main" id="{A0445E55-0009-44A5-AA6A-350D9D48A2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4763" y="2166938"/>
              <a:ext cx="114300" cy="452438"/>
            </a:xfrm>
            <a:custGeom>
              <a:avLst/>
              <a:gdLst/>
              <a:ahLst/>
              <a:cxnLst/>
              <a:rect l="0" t="0" r="r" b="b"/>
              <a:pathLst>
                <a:path w="72" h="285">
                  <a:moveTo>
                    <a:pt x="6" y="285"/>
                  </a:moveTo>
                  <a:lnTo>
                    <a:pt x="0" y="276"/>
                  </a:lnTo>
                  <a:lnTo>
                    <a:pt x="60" y="216"/>
                  </a:lnTo>
                  <a:lnTo>
                    <a:pt x="60" y="0"/>
                  </a:lnTo>
                  <a:lnTo>
                    <a:pt x="72" y="0"/>
                  </a:lnTo>
                  <a:lnTo>
                    <a:pt x="72" y="222"/>
                  </a:lnTo>
                  <a:lnTo>
                    <a:pt x="6" y="285"/>
                  </a:ln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161" name="Freeform 44">
              <a:extLst>
                <a:ext uri="{FF2B5EF4-FFF2-40B4-BE49-F238E27FC236}">
                  <a16:creationId xmlns:a16="http://schemas.microsoft.com/office/drawing/2014/main" id="{B5291C75-4ECA-4829-B824-5725C329057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388" y="2066925"/>
              <a:ext cx="109538" cy="109538"/>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162" name="Rectangle 102">
              <a:extLst>
                <a:ext uri="{FF2B5EF4-FFF2-40B4-BE49-F238E27FC236}">
                  <a16:creationId xmlns:a16="http://schemas.microsoft.com/office/drawing/2014/main" id="{6793376D-3E7C-4F04-8BC8-EC4820622BEC}"/>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228725" y="4662488"/>
              <a:ext cx="23813" cy="2181225"/>
            </a:xfrm>
            <a:prstGeom prst="rect">
              <a:avLst/>
            </a:pr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miter lim="800000"/>
                  <a:headEnd/>
                  <a:tailEnd/>
                </a14:hiddenLine>
              </a:ext>
            </a:extLst>
          </p:spPr>
          <p:txBody>
            <a:bodyPr/>
            <a:lstStyle/>
            <a:p>
              <a:endParaRPr lang="tr-TR"/>
            </a:p>
          </p:txBody>
        </p:sp>
        <p:sp>
          <p:nvSpPr>
            <p:cNvPr id="163" name="Freeform 46">
              <a:extLst>
                <a:ext uri="{FF2B5EF4-FFF2-40B4-BE49-F238E27FC236}">
                  <a16:creationId xmlns:a16="http://schemas.microsoft.com/office/drawing/2014/main" id="{3596510A-5528-445D-AFEA-6E3F89BA84B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19213" y="5041900"/>
              <a:ext cx="371475" cy="1801813"/>
            </a:xfrm>
            <a:custGeom>
              <a:avLst/>
              <a:gdLst/>
              <a:ahLst/>
              <a:cxnLst/>
              <a:rect l="0" t="0" r="r" b="b"/>
              <a:pathLst>
                <a:path w="234" h="1135">
                  <a:moveTo>
                    <a:pt x="15" y="1135"/>
                  </a:moveTo>
                  <a:lnTo>
                    <a:pt x="0" y="1135"/>
                  </a:lnTo>
                  <a:lnTo>
                    <a:pt x="0" y="515"/>
                  </a:lnTo>
                  <a:lnTo>
                    <a:pt x="0" y="512"/>
                  </a:lnTo>
                  <a:lnTo>
                    <a:pt x="219" y="0"/>
                  </a:lnTo>
                  <a:lnTo>
                    <a:pt x="234" y="6"/>
                  </a:lnTo>
                  <a:lnTo>
                    <a:pt x="15" y="518"/>
                  </a:lnTo>
                  <a:lnTo>
                    <a:pt x="15" y="1135"/>
                  </a:ln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164" name="Freeform 47">
              <a:extLst>
                <a:ext uri="{FF2B5EF4-FFF2-40B4-BE49-F238E27FC236}">
                  <a16:creationId xmlns:a16="http://schemas.microsoft.com/office/drawing/2014/main" id="{E1B69479-D8C9-4E2E-A931-4D49C4FD76D1}"/>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47763"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165" name="Freeform 48">
              <a:extLst>
                <a:ext uri="{FF2B5EF4-FFF2-40B4-BE49-F238E27FC236}">
                  <a16:creationId xmlns:a16="http://schemas.microsoft.com/office/drawing/2014/main" id="{0A759A2E-A8B1-44C8-B3F9-A16714C8954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819150" y="3983038"/>
              <a:ext cx="347663" cy="2860675"/>
            </a:xfrm>
            <a:custGeom>
              <a:avLst/>
              <a:gdLst/>
              <a:ahLst/>
              <a:cxnLst/>
              <a:rect l="0" t="0" r="r" b="b"/>
              <a:pathLst>
                <a:path w="219" h="1802">
                  <a:moveTo>
                    <a:pt x="219" y="1802"/>
                  </a:moveTo>
                  <a:lnTo>
                    <a:pt x="201" y="1802"/>
                  </a:lnTo>
                  <a:lnTo>
                    <a:pt x="201" y="1185"/>
                  </a:lnTo>
                  <a:lnTo>
                    <a:pt x="0" y="3"/>
                  </a:lnTo>
                  <a:lnTo>
                    <a:pt x="15" y="0"/>
                  </a:lnTo>
                  <a:lnTo>
                    <a:pt x="219" y="1185"/>
                  </a:lnTo>
                  <a:lnTo>
                    <a:pt x="219" y="1802"/>
                  </a:ln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166" name="Freeform 49">
              <a:extLst>
                <a:ext uri="{FF2B5EF4-FFF2-40B4-BE49-F238E27FC236}">
                  <a16:creationId xmlns:a16="http://schemas.microsoft.com/office/drawing/2014/main" id="{6C2B3B3C-1DC9-4352-BB73-801976C8F513}"/>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728663" y="3806825"/>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167" name="Freeform 50">
              <a:extLst>
                <a:ext uri="{FF2B5EF4-FFF2-40B4-BE49-F238E27FC236}">
                  <a16:creationId xmlns:a16="http://schemas.microsoft.com/office/drawing/2014/main" id="{EE22E3A8-5789-4189-9AC7-98D6826B03D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624013"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168" name="Freeform 51">
              <a:extLst>
                <a:ext uri="{FF2B5EF4-FFF2-40B4-BE49-F238E27FC236}">
                  <a16:creationId xmlns:a16="http://schemas.microsoft.com/office/drawing/2014/main" id="{9AC0FC74-D003-4D0D-9CAF-F6A03739E2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404938" y="5422900"/>
              <a:ext cx="371475" cy="1425575"/>
            </a:xfrm>
            <a:custGeom>
              <a:avLst/>
              <a:gdLst/>
              <a:ahLst/>
              <a:cxnLst/>
              <a:rect l="0" t="0" r="r" b="b"/>
              <a:pathLst>
                <a:path w="234" h="898">
                  <a:moveTo>
                    <a:pt x="18" y="898"/>
                  </a:moveTo>
                  <a:lnTo>
                    <a:pt x="0" y="898"/>
                  </a:lnTo>
                  <a:lnTo>
                    <a:pt x="0" y="515"/>
                  </a:lnTo>
                  <a:lnTo>
                    <a:pt x="0" y="512"/>
                  </a:lnTo>
                  <a:lnTo>
                    <a:pt x="222" y="0"/>
                  </a:lnTo>
                  <a:lnTo>
                    <a:pt x="234" y="6"/>
                  </a:lnTo>
                  <a:lnTo>
                    <a:pt x="18" y="518"/>
                  </a:lnTo>
                  <a:lnTo>
                    <a:pt x="18" y="898"/>
                  </a:ln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169" name="Freeform 52">
              <a:extLst>
                <a:ext uri="{FF2B5EF4-FFF2-40B4-BE49-F238E27FC236}">
                  <a16:creationId xmlns:a16="http://schemas.microsoft.com/office/drawing/2014/main" id="{126C2057-02E1-4348-ABEB-EAC063A17E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666875"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170" name="Freeform 53">
              <a:extLst>
                <a:ext uri="{FF2B5EF4-FFF2-40B4-BE49-F238E27FC236}">
                  <a16:creationId xmlns:a16="http://schemas.microsoft.com/office/drawing/2014/main" id="{5150586D-D743-4392-844F-F2AFCCE6493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709738"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171" name="Freeform 54">
              <a:extLst>
                <a:ext uri="{FF2B5EF4-FFF2-40B4-BE49-F238E27FC236}">
                  <a16:creationId xmlns:a16="http://schemas.microsoft.com/office/drawing/2014/main" id="{9E5B157A-534E-4879-8013-D02864E76F5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709738"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172" name="Freeform 55">
              <a:extLst>
                <a:ext uri="{FF2B5EF4-FFF2-40B4-BE49-F238E27FC236}">
                  <a16:creationId xmlns:a16="http://schemas.microsoft.com/office/drawing/2014/main" id="{CEE2DD73-7E8C-4F26-8E93-8C32D11B266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766888" y="6330950"/>
              <a:ext cx="419100" cy="527050"/>
            </a:xfrm>
            <a:custGeom>
              <a:avLst/>
              <a:gdLst/>
              <a:ahLst/>
              <a:cxnLst/>
              <a:rect l="0" t="0" r="r" b="b"/>
              <a:pathLst>
                <a:path w="264" h="332">
                  <a:moveTo>
                    <a:pt x="12" y="332"/>
                  </a:moveTo>
                  <a:lnTo>
                    <a:pt x="0" y="326"/>
                  </a:lnTo>
                  <a:lnTo>
                    <a:pt x="45" y="206"/>
                  </a:lnTo>
                  <a:lnTo>
                    <a:pt x="255" y="0"/>
                  </a:lnTo>
                  <a:lnTo>
                    <a:pt x="264" y="12"/>
                  </a:lnTo>
                  <a:lnTo>
                    <a:pt x="60" y="215"/>
                  </a:lnTo>
                  <a:lnTo>
                    <a:pt x="12" y="332"/>
                  </a:ln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173" name="Freeform 56">
              <a:extLst>
                <a:ext uri="{FF2B5EF4-FFF2-40B4-BE49-F238E27FC236}">
                  <a16:creationId xmlns:a16="http://schemas.microsoft.com/office/drawing/2014/main" id="{908CAC5F-DD8E-4A58-BD4C-6D8D29FA4920}"/>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147888"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174" name="Freeform 57">
              <a:extLst>
                <a:ext uri="{FF2B5EF4-FFF2-40B4-BE49-F238E27FC236}">
                  <a16:creationId xmlns:a16="http://schemas.microsoft.com/office/drawing/2014/main" id="{20F130CF-281E-408C-9884-5F8B22CA1D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04825" y="9525"/>
              <a:ext cx="233363" cy="5103813"/>
            </a:xfrm>
            <a:custGeom>
              <a:avLst/>
              <a:gdLst/>
              <a:ahLst/>
              <a:cxnLst/>
              <a:rect l="0" t="0" r="r" b="b"/>
              <a:pathLst>
                <a:path w="147" h="3215">
                  <a:moveTo>
                    <a:pt x="132" y="3215"/>
                  </a:moveTo>
                  <a:lnTo>
                    <a:pt x="129" y="2754"/>
                  </a:lnTo>
                  <a:lnTo>
                    <a:pt x="0" y="1901"/>
                  </a:lnTo>
                  <a:lnTo>
                    <a:pt x="0" y="0"/>
                  </a:lnTo>
                  <a:lnTo>
                    <a:pt x="15" y="0"/>
                  </a:lnTo>
                  <a:lnTo>
                    <a:pt x="15" y="1898"/>
                  </a:lnTo>
                  <a:lnTo>
                    <a:pt x="144" y="2754"/>
                  </a:lnTo>
                  <a:lnTo>
                    <a:pt x="147" y="3215"/>
                  </a:lnTo>
                  <a:lnTo>
                    <a:pt x="132" y="3215"/>
                  </a:ln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sp>
          <p:nvSpPr>
            <p:cNvPr id="175" name="Freeform 58">
              <a:extLst>
                <a:ext uri="{FF2B5EF4-FFF2-40B4-BE49-F238E27FC236}">
                  <a16:creationId xmlns:a16="http://schemas.microsoft.com/office/drawing/2014/main" id="{3BC78068-9115-4D5D-9B2B-6F9BD9C2969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33413" y="5103813"/>
              <a:ext cx="185738" cy="185738"/>
            </a:xfrm>
            <a:custGeom>
              <a:avLst/>
              <a:gdLst/>
              <a:ahLst/>
              <a:cxnLst/>
              <a:rect l="0" t="0" r="r" b="b"/>
              <a:pathLst>
                <a:path w="39" h="39">
                  <a:moveTo>
                    <a:pt x="20" y="39"/>
                  </a:moveTo>
                  <a:cubicBezTo>
                    <a:pt x="9" y="39"/>
                    <a:pt x="0" y="30"/>
                    <a:pt x="0" y="19"/>
                  </a:cubicBezTo>
                  <a:cubicBezTo>
                    <a:pt x="0" y="9"/>
                    <a:pt x="9" y="0"/>
                    <a:pt x="20" y="0"/>
                  </a:cubicBezTo>
                  <a:cubicBezTo>
                    <a:pt x="30" y="0"/>
                    <a:pt x="39" y="9"/>
                    <a:pt x="39" y="19"/>
                  </a:cubicBezTo>
                  <a:cubicBezTo>
                    <a:pt x="39" y="30"/>
                    <a:pt x="30" y="39"/>
                    <a:pt x="20" y="39"/>
                  </a:cubicBezTo>
                  <a:close/>
                  <a:moveTo>
                    <a:pt x="20" y="4"/>
                  </a:moveTo>
                  <a:cubicBezTo>
                    <a:pt x="11" y="4"/>
                    <a:pt x="4" y="11"/>
                    <a:pt x="4" y="19"/>
                  </a:cubicBezTo>
                  <a:cubicBezTo>
                    <a:pt x="4" y="28"/>
                    <a:pt x="11" y="35"/>
                    <a:pt x="20" y="35"/>
                  </a:cubicBezTo>
                  <a:cubicBezTo>
                    <a:pt x="28" y="35"/>
                    <a:pt x="35" y="28"/>
                    <a:pt x="35" y="19"/>
                  </a:cubicBezTo>
                  <a:cubicBezTo>
                    <a:pt x="35" y="11"/>
                    <a:pt x="28" y="4"/>
                    <a:pt x="20" y="4"/>
                  </a:cubicBezTo>
                  <a:close/>
                </a:path>
              </a:pathLst>
            </a:custGeom>
            <a:grpFill/>
            <a:ln>
              <a:noFill/>
            </a:ln>
            <a:extLst>
              <a:ext uri="{91240B29-F687-4f45-9708-019B960494DF}">
                <a14:hiddenLine xmlns="" xmlns:a16="http://schemas.microsoft.com/office/drawing/2014/main" xmlns:a14="http://schemas.microsoft.com/office/drawing/2010/main" xmlns:p14="http://schemas.microsoft.com/office/powerpoint/2010/main" w="9525">
                  <a:solidFill>
                    <a:srgbClr val="000000"/>
                  </a:solidFill>
                  <a:round/>
                  <a:headEnd/>
                  <a:tailEnd/>
                </a14:hiddenLine>
              </a:ext>
            </a:extLst>
          </p:spPr>
          <p:txBody>
            <a:bodyPr/>
            <a:lstStyle/>
            <a:p>
              <a:endParaRPr lang="tr-TR"/>
            </a:p>
          </p:txBody>
        </p:sp>
      </p:grpSp>
      <p:sp>
        <p:nvSpPr>
          <p:cNvPr id="3" name="İçerik Yer Tutucusu 2">
            <a:extLst>
              <a:ext uri="{FF2B5EF4-FFF2-40B4-BE49-F238E27FC236}">
                <a16:creationId xmlns:a16="http://schemas.microsoft.com/office/drawing/2014/main" id="{26149B82-24DF-4C49-8825-3B39EA4A06AB}"/>
              </a:ext>
            </a:extLst>
          </p:cNvPr>
          <p:cNvSpPr>
            <a:spLocks noGrp="1"/>
          </p:cNvSpPr>
          <p:nvPr>
            <p:ph idx="1"/>
          </p:nvPr>
        </p:nvSpPr>
        <p:spPr>
          <a:xfrm>
            <a:off x="6448425" y="2249487"/>
            <a:ext cx="4598986" cy="3541714"/>
          </a:xfrm>
        </p:spPr>
        <p:txBody>
          <a:bodyPr>
            <a:normAutofit/>
          </a:bodyPr>
          <a:lstStyle/>
          <a:p>
            <a:pPr>
              <a:lnSpc>
                <a:spcPct val="110000"/>
              </a:lnSpc>
            </a:pPr>
            <a:r>
              <a:rPr lang="tr-TR" sz="1100" b="1"/>
              <a:t>-Polarizasyon (kutuplaşma): </a:t>
            </a:r>
            <a:r>
              <a:rPr lang="tr-TR" sz="1100"/>
              <a:t>Uyarılmamış bir sinir hücresinde hücre dışı pozitif(+), hücre içi negatif(-) yüklüdür. Sinir hücresinin bu durumuna </a:t>
            </a:r>
            <a:r>
              <a:rPr lang="tr-TR" sz="1100" b="1"/>
              <a:t>polarizasyon (kutuplaşma)</a:t>
            </a:r>
            <a:r>
              <a:rPr lang="tr-TR" sz="1100"/>
              <a:t> denir.</a:t>
            </a:r>
          </a:p>
          <a:p>
            <a:pPr>
              <a:lnSpc>
                <a:spcPct val="110000"/>
              </a:lnSpc>
            </a:pPr>
            <a:r>
              <a:rPr lang="tr-TR" sz="1100" b="1"/>
              <a:t>-Polarizasyonun nedeni</a:t>
            </a:r>
            <a:r>
              <a:rPr lang="tr-TR" sz="1100"/>
              <a:t>: Hücre içi ile hücre dışı arasındaki iyonların derişim farklılığıdır.</a:t>
            </a:r>
          </a:p>
          <a:p>
            <a:pPr>
              <a:lnSpc>
                <a:spcPct val="110000"/>
              </a:lnSpc>
            </a:pPr>
            <a:r>
              <a:rPr lang="tr-TR" sz="1100"/>
              <a:t>-Hücre içinde K</a:t>
            </a:r>
            <a:r>
              <a:rPr lang="tr-TR" sz="1100" baseline="30000"/>
              <a:t>+</a:t>
            </a:r>
            <a:r>
              <a:rPr lang="tr-TR" sz="1100"/>
              <a:t> derişimi fazla, Na</a:t>
            </a:r>
            <a:r>
              <a:rPr lang="tr-TR" sz="1100" baseline="30000"/>
              <a:t>+</a:t>
            </a:r>
            <a:r>
              <a:rPr lang="tr-TR" sz="1100"/>
              <a:t> derişimi azdır.</a:t>
            </a:r>
          </a:p>
          <a:p>
            <a:pPr>
              <a:lnSpc>
                <a:spcPct val="110000"/>
              </a:lnSpc>
            </a:pPr>
            <a:r>
              <a:rPr lang="tr-TR" sz="1100"/>
              <a:t>-Hücre dışında ise tam tersine K</a:t>
            </a:r>
            <a:r>
              <a:rPr lang="tr-TR" sz="1100" baseline="30000"/>
              <a:t>+</a:t>
            </a:r>
            <a:r>
              <a:rPr lang="tr-TR" sz="1100"/>
              <a:t> derişimi az, Na</a:t>
            </a:r>
            <a:r>
              <a:rPr lang="tr-TR" sz="1100" baseline="30000"/>
              <a:t>+ </a:t>
            </a:r>
            <a:r>
              <a:rPr lang="tr-TR" sz="1100"/>
              <a:t>derişimi fazladır.</a:t>
            </a:r>
          </a:p>
          <a:p>
            <a:pPr>
              <a:lnSpc>
                <a:spcPct val="110000"/>
              </a:lnSpc>
            </a:pPr>
            <a:r>
              <a:rPr lang="tr-TR" sz="1100" b="1"/>
              <a:t>-Hücre içinin negatif olmasının nedeni ise derişimi hücre dışına göre fazla olan anyonlardan (A</a:t>
            </a:r>
            <a:r>
              <a:rPr lang="tr-TR" sz="1100" b="1" baseline="30000"/>
              <a:t>-</a:t>
            </a:r>
            <a:r>
              <a:rPr lang="tr-TR" sz="1100" b="1"/>
              <a:t>) kaynaklanır.</a:t>
            </a:r>
            <a:endParaRPr lang="tr-TR" sz="1100"/>
          </a:p>
          <a:p>
            <a:pPr>
              <a:lnSpc>
                <a:spcPct val="110000"/>
              </a:lnSpc>
            </a:pPr>
            <a:r>
              <a:rPr lang="tr-TR" sz="1100"/>
              <a:t>- Bunlar proteinler, amino asitler, sülfat (SO</a:t>
            </a:r>
            <a:r>
              <a:rPr lang="tr-TR" sz="1100" baseline="-25000"/>
              <a:t>4</a:t>
            </a:r>
            <a:r>
              <a:rPr lang="tr-TR" sz="1100" baseline="30000"/>
              <a:t>-3</a:t>
            </a:r>
            <a:r>
              <a:rPr lang="tr-TR" sz="1100"/>
              <a:t>), fosfat (PO</a:t>
            </a:r>
            <a:r>
              <a:rPr lang="tr-TR" sz="1100" baseline="-25000"/>
              <a:t>4</a:t>
            </a:r>
            <a:r>
              <a:rPr lang="tr-TR" sz="1100" baseline="30000"/>
              <a:t>-3</a:t>
            </a:r>
            <a:r>
              <a:rPr lang="tr-TR" sz="1100"/>
              <a:t>)  ve diğer negatif yüklü iyonlardır.</a:t>
            </a:r>
          </a:p>
          <a:p>
            <a:pPr marL="0" indent="0">
              <a:lnSpc>
                <a:spcPct val="110000"/>
              </a:lnSpc>
              <a:buNone/>
            </a:pPr>
            <a:br>
              <a:rPr lang="tr-TR" sz="1100"/>
            </a:br>
            <a:endParaRPr lang="tr-TR" sz="1100"/>
          </a:p>
        </p:txBody>
      </p:sp>
      <p:sp>
        <p:nvSpPr>
          <p:cNvPr id="4" name="Alt Bilgi Yer Tutucusu 3">
            <a:extLst>
              <a:ext uri="{FF2B5EF4-FFF2-40B4-BE49-F238E27FC236}">
                <a16:creationId xmlns:a16="http://schemas.microsoft.com/office/drawing/2014/main" id="{0CB8DD62-8BC9-BAD4-834A-86E20AB3BD10}"/>
              </a:ext>
            </a:extLst>
          </p:cNvPr>
          <p:cNvSpPr>
            <a:spLocks noGrp="1"/>
          </p:cNvSpPr>
          <p:nvPr>
            <p:ph type="ftr" sz="quarter" idx="11"/>
          </p:nvPr>
        </p:nvSpPr>
        <p:spPr/>
        <p:txBody>
          <a:bodyPr/>
          <a:lstStyle/>
          <a:p>
            <a:r>
              <a:rPr lang="en-US"/>
              <a:t>MEHMET FATİH KARAKAŞ</a:t>
            </a:r>
            <a:endParaRPr lang="en-US" dirty="0"/>
          </a:p>
        </p:txBody>
      </p:sp>
    </p:spTree>
    <p:extLst>
      <p:ext uri="{BB962C8B-B14F-4D97-AF65-F5344CB8AC3E}">
        <p14:creationId xmlns:p14="http://schemas.microsoft.com/office/powerpoint/2010/main" val="346219171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09580B5F-66DE-4276-2DF3-14E79C6C598B}"/>
              </a:ext>
            </a:extLst>
          </p:cNvPr>
          <p:cNvSpPr>
            <a:spLocks noGrp="1"/>
          </p:cNvSpPr>
          <p:nvPr>
            <p:ph type="title"/>
          </p:nvPr>
        </p:nvSpPr>
        <p:spPr>
          <a:xfrm>
            <a:off x="804672" y="802955"/>
            <a:ext cx="4766330" cy="1454051"/>
          </a:xfrm>
        </p:spPr>
        <p:txBody>
          <a:bodyPr>
            <a:normAutofit/>
          </a:bodyPr>
          <a:lstStyle/>
          <a:p>
            <a:r>
              <a:rPr lang="tr-TR" sz="3600" dirty="0"/>
              <a:t>Polarizasyon</a:t>
            </a:r>
          </a:p>
        </p:txBody>
      </p:sp>
      <p:sp>
        <p:nvSpPr>
          <p:cNvPr id="3" name="İçerik Yer Tutucusu 2">
            <a:extLst>
              <a:ext uri="{FF2B5EF4-FFF2-40B4-BE49-F238E27FC236}">
                <a16:creationId xmlns:a16="http://schemas.microsoft.com/office/drawing/2014/main" id="{79DEE786-BCEA-5F80-B942-953F11CD740E}"/>
              </a:ext>
            </a:extLst>
          </p:cNvPr>
          <p:cNvSpPr>
            <a:spLocks noGrp="1"/>
          </p:cNvSpPr>
          <p:nvPr>
            <p:ph idx="1"/>
          </p:nvPr>
        </p:nvSpPr>
        <p:spPr>
          <a:xfrm>
            <a:off x="426287" y="1945663"/>
            <a:ext cx="5144715" cy="3726440"/>
          </a:xfrm>
        </p:spPr>
        <p:txBody>
          <a:bodyPr anchor="t">
            <a:normAutofit fontScale="92500" lnSpcReduction="10000"/>
          </a:bodyPr>
          <a:lstStyle/>
          <a:p>
            <a:r>
              <a:rPr lang="tr-TR" sz="1600"/>
              <a:t>-Polarize durumundaki bir nöronda hücre içi ile hücre dışı arasında -70mV’luk bir potansiyel farkı ölçülür.</a:t>
            </a:r>
          </a:p>
          <a:p>
            <a:r>
              <a:rPr lang="tr-TR" sz="1600"/>
              <a:t>-Polarize durumdaki bir nöronda Na ve K kanalları kapalıdır.</a:t>
            </a:r>
          </a:p>
          <a:p>
            <a:r>
              <a:rPr lang="tr-TR" sz="1600"/>
              <a:t>-Polarizasyonu sağlayan hücre zarında bulunan </a:t>
            </a:r>
            <a:r>
              <a:rPr lang="tr-TR" sz="1600" b="1" u="sng"/>
              <a:t>Na</a:t>
            </a:r>
            <a:r>
              <a:rPr lang="tr-TR" sz="1600" b="1" u="sng" baseline="30000"/>
              <a:t>+</a:t>
            </a:r>
            <a:r>
              <a:rPr lang="tr-TR" sz="1600" b="1" u="sng"/>
              <a:t>-K</a:t>
            </a:r>
            <a:r>
              <a:rPr lang="tr-TR" sz="1600" b="1" u="sng" baseline="30000"/>
              <a:t>+</a:t>
            </a:r>
            <a:r>
              <a:rPr lang="tr-TR" sz="1600" b="1" u="sng"/>
              <a:t>ATPaz pompasıdır.</a:t>
            </a:r>
            <a:r>
              <a:rPr lang="tr-TR" sz="1600"/>
              <a:t> Aktif taşıma yapan bu elemanlar hücre içindeki Na</a:t>
            </a:r>
            <a:r>
              <a:rPr lang="tr-TR" sz="1600" baseline="30000"/>
              <a:t>+</a:t>
            </a:r>
            <a:r>
              <a:rPr lang="tr-TR" sz="1600"/>
              <a:t> ları dışarı atarken hücre dışındaki K</a:t>
            </a:r>
            <a:r>
              <a:rPr lang="tr-TR" sz="1600" baseline="30000"/>
              <a:t>+</a:t>
            </a:r>
            <a:r>
              <a:rPr lang="tr-TR" sz="1600"/>
              <a:t>ları hücre içine alırlar. Na-K ATPaz ile dışarı pompalanan Na</a:t>
            </a:r>
            <a:r>
              <a:rPr lang="tr-TR" sz="1600" baseline="30000"/>
              <a:t>+</a:t>
            </a:r>
            <a:r>
              <a:rPr lang="tr-TR" sz="1600"/>
              <a:t> iyonları, içeri pompalanan K</a:t>
            </a:r>
            <a:r>
              <a:rPr lang="tr-TR" sz="1600" baseline="30000"/>
              <a:t>+</a:t>
            </a:r>
            <a:r>
              <a:rPr lang="tr-TR" sz="1600"/>
              <a:t> iyonlarından fazladır. Ayrıca hücre içinde bol miktarda bulunan negatif yüklü protein anyonları büyük moleküller olduklarından zardan geçemezler ve hücre içindeki K</a:t>
            </a:r>
            <a:r>
              <a:rPr lang="tr-TR" sz="1600" baseline="30000"/>
              <a:t>+</a:t>
            </a:r>
            <a:r>
              <a:rPr lang="tr-TR" sz="1600"/>
              <a:t> iyonlarını kendilerine doğru çekerek hücre dışına çıkmasına engel olurlar. Bunun sonucunda sinir hücresinin dış kısmı pozitif, iç kısmı negatif yüke sahip olur.</a:t>
            </a:r>
          </a:p>
          <a:p>
            <a:endParaRPr lang="tr-TR" sz="1600" dirty="0"/>
          </a:p>
        </p:txBody>
      </p:sp>
      <p:pic>
        <p:nvPicPr>
          <p:cNvPr id="7" name="Resim 6" descr="metin, ekran görüntüsü, renklilik içeren bir resim&#10;&#10;Yapay zeka tarafından oluşturulmuş içerik yanlış olabilir.">
            <a:extLst>
              <a:ext uri="{FF2B5EF4-FFF2-40B4-BE49-F238E27FC236}">
                <a16:creationId xmlns:a16="http://schemas.microsoft.com/office/drawing/2014/main" id="{1FA658C3-FB60-0B95-CE9B-F194F1AC27F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865275" y="1945663"/>
            <a:ext cx="5985349" cy="2974313"/>
          </a:xfrm>
          <a:prstGeom prst="rect">
            <a:avLst/>
          </a:prstGeom>
        </p:spPr>
      </p:pic>
      <p:sp>
        <p:nvSpPr>
          <p:cNvPr id="4" name="Alt Bilgi Yer Tutucusu 3">
            <a:extLst>
              <a:ext uri="{FF2B5EF4-FFF2-40B4-BE49-F238E27FC236}">
                <a16:creationId xmlns:a16="http://schemas.microsoft.com/office/drawing/2014/main" id="{9718739F-897B-8F23-D6D4-9CFF47442E39}"/>
              </a:ext>
            </a:extLst>
          </p:cNvPr>
          <p:cNvSpPr>
            <a:spLocks noGrp="1"/>
          </p:cNvSpPr>
          <p:nvPr>
            <p:ph type="ftr" sz="quarter" idx="11"/>
          </p:nvPr>
        </p:nvSpPr>
        <p:spPr/>
        <p:txBody>
          <a:bodyPr/>
          <a:lstStyle/>
          <a:p>
            <a:r>
              <a:rPr lang="en-US"/>
              <a:t>MEHMET FATİH KARAKAŞ</a:t>
            </a:r>
            <a:endParaRPr lang="en-US" dirty="0"/>
          </a:p>
        </p:txBody>
      </p:sp>
    </p:spTree>
    <p:extLst>
      <p:ext uri="{BB962C8B-B14F-4D97-AF65-F5344CB8AC3E}">
        <p14:creationId xmlns:p14="http://schemas.microsoft.com/office/powerpoint/2010/main" val="432091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DAE6D7CB-E5A2-2291-EB59-CDE497DE5AD5}"/>
              </a:ext>
            </a:extLst>
          </p:cNvPr>
          <p:cNvSpPr>
            <a:spLocks noGrp="1"/>
          </p:cNvSpPr>
          <p:nvPr>
            <p:ph type="title"/>
          </p:nvPr>
        </p:nvSpPr>
        <p:spPr>
          <a:xfrm>
            <a:off x="804672" y="802955"/>
            <a:ext cx="4766330" cy="1454051"/>
          </a:xfrm>
        </p:spPr>
        <p:txBody>
          <a:bodyPr>
            <a:normAutofit/>
          </a:bodyPr>
          <a:lstStyle/>
          <a:p>
            <a:r>
              <a:rPr lang="tr-TR" sz="3600" dirty="0"/>
              <a:t>Depolarizasyon</a:t>
            </a:r>
          </a:p>
        </p:txBody>
      </p:sp>
      <p:sp>
        <p:nvSpPr>
          <p:cNvPr id="3" name="İçerik Yer Tutucusu 2">
            <a:extLst>
              <a:ext uri="{FF2B5EF4-FFF2-40B4-BE49-F238E27FC236}">
                <a16:creationId xmlns:a16="http://schemas.microsoft.com/office/drawing/2014/main" id="{9108E467-AD4E-14BB-FBC6-E9920F0797DA}"/>
              </a:ext>
            </a:extLst>
          </p:cNvPr>
          <p:cNvSpPr>
            <a:spLocks noGrp="1"/>
          </p:cNvSpPr>
          <p:nvPr>
            <p:ph idx="1"/>
          </p:nvPr>
        </p:nvSpPr>
        <p:spPr>
          <a:xfrm>
            <a:off x="804672" y="2421683"/>
            <a:ext cx="4765949" cy="3353476"/>
          </a:xfrm>
        </p:spPr>
        <p:txBody>
          <a:bodyPr anchor="t">
            <a:normAutofit fontScale="92500" lnSpcReduction="20000"/>
          </a:bodyPr>
          <a:lstStyle/>
          <a:p>
            <a:r>
              <a:rPr lang="tr-TR" sz="1700" b="1" dirty="0"/>
              <a:t>-Depolarizasyon (Kutuplaşmanın bozulması):</a:t>
            </a:r>
            <a:r>
              <a:rPr lang="tr-TR" sz="1700" dirty="0"/>
              <a:t> Eşik değer ve ya üzerinde bir uyarı alındığında sinir hücresinin zarında bulunan </a:t>
            </a:r>
            <a:r>
              <a:rPr lang="tr-TR" sz="1700" dirty="0" err="1"/>
              <a:t>Na</a:t>
            </a:r>
            <a:r>
              <a:rPr lang="tr-TR" sz="1700" baseline="30000" dirty="0"/>
              <a:t>+</a:t>
            </a:r>
            <a:r>
              <a:rPr lang="tr-TR" sz="1700" dirty="0"/>
              <a:t> kapıları açılır (K</a:t>
            </a:r>
            <a:r>
              <a:rPr lang="tr-TR" sz="1700" baseline="30000" dirty="0"/>
              <a:t>+</a:t>
            </a:r>
            <a:r>
              <a:rPr lang="tr-TR" sz="1700" dirty="0"/>
              <a:t> kapıları kapalı kalır) ve hücre dışında daha fazla bulunan </a:t>
            </a:r>
            <a:r>
              <a:rPr lang="tr-TR" sz="1700" dirty="0" err="1"/>
              <a:t>Na</a:t>
            </a:r>
            <a:r>
              <a:rPr lang="tr-TR" sz="1700" baseline="30000" dirty="0" err="1"/>
              <a:t>+</a:t>
            </a:r>
            <a:r>
              <a:rPr lang="tr-TR" sz="1700" dirty="0" err="1"/>
              <a:t>lar</a:t>
            </a:r>
            <a:r>
              <a:rPr lang="tr-TR" sz="1700" dirty="0"/>
              <a:t> içeri doğru difüzyon kuralları gereğince akmaya başlar. Bu durumda hücre içinde hem </a:t>
            </a:r>
            <a:r>
              <a:rPr lang="tr-TR" sz="1700" dirty="0" err="1"/>
              <a:t>Na</a:t>
            </a:r>
            <a:r>
              <a:rPr lang="tr-TR" sz="1700" baseline="30000" dirty="0"/>
              <a:t>+</a:t>
            </a:r>
            <a:r>
              <a:rPr lang="tr-TR" sz="1700" dirty="0"/>
              <a:t> hem K</a:t>
            </a:r>
            <a:r>
              <a:rPr lang="tr-TR" sz="1700" baseline="30000" dirty="0"/>
              <a:t>+</a:t>
            </a:r>
            <a:r>
              <a:rPr lang="tr-TR" sz="1700" dirty="0"/>
              <a:t> iyonları fazla duruma geldiğinden hücre içi dışarısına göre daha pozitif duruma geçer. Bu duruma </a:t>
            </a:r>
            <a:r>
              <a:rPr lang="tr-TR" sz="1700" b="1" dirty="0"/>
              <a:t>depolarizasyon </a:t>
            </a:r>
            <a:r>
              <a:rPr lang="tr-TR" sz="1700" dirty="0"/>
              <a:t>denir.</a:t>
            </a:r>
          </a:p>
          <a:p>
            <a:r>
              <a:rPr lang="tr-TR" sz="1700" dirty="0"/>
              <a:t>-Depolarize durumdaki bir sinir hücresi plazmasının hücre dışına göre elektriksel güç değeri +40 mV (</a:t>
            </a:r>
            <a:r>
              <a:rPr lang="tr-TR" sz="1700" dirty="0" err="1"/>
              <a:t>milivolt</a:t>
            </a:r>
            <a:r>
              <a:rPr lang="tr-TR" sz="1700" dirty="0"/>
              <a:t>) dur.</a:t>
            </a:r>
          </a:p>
          <a:p>
            <a:endParaRPr lang="tr-TR" sz="1700" dirty="0"/>
          </a:p>
        </p:txBody>
      </p:sp>
      <p:pic>
        <p:nvPicPr>
          <p:cNvPr id="5" name="Resim 4" descr="ekran görüntüsü, metin, renklilik içeren bir resim&#10;&#10;Yapay zeka tarafından oluşturulmuş içerik yanlış olabilir.">
            <a:extLst>
              <a:ext uri="{FF2B5EF4-FFF2-40B4-BE49-F238E27FC236}">
                <a16:creationId xmlns:a16="http://schemas.microsoft.com/office/drawing/2014/main" id="{89B97B6D-50BB-47AA-C95D-44F59B33C9F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865275" y="1933655"/>
            <a:ext cx="5985349" cy="2992675"/>
          </a:xfrm>
          <a:prstGeom prst="rect">
            <a:avLst/>
          </a:prstGeom>
        </p:spPr>
      </p:pic>
      <p:sp>
        <p:nvSpPr>
          <p:cNvPr id="6" name="Alt Bilgi Yer Tutucusu 5">
            <a:extLst>
              <a:ext uri="{FF2B5EF4-FFF2-40B4-BE49-F238E27FC236}">
                <a16:creationId xmlns:a16="http://schemas.microsoft.com/office/drawing/2014/main" id="{969DB15A-4958-375E-B275-FEF023EF72B8}"/>
              </a:ext>
            </a:extLst>
          </p:cNvPr>
          <p:cNvSpPr>
            <a:spLocks noGrp="1"/>
          </p:cNvSpPr>
          <p:nvPr>
            <p:ph type="ftr" sz="quarter" idx="11"/>
          </p:nvPr>
        </p:nvSpPr>
        <p:spPr/>
        <p:txBody>
          <a:bodyPr/>
          <a:lstStyle/>
          <a:p>
            <a:r>
              <a:rPr lang="en-US"/>
              <a:t>MEHMET FATİH KARAKAŞ</a:t>
            </a:r>
            <a:endParaRPr lang="en-US" dirty="0"/>
          </a:p>
        </p:txBody>
      </p:sp>
    </p:spTree>
    <p:extLst>
      <p:ext uri="{BB962C8B-B14F-4D97-AF65-F5344CB8AC3E}">
        <p14:creationId xmlns:p14="http://schemas.microsoft.com/office/powerpoint/2010/main" val="337775481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EBD68309-67E3-DDB4-891C-F312B767318F}"/>
              </a:ext>
            </a:extLst>
          </p:cNvPr>
          <p:cNvSpPr>
            <a:spLocks noGrp="1"/>
          </p:cNvSpPr>
          <p:nvPr>
            <p:ph type="title"/>
          </p:nvPr>
        </p:nvSpPr>
        <p:spPr>
          <a:xfrm>
            <a:off x="804672" y="802955"/>
            <a:ext cx="4766330" cy="1454051"/>
          </a:xfrm>
        </p:spPr>
        <p:txBody>
          <a:bodyPr>
            <a:normAutofit/>
          </a:bodyPr>
          <a:lstStyle/>
          <a:p>
            <a:r>
              <a:rPr lang="tr-TR" sz="3600" dirty="0"/>
              <a:t>Repolarizasyon</a:t>
            </a:r>
          </a:p>
        </p:txBody>
      </p:sp>
      <p:sp>
        <p:nvSpPr>
          <p:cNvPr id="3" name="İçerik Yer Tutucusu 2">
            <a:extLst>
              <a:ext uri="{FF2B5EF4-FFF2-40B4-BE49-F238E27FC236}">
                <a16:creationId xmlns:a16="http://schemas.microsoft.com/office/drawing/2014/main" id="{6319E02F-419A-5382-AD45-C4FB86257D3F}"/>
              </a:ext>
            </a:extLst>
          </p:cNvPr>
          <p:cNvSpPr>
            <a:spLocks noGrp="1"/>
          </p:cNvSpPr>
          <p:nvPr>
            <p:ph idx="1"/>
          </p:nvPr>
        </p:nvSpPr>
        <p:spPr>
          <a:xfrm>
            <a:off x="804672" y="2421683"/>
            <a:ext cx="4765949" cy="3353476"/>
          </a:xfrm>
        </p:spPr>
        <p:txBody>
          <a:bodyPr anchor="t">
            <a:normAutofit fontScale="92500"/>
          </a:bodyPr>
          <a:lstStyle/>
          <a:p>
            <a:r>
              <a:rPr lang="tr-TR" sz="1500" dirty="0"/>
              <a:t>-Repolarizasyon: Depolarizasyondan sonra hücre zarında bulunan </a:t>
            </a:r>
            <a:r>
              <a:rPr lang="tr-TR" sz="1500" dirty="0" err="1"/>
              <a:t>Na</a:t>
            </a:r>
            <a:r>
              <a:rPr lang="tr-TR" sz="1500" baseline="30000" dirty="0"/>
              <a:t>+</a:t>
            </a:r>
            <a:r>
              <a:rPr lang="tr-TR" sz="1500" dirty="0"/>
              <a:t> kapıları kapanır ve hücre içine </a:t>
            </a:r>
            <a:r>
              <a:rPr lang="tr-TR" sz="1500" dirty="0" err="1"/>
              <a:t>Na</a:t>
            </a:r>
            <a:r>
              <a:rPr lang="tr-TR" sz="1500" baseline="30000" dirty="0"/>
              <a:t>+</a:t>
            </a:r>
            <a:r>
              <a:rPr lang="tr-TR" sz="1500" dirty="0"/>
              <a:t> girişi durdurulur. Ardından hücre zarındaki K</a:t>
            </a:r>
            <a:r>
              <a:rPr lang="tr-TR" sz="1500" baseline="30000" dirty="0"/>
              <a:t>+</a:t>
            </a:r>
            <a:r>
              <a:rPr lang="tr-TR" sz="1500" dirty="0"/>
              <a:t> kapıları açılır ve bu sefer hücre içindeki K</a:t>
            </a:r>
            <a:r>
              <a:rPr lang="tr-TR" sz="1500" baseline="30000" dirty="0"/>
              <a:t>+</a:t>
            </a:r>
            <a:r>
              <a:rPr lang="tr-TR" sz="1500" dirty="0"/>
              <a:t>’</a:t>
            </a:r>
            <a:r>
              <a:rPr lang="tr-TR" sz="1500" dirty="0" err="1"/>
              <a:t>lar</a:t>
            </a:r>
            <a:r>
              <a:rPr lang="tr-TR" sz="1500" dirty="0"/>
              <a:t> hücre dışına doğru akmaya başlar. Sonuç olarak </a:t>
            </a:r>
            <a:r>
              <a:rPr lang="tr-TR" sz="1500" dirty="0" err="1"/>
              <a:t>repolarize</a:t>
            </a:r>
            <a:r>
              <a:rPr lang="tr-TR" sz="1500" dirty="0"/>
              <a:t> durumda bir nöronda </a:t>
            </a:r>
            <a:r>
              <a:rPr lang="tr-TR" sz="1500" dirty="0" err="1"/>
              <a:t>Na</a:t>
            </a:r>
            <a:r>
              <a:rPr lang="tr-TR" sz="1500" baseline="30000" dirty="0"/>
              <a:t>+</a:t>
            </a:r>
            <a:r>
              <a:rPr lang="tr-TR" sz="1500" dirty="0"/>
              <a:t> kapıları kapanmış ve K+ kapıları açılmıştır. Bu durumda hücre içinden hücre dışına çıkan </a:t>
            </a:r>
            <a:r>
              <a:rPr lang="tr-TR" sz="1500" dirty="0" err="1"/>
              <a:t>K+lar</a:t>
            </a:r>
            <a:r>
              <a:rPr lang="tr-TR" sz="1500" dirty="0"/>
              <a:t> nedeniyle yine hücre içi negatif (–), hücre dışı pozitif (+) yüklü duruma gelmiştir.</a:t>
            </a:r>
          </a:p>
          <a:p>
            <a:r>
              <a:rPr lang="tr-TR" sz="1500" dirty="0"/>
              <a:t>Ancak durum polarizasyondan farklıdır. </a:t>
            </a:r>
            <a:r>
              <a:rPr lang="tr-TR" sz="1500" dirty="0" err="1"/>
              <a:t>Repolarize</a:t>
            </a:r>
            <a:r>
              <a:rPr lang="tr-TR" sz="1500" dirty="0"/>
              <a:t> durumda bir sinir hücresinin içinde </a:t>
            </a:r>
            <a:r>
              <a:rPr lang="tr-TR" sz="1500" dirty="0" err="1"/>
              <a:t>Na</a:t>
            </a:r>
            <a:r>
              <a:rPr lang="tr-TR" sz="1500" dirty="0"/>
              <a:t>+ iyonları fazla, dışında ise K+ iyonları fazladır. Polarizasyondan farkı </a:t>
            </a:r>
            <a:r>
              <a:rPr lang="tr-TR" sz="1500" dirty="0" err="1"/>
              <a:t>Na</a:t>
            </a:r>
            <a:r>
              <a:rPr lang="tr-TR" sz="1500" dirty="0"/>
              <a:t> içerde K dışarda fazla olmasıdır.</a:t>
            </a:r>
          </a:p>
          <a:p>
            <a:endParaRPr lang="tr-TR" sz="1500" dirty="0"/>
          </a:p>
        </p:txBody>
      </p:sp>
      <p:pic>
        <p:nvPicPr>
          <p:cNvPr id="6" name="Resim 5" descr="metin, ekran görüntüsü, renklilik içeren bir resim&#10;&#10;Yapay zeka tarafından oluşturulmuş içerik yanlış olabilir.">
            <a:extLst>
              <a:ext uri="{FF2B5EF4-FFF2-40B4-BE49-F238E27FC236}">
                <a16:creationId xmlns:a16="http://schemas.microsoft.com/office/drawing/2014/main" id="{1B440745-AF29-CE12-4D9F-35F297BE8AD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866639" y="2113280"/>
            <a:ext cx="5983985" cy="2718334"/>
          </a:xfrm>
          <a:prstGeom prst="rect">
            <a:avLst/>
          </a:prstGeom>
        </p:spPr>
      </p:pic>
      <p:sp>
        <p:nvSpPr>
          <p:cNvPr id="5" name="Alt Bilgi Yer Tutucusu 4">
            <a:extLst>
              <a:ext uri="{FF2B5EF4-FFF2-40B4-BE49-F238E27FC236}">
                <a16:creationId xmlns:a16="http://schemas.microsoft.com/office/drawing/2014/main" id="{2498A6C6-F1B0-E022-9CC8-9D91C502FD6A}"/>
              </a:ext>
            </a:extLst>
          </p:cNvPr>
          <p:cNvSpPr>
            <a:spLocks noGrp="1"/>
          </p:cNvSpPr>
          <p:nvPr>
            <p:ph type="ftr" sz="quarter" idx="11"/>
          </p:nvPr>
        </p:nvSpPr>
        <p:spPr/>
        <p:txBody>
          <a:bodyPr/>
          <a:lstStyle/>
          <a:p>
            <a:r>
              <a:rPr lang="en-US"/>
              <a:t>MEHMET FATİH KARAKAŞ</a:t>
            </a:r>
            <a:endParaRPr lang="en-US" dirty="0"/>
          </a:p>
        </p:txBody>
      </p:sp>
    </p:spTree>
    <p:extLst>
      <p:ext uri="{BB962C8B-B14F-4D97-AF65-F5344CB8AC3E}">
        <p14:creationId xmlns:p14="http://schemas.microsoft.com/office/powerpoint/2010/main" val="301313715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çerik Yer Tutucusu 2">
            <a:extLst>
              <a:ext uri="{FF2B5EF4-FFF2-40B4-BE49-F238E27FC236}">
                <a16:creationId xmlns:a16="http://schemas.microsoft.com/office/drawing/2014/main" id="{55691FBF-247B-BBBD-9E6B-9A99BA6A144D}"/>
              </a:ext>
            </a:extLst>
          </p:cNvPr>
          <p:cNvSpPr>
            <a:spLocks noGrp="1"/>
          </p:cNvSpPr>
          <p:nvPr>
            <p:ph idx="1"/>
          </p:nvPr>
        </p:nvSpPr>
        <p:spPr>
          <a:xfrm>
            <a:off x="804672" y="2421683"/>
            <a:ext cx="4765949" cy="3353476"/>
          </a:xfrm>
        </p:spPr>
        <p:txBody>
          <a:bodyPr anchor="t">
            <a:normAutofit fontScale="77500" lnSpcReduction="20000"/>
          </a:bodyPr>
          <a:lstStyle/>
          <a:p>
            <a:r>
              <a:rPr lang="tr-TR" sz="1800" dirty="0"/>
              <a:t>-Polarize durumdan sırasıyla depolarize ve </a:t>
            </a:r>
            <a:r>
              <a:rPr lang="tr-TR" sz="1800" dirty="0" err="1"/>
              <a:t>repolarize</a:t>
            </a:r>
            <a:r>
              <a:rPr lang="tr-TR" sz="1800" dirty="0"/>
              <a:t> duruma geçmiş olan bir hücre, tekrar uyarı alıp </a:t>
            </a:r>
            <a:r>
              <a:rPr lang="tr-TR" sz="1800" dirty="0" err="1"/>
              <a:t>impuls</a:t>
            </a:r>
            <a:r>
              <a:rPr lang="tr-TR" sz="1800" dirty="0"/>
              <a:t> iletebilmek için ilk hâli olan polarizasyon durumuna dönmek zorundadır. İşte burada yukarıda anlatılan </a:t>
            </a:r>
            <a:r>
              <a:rPr lang="tr-TR" sz="1800" dirty="0" err="1"/>
              <a:t>Na</a:t>
            </a:r>
            <a:r>
              <a:rPr lang="tr-TR" sz="1800" baseline="30000" dirty="0"/>
              <a:t>+</a:t>
            </a:r>
            <a:r>
              <a:rPr lang="tr-TR" sz="1800" dirty="0"/>
              <a:t>-K</a:t>
            </a:r>
            <a:r>
              <a:rPr lang="tr-TR" sz="1800" baseline="30000" dirty="0"/>
              <a:t>+</a:t>
            </a:r>
            <a:r>
              <a:rPr lang="tr-TR" sz="1800" dirty="0"/>
              <a:t>/</a:t>
            </a:r>
            <a:r>
              <a:rPr lang="tr-TR" sz="1800" dirty="0" err="1"/>
              <a:t>ATPaz</a:t>
            </a:r>
            <a:r>
              <a:rPr lang="tr-TR" sz="1800" dirty="0"/>
              <a:t> pompası hücreye giren </a:t>
            </a:r>
            <a:r>
              <a:rPr lang="tr-TR" sz="1800" dirty="0" err="1"/>
              <a:t>Na</a:t>
            </a:r>
            <a:r>
              <a:rPr lang="tr-TR" sz="1800" baseline="30000" dirty="0"/>
              <a:t>+ </a:t>
            </a:r>
            <a:r>
              <a:rPr lang="tr-TR" sz="1800" dirty="0"/>
              <a:t>iyonlarını dışarı, hücre dışına çıkan K</a:t>
            </a:r>
            <a:r>
              <a:rPr lang="tr-TR" sz="1800" baseline="30000" dirty="0"/>
              <a:t>+</a:t>
            </a:r>
            <a:r>
              <a:rPr lang="tr-TR" sz="1800" dirty="0"/>
              <a:t> iyonlarını tekrar içeri pompalayarak bu iyonların derişimini </a:t>
            </a:r>
            <a:r>
              <a:rPr lang="tr-TR" sz="1800" dirty="0" err="1"/>
              <a:t>impuls</a:t>
            </a:r>
            <a:r>
              <a:rPr lang="tr-TR" sz="1800" dirty="0"/>
              <a:t> öncesindeki duruma getirir. Böylece hücre tekrar polarizasyon hâline gelir. Bu olay aktif taşıma ile gerçekleşir.</a:t>
            </a:r>
          </a:p>
          <a:p>
            <a:r>
              <a:rPr lang="tr-TR" sz="1800" b="1" dirty="0"/>
              <a:t>Hiperpolarizasyon:</a:t>
            </a:r>
            <a:r>
              <a:rPr lang="tr-TR" sz="1800" dirty="0"/>
              <a:t> Repolarizasyon sırasında açılan potasyum kanalları yavaş kapandığı için, hücre dışına fazla K çıkışı olur. Hücre -70 mV değerine dönmek isterken, -85 mV değere kadar düşebilir. Bu duruma </a:t>
            </a:r>
            <a:r>
              <a:rPr lang="tr-TR" sz="1800" b="1" dirty="0"/>
              <a:t>hiperpolarizasyon </a:t>
            </a:r>
            <a:r>
              <a:rPr lang="tr-TR" sz="1800" dirty="0"/>
              <a:t>denir. Yani hücrenin aşırı polarize hale gelmesidir.</a:t>
            </a:r>
          </a:p>
          <a:p>
            <a:endParaRPr lang="tr-TR" sz="1800" dirty="0"/>
          </a:p>
        </p:txBody>
      </p:sp>
      <p:pic>
        <p:nvPicPr>
          <p:cNvPr id="5" name="Resim 4" descr="metin, çizgi, diyagram, öykü gelişim çizgisi; kumpas; grafiğini çıkarma içeren bir resim&#10;&#10;Yapay zeka tarafından oluşturulmuş içerik yanlış olabilir.">
            <a:extLst>
              <a:ext uri="{FF2B5EF4-FFF2-40B4-BE49-F238E27FC236}">
                <a16:creationId xmlns:a16="http://schemas.microsoft.com/office/drawing/2014/main" id="{093CC2B8-4FB1-EE34-394B-0FF3A51F02C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377821" y="1727200"/>
            <a:ext cx="5472803" cy="3480862"/>
          </a:xfrm>
          <a:prstGeom prst="rect">
            <a:avLst/>
          </a:prstGeom>
        </p:spPr>
      </p:pic>
      <p:sp>
        <p:nvSpPr>
          <p:cNvPr id="2" name="Alt Bilgi Yer Tutucusu 1">
            <a:extLst>
              <a:ext uri="{FF2B5EF4-FFF2-40B4-BE49-F238E27FC236}">
                <a16:creationId xmlns:a16="http://schemas.microsoft.com/office/drawing/2014/main" id="{DC43B92C-2A0F-D4D8-17BA-CB4B9D79970E}"/>
              </a:ext>
            </a:extLst>
          </p:cNvPr>
          <p:cNvSpPr>
            <a:spLocks noGrp="1"/>
          </p:cNvSpPr>
          <p:nvPr>
            <p:ph type="ftr" sz="quarter" idx="11"/>
          </p:nvPr>
        </p:nvSpPr>
        <p:spPr/>
        <p:txBody>
          <a:bodyPr/>
          <a:lstStyle/>
          <a:p>
            <a:r>
              <a:rPr lang="en-US"/>
              <a:t>MEHMET FATİH KARAKAŞ</a:t>
            </a:r>
            <a:endParaRPr lang="en-US" dirty="0"/>
          </a:p>
        </p:txBody>
      </p:sp>
    </p:spTree>
    <p:extLst>
      <p:ext uri="{BB962C8B-B14F-4D97-AF65-F5344CB8AC3E}">
        <p14:creationId xmlns:p14="http://schemas.microsoft.com/office/powerpoint/2010/main" val="192331777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pic>
        <p:nvPicPr>
          <p:cNvPr id="110770" name="Picture 2">
            <a:extLst>
              <a:ext uri="{FF2B5EF4-FFF2-40B4-BE49-F238E27FC236}">
                <a16:creationId xmlns:a16="http://schemas.microsoft.com/office/drawing/2014/main" id="{9FBB3149-8289-4060-BB01-ED3047C53146}"/>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2">
            <a:alphaModFix amt="30000"/>
            <a:extLst>
              <a:ext uri="{28A0092B-C50C-407E-A947-70E740481C1C}">
                <a14:useLocalDpi xmlns:a14="http://schemas.microsoft.com/office/drawing/2010/main" val="0"/>
              </a:ext>
            </a:extLst>
          </a:blip>
          <a:srcRect/>
          <a:stretch>
            <a:fillRect/>
          </a:stretch>
        </p:blipFill>
        <p:spPr bwMode="auto">
          <a:xfrm>
            <a:off x="0" y="0"/>
            <a:ext cx="12192003" cy="6858001"/>
          </a:xfrm>
          <a:prstGeom prst="rect">
            <a:avLst/>
          </a:prstGeom>
          <a:noFill/>
          <a:extLst>
            <a:ext uri="{909E8E84-426E-40dd-AFC4-6F175D3DCCD1}">
              <a14:hiddenFill xmlns="" xmlns:a16="http://schemas.microsoft.com/office/drawing/2014/main" xmlns:a14="http://schemas.microsoft.com/office/drawing/2010/main">
                <a:solidFill>
                  <a:srgbClr val="FFFFFF"/>
                </a:solidFill>
              </a14:hiddenFill>
            </a:ext>
          </a:extLst>
        </p:spPr>
      </p:pic>
      <p:grpSp>
        <p:nvGrpSpPr>
          <p:cNvPr id="110771" name="Group 110694">
            <a:extLst>
              <a:ext uri="{FF2B5EF4-FFF2-40B4-BE49-F238E27FC236}">
                <a16:creationId xmlns:a16="http://schemas.microsoft.com/office/drawing/2014/main" id="{3BAEF7DA-43C4-4736-B5A3-B48E6125AB2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4288" y="0"/>
            <a:ext cx="12053888" cy="6858001"/>
            <a:chOff x="-14288" y="0"/>
            <a:chExt cx="12053888" cy="6858001"/>
          </a:xfrm>
        </p:grpSpPr>
        <p:grpSp>
          <p:nvGrpSpPr>
            <p:cNvPr id="110696" name="Group 110695">
              <a:extLst>
                <a:ext uri="{FF2B5EF4-FFF2-40B4-BE49-F238E27FC236}">
                  <a16:creationId xmlns:a16="http://schemas.microsoft.com/office/drawing/2014/main" id="{A909436B-313B-4D27-BD55-E8303EF45102}"/>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14288" y="0"/>
              <a:ext cx="1220788" cy="6858001"/>
              <a:chOff x="-14288" y="0"/>
              <a:chExt cx="1220788" cy="6858001"/>
            </a:xfrm>
            <a:gradFill flip="none" rotWithShape="1">
              <a:gsLst>
                <a:gs pos="0">
                  <a:schemeClr val="tx2"/>
                </a:gs>
                <a:gs pos="100000">
                  <a:schemeClr val="bg2">
                    <a:lumMod val="60000"/>
                    <a:lumOff val="40000"/>
                  </a:schemeClr>
                </a:gs>
              </a:gsLst>
              <a:lin ang="5400000" scaled="0"/>
              <a:tileRect/>
            </a:gradFill>
          </p:grpSpPr>
          <p:sp>
            <p:nvSpPr>
              <p:cNvPr id="110772" name="Rectangle 5">
                <a:extLst>
                  <a:ext uri="{FF2B5EF4-FFF2-40B4-BE49-F238E27FC236}">
                    <a16:creationId xmlns:a16="http://schemas.microsoft.com/office/drawing/2014/main" id="{758BC0E2-32D9-41ED-907C-DA3C4A698EF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4300" y="4763"/>
                <a:ext cx="23813" cy="2181225"/>
              </a:xfrm>
              <a:prstGeom prst="rect">
                <a:avLst/>
              </a:prstGeom>
              <a:grpFill/>
              <a:ln>
                <a:noFill/>
              </a:ln>
              <a:extLst>
                <a:ext uri="{91240B29-F687-4f45-9708-019B960494DF}">
                  <a14:hiddenLine xmlns="" xmlns:a16="http://schemas.microsoft.com/office/drawing/2014/main" xmlns:a14="http://schemas.microsoft.com/office/drawing/2010/main" w="9525">
                    <a:solidFill>
                      <a:srgbClr val="000000"/>
                    </a:solidFill>
                    <a:miter lim="800000"/>
                    <a:headEnd/>
                    <a:tailEnd/>
                  </a14:hiddenLine>
                </a:ext>
              </a:extLst>
            </p:spPr>
            <p:txBody>
              <a:bodyPr/>
              <a:lstStyle/>
              <a:p>
                <a:endParaRPr lang="tr-TR"/>
              </a:p>
            </p:txBody>
          </p:sp>
          <p:sp>
            <p:nvSpPr>
              <p:cNvPr id="110773" name="Freeform 6">
                <a:extLst>
                  <a:ext uri="{FF2B5EF4-FFF2-40B4-BE49-F238E27FC236}">
                    <a16:creationId xmlns:a16="http://schemas.microsoft.com/office/drawing/2014/main" id="{41E486E5-1757-4896-A762-4D0BE33091A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6="http://schemas.microsoft.com/office/drawing/2014/main" xmlns:a14="http://schemas.microsoft.com/office/drawing/2010/main" w="9525">
                    <a:solidFill>
                      <a:srgbClr val="000000"/>
                    </a:solidFill>
                    <a:round/>
                    <a:headEnd/>
                    <a:tailEnd/>
                  </a14:hiddenLine>
                </a:ext>
              </a:extLst>
            </p:spPr>
            <p:txBody>
              <a:bodyPr/>
              <a:lstStyle/>
              <a:p>
                <a:endParaRPr lang="tr-TR"/>
              </a:p>
            </p:txBody>
          </p:sp>
          <p:sp>
            <p:nvSpPr>
              <p:cNvPr id="110774" name="Freeform 7">
                <a:extLst>
                  <a:ext uri="{FF2B5EF4-FFF2-40B4-BE49-F238E27FC236}">
                    <a16:creationId xmlns:a16="http://schemas.microsoft.com/office/drawing/2014/main" id="{5812B4BD-11B4-43E6-B3D0-1F424A9FD83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a14="http://schemas.microsoft.com/office/drawing/2010/main" w="9525">
                    <a:solidFill>
                      <a:srgbClr val="000000"/>
                    </a:solidFill>
                    <a:round/>
                    <a:headEnd/>
                    <a:tailEnd/>
                  </a14:hiddenLine>
                </a:ext>
              </a:extLst>
            </p:spPr>
            <p:txBody>
              <a:bodyPr/>
              <a:lstStyle/>
              <a:p>
                <a:endParaRPr lang="tr-TR"/>
              </a:p>
            </p:txBody>
          </p:sp>
          <p:sp>
            <p:nvSpPr>
              <p:cNvPr id="110775" name="Freeform 8">
                <a:extLst>
                  <a:ext uri="{FF2B5EF4-FFF2-40B4-BE49-F238E27FC236}">
                    <a16:creationId xmlns:a16="http://schemas.microsoft.com/office/drawing/2014/main" id="{6A0E1D38-C2A3-42C9-920D-F40319CE16F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 xmlns:a16="http://schemas.microsoft.com/office/drawing/2014/main" xmlns:a14="http://schemas.microsoft.com/office/drawing/2010/main" w="9525">
                    <a:solidFill>
                      <a:srgbClr val="000000"/>
                    </a:solidFill>
                    <a:round/>
                    <a:headEnd/>
                    <a:tailEnd/>
                  </a14:hiddenLine>
                </a:ext>
              </a:extLst>
            </p:spPr>
            <p:txBody>
              <a:bodyPr/>
              <a:lstStyle/>
              <a:p>
                <a:endParaRPr lang="tr-TR"/>
              </a:p>
            </p:txBody>
          </p:sp>
          <p:sp>
            <p:nvSpPr>
              <p:cNvPr id="110776" name="Freeform 9">
                <a:extLst>
                  <a:ext uri="{FF2B5EF4-FFF2-40B4-BE49-F238E27FC236}">
                    <a16:creationId xmlns:a16="http://schemas.microsoft.com/office/drawing/2014/main" id="{3FAF6AF3-9B01-4BEB-BB6B-08B34851198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 xmlns:a16="http://schemas.microsoft.com/office/drawing/2014/main" xmlns:a14="http://schemas.microsoft.com/office/drawing/2010/main" w="9525">
                    <a:solidFill>
                      <a:srgbClr val="000000"/>
                    </a:solidFill>
                    <a:round/>
                    <a:headEnd/>
                    <a:tailEnd/>
                  </a14:hiddenLine>
                </a:ext>
              </a:extLst>
            </p:spPr>
            <p:txBody>
              <a:bodyPr/>
              <a:lstStyle/>
              <a:p>
                <a:endParaRPr lang="tr-TR"/>
              </a:p>
            </p:txBody>
          </p:sp>
          <p:sp>
            <p:nvSpPr>
              <p:cNvPr id="110777" name="Freeform 10">
                <a:extLst>
                  <a:ext uri="{FF2B5EF4-FFF2-40B4-BE49-F238E27FC236}">
                    <a16:creationId xmlns:a16="http://schemas.microsoft.com/office/drawing/2014/main" id="{53F7FADA-61E9-4AAB-BED8-D6FD1BB545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 xmlns:a16="http://schemas.microsoft.com/office/drawing/2014/main" xmlns:a14="http://schemas.microsoft.com/office/drawing/2010/main" w="9525">
                    <a:solidFill>
                      <a:srgbClr val="000000"/>
                    </a:solidFill>
                    <a:round/>
                    <a:headEnd/>
                    <a:tailEnd/>
                  </a14:hiddenLine>
                </a:ext>
              </a:extLst>
            </p:spPr>
            <p:txBody>
              <a:bodyPr/>
              <a:lstStyle/>
              <a:p>
                <a:endParaRPr lang="tr-TR"/>
              </a:p>
            </p:txBody>
          </p:sp>
          <p:sp>
            <p:nvSpPr>
              <p:cNvPr id="110778" name="Freeform 11">
                <a:extLst>
                  <a:ext uri="{FF2B5EF4-FFF2-40B4-BE49-F238E27FC236}">
                    <a16:creationId xmlns:a16="http://schemas.microsoft.com/office/drawing/2014/main" id="{46419F9F-3EEC-45FF-98BB-4F20D5347EC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6="http://schemas.microsoft.com/office/drawing/2014/main" xmlns:a14="http://schemas.microsoft.com/office/drawing/2010/main" w="9525">
                    <a:solidFill>
                      <a:srgbClr val="000000"/>
                    </a:solidFill>
                    <a:round/>
                    <a:headEnd/>
                    <a:tailEnd/>
                  </a14:hiddenLine>
                </a:ext>
              </a:extLst>
            </p:spPr>
            <p:txBody>
              <a:bodyPr/>
              <a:lstStyle/>
              <a:p>
                <a:endParaRPr lang="tr-TR"/>
              </a:p>
            </p:txBody>
          </p:sp>
          <p:sp>
            <p:nvSpPr>
              <p:cNvPr id="110779" name="Freeform 12">
                <a:extLst>
                  <a:ext uri="{FF2B5EF4-FFF2-40B4-BE49-F238E27FC236}">
                    <a16:creationId xmlns:a16="http://schemas.microsoft.com/office/drawing/2014/main" id="{1E081BCD-31AF-4E94-966D-497357D2219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 xmlns:a16="http://schemas.microsoft.com/office/drawing/2014/main" xmlns:a14="http://schemas.microsoft.com/office/drawing/2010/main" w="9525">
                    <a:solidFill>
                      <a:srgbClr val="000000"/>
                    </a:solidFill>
                    <a:round/>
                    <a:headEnd/>
                    <a:tailEnd/>
                  </a14:hiddenLine>
                </a:ext>
              </a:extLst>
            </p:spPr>
            <p:txBody>
              <a:bodyPr/>
              <a:lstStyle/>
              <a:p>
                <a:endParaRPr lang="tr-TR"/>
              </a:p>
            </p:txBody>
          </p:sp>
          <p:sp>
            <p:nvSpPr>
              <p:cNvPr id="110780" name="Freeform 13">
                <a:extLst>
                  <a:ext uri="{FF2B5EF4-FFF2-40B4-BE49-F238E27FC236}">
                    <a16:creationId xmlns:a16="http://schemas.microsoft.com/office/drawing/2014/main" id="{5082EAA7-B95F-462F-8307-2C9EC1C35A77}"/>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a14="http://schemas.microsoft.com/office/drawing/2010/main" w="9525">
                    <a:solidFill>
                      <a:srgbClr val="000000"/>
                    </a:solidFill>
                    <a:round/>
                    <a:headEnd/>
                    <a:tailEnd/>
                  </a14:hiddenLine>
                </a:ext>
              </a:extLst>
            </p:spPr>
            <p:txBody>
              <a:bodyPr/>
              <a:lstStyle/>
              <a:p>
                <a:endParaRPr lang="tr-TR"/>
              </a:p>
            </p:txBody>
          </p:sp>
          <p:sp>
            <p:nvSpPr>
              <p:cNvPr id="110781" name="Freeform 14">
                <a:extLst>
                  <a:ext uri="{FF2B5EF4-FFF2-40B4-BE49-F238E27FC236}">
                    <a16:creationId xmlns:a16="http://schemas.microsoft.com/office/drawing/2014/main" id="{E9A57125-4B73-448E-B7B7-94380A928D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 xmlns:a16="http://schemas.microsoft.com/office/drawing/2014/main" xmlns:a14="http://schemas.microsoft.com/office/drawing/2010/main" w="9525">
                    <a:solidFill>
                      <a:srgbClr val="000000"/>
                    </a:solidFill>
                    <a:round/>
                    <a:headEnd/>
                    <a:tailEnd/>
                  </a14:hiddenLine>
                </a:ext>
              </a:extLst>
            </p:spPr>
            <p:txBody>
              <a:bodyPr/>
              <a:lstStyle/>
              <a:p>
                <a:endParaRPr lang="tr-TR"/>
              </a:p>
            </p:txBody>
          </p:sp>
          <p:sp>
            <p:nvSpPr>
              <p:cNvPr id="110782" name="Freeform 15">
                <a:extLst>
                  <a:ext uri="{FF2B5EF4-FFF2-40B4-BE49-F238E27FC236}">
                    <a16:creationId xmlns:a16="http://schemas.microsoft.com/office/drawing/2014/main" id="{7290E834-81F0-42A1-B66B-33D45805739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6="http://schemas.microsoft.com/office/drawing/2014/main" xmlns:a14="http://schemas.microsoft.com/office/drawing/2010/main" w="9525">
                    <a:solidFill>
                      <a:srgbClr val="000000"/>
                    </a:solidFill>
                    <a:round/>
                    <a:headEnd/>
                    <a:tailEnd/>
                  </a14:hiddenLine>
                </a:ext>
              </a:extLst>
            </p:spPr>
            <p:txBody>
              <a:bodyPr/>
              <a:lstStyle/>
              <a:p>
                <a:endParaRPr lang="tr-TR"/>
              </a:p>
            </p:txBody>
          </p:sp>
          <p:sp>
            <p:nvSpPr>
              <p:cNvPr id="110783" name="Line 16">
                <a:extLst>
                  <a:ext uri="{FF2B5EF4-FFF2-40B4-BE49-F238E27FC236}">
                    <a16:creationId xmlns:a16="http://schemas.microsoft.com/office/drawing/2014/main" id="{C9FA5563-6ED2-4EAC-A8ED-DF71850ACD99}"/>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4763" y="9525"/>
                <a:ext cx="0" cy="0"/>
              </a:xfrm>
              <a:prstGeom prst="line">
                <a:avLst/>
              </a:prstGeom>
              <a:grpFill/>
              <a:ln w="15" cap="flat">
                <a:solidFill>
                  <a:srgbClr val="FFFFFF"/>
                </a:solidFill>
                <a:prstDash val="solid"/>
                <a:miter lim="800000"/>
                <a:headEnd/>
                <a:tailEnd/>
              </a:ln>
            </p:spPr>
            <p:txBody>
              <a:bodyPr/>
              <a:lstStyle/>
              <a:p>
                <a:endParaRPr lang="tr-TR"/>
              </a:p>
            </p:txBody>
          </p:sp>
          <p:sp>
            <p:nvSpPr>
              <p:cNvPr id="110784" name="Freeform 17">
                <a:extLst>
                  <a:ext uri="{FF2B5EF4-FFF2-40B4-BE49-F238E27FC236}">
                    <a16:creationId xmlns:a16="http://schemas.microsoft.com/office/drawing/2014/main" id="{50479572-5CA3-41F4-8BDC-F039335C2C0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 xmlns:a16="http://schemas.microsoft.com/office/drawing/2014/main" xmlns:a14="http://schemas.microsoft.com/office/drawing/2010/main" w="9525">
                    <a:solidFill>
                      <a:srgbClr val="000000"/>
                    </a:solidFill>
                    <a:round/>
                    <a:headEnd/>
                    <a:tailEnd/>
                  </a14:hiddenLine>
                </a:ext>
              </a:extLst>
            </p:spPr>
            <p:txBody>
              <a:bodyPr/>
              <a:lstStyle/>
              <a:p>
                <a:endParaRPr lang="tr-TR"/>
              </a:p>
            </p:txBody>
          </p:sp>
          <p:sp>
            <p:nvSpPr>
              <p:cNvPr id="110785" name="Freeform 18">
                <a:extLst>
                  <a:ext uri="{FF2B5EF4-FFF2-40B4-BE49-F238E27FC236}">
                    <a16:creationId xmlns:a16="http://schemas.microsoft.com/office/drawing/2014/main" id="{4156CB6F-DF65-4A51-A840-7A4177BDF6E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 xmlns:a16="http://schemas.microsoft.com/office/drawing/2014/main" xmlns:a14="http://schemas.microsoft.com/office/drawing/2010/main" w="9525">
                    <a:solidFill>
                      <a:srgbClr val="000000"/>
                    </a:solidFill>
                    <a:round/>
                    <a:headEnd/>
                    <a:tailEnd/>
                  </a14:hiddenLine>
                </a:ext>
              </a:extLst>
            </p:spPr>
            <p:txBody>
              <a:bodyPr/>
              <a:lstStyle/>
              <a:p>
                <a:endParaRPr lang="tr-TR"/>
              </a:p>
            </p:txBody>
          </p:sp>
          <p:sp>
            <p:nvSpPr>
              <p:cNvPr id="110786" name="Freeform 19">
                <a:extLst>
                  <a:ext uri="{FF2B5EF4-FFF2-40B4-BE49-F238E27FC236}">
                    <a16:creationId xmlns:a16="http://schemas.microsoft.com/office/drawing/2014/main" id="{9252974F-88C0-4CAA-A42D-E94E2B7A6D4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6="http://schemas.microsoft.com/office/drawing/2014/main" xmlns:a14="http://schemas.microsoft.com/office/drawing/2010/main" w="9525">
                    <a:solidFill>
                      <a:srgbClr val="000000"/>
                    </a:solidFill>
                    <a:round/>
                    <a:headEnd/>
                    <a:tailEnd/>
                  </a14:hiddenLine>
                </a:ext>
              </a:extLst>
            </p:spPr>
            <p:txBody>
              <a:bodyPr/>
              <a:lstStyle/>
              <a:p>
                <a:endParaRPr lang="tr-TR"/>
              </a:p>
            </p:txBody>
          </p:sp>
          <p:sp>
            <p:nvSpPr>
              <p:cNvPr id="110787" name="Freeform 20">
                <a:extLst>
                  <a:ext uri="{FF2B5EF4-FFF2-40B4-BE49-F238E27FC236}">
                    <a16:creationId xmlns:a16="http://schemas.microsoft.com/office/drawing/2014/main" id="{DE3974B2-2875-4AFE-A30A-6EE823E5799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 xmlns:a16="http://schemas.microsoft.com/office/drawing/2014/main" xmlns:a14="http://schemas.microsoft.com/office/drawing/2010/main" w="9525">
                    <a:solidFill>
                      <a:srgbClr val="000000"/>
                    </a:solidFill>
                    <a:round/>
                    <a:headEnd/>
                    <a:tailEnd/>
                  </a14:hiddenLine>
                </a:ext>
              </a:extLst>
            </p:spPr>
            <p:txBody>
              <a:bodyPr/>
              <a:lstStyle/>
              <a:p>
                <a:endParaRPr lang="tr-TR"/>
              </a:p>
            </p:txBody>
          </p:sp>
          <p:sp>
            <p:nvSpPr>
              <p:cNvPr id="110788" name="Rectangle 21">
                <a:extLst>
                  <a:ext uri="{FF2B5EF4-FFF2-40B4-BE49-F238E27FC236}">
                    <a16:creationId xmlns:a16="http://schemas.microsoft.com/office/drawing/2014/main" id="{948A52FE-E1B0-4297-BBBE-C860B4E3D3F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33350" y="4662488"/>
                <a:ext cx="23813" cy="2181225"/>
              </a:xfrm>
              <a:prstGeom prst="rect">
                <a:avLst/>
              </a:prstGeom>
              <a:grpFill/>
              <a:ln>
                <a:noFill/>
              </a:ln>
              <a:extLst>
                <a:ext uri="{91240B29-F687-4f45-9708-019B960494DF}">
                  <a14:hiddenLine xmlns="" xmlns:a16="http://schemas.microsoft.com/office/drawing/2014/main" xmlns:a14="http://schemas.microsoft.com/office/drawing/2010/main" w="9525">
                    <a:solidFill>
                      <a:srgbClr val="000000"/>
                    </a:solidFill>
                    <a:miter lim="800000"/>
                    <a:headEnd/>
                    <a:tailEnd/>
                  </a14:hiddenLine>
                </a:ext>
              </a:extLst>
            </p:spPr>
            <p:txBody>
              <a:bodyPr/>
              <a:lstStyle/>
              <a:p>
                <a:endParaRPr lang="tr-TR"/>
              </a:p>
            </p:txBody>
          </p:sp>
          <p:sp>
            <p:nvSpPr>
              <p:cNvPr id="110789" name="Freeform 22">
                <a:extLst>
                  <a:ext uri="{FF2B5EF4-FFF2-40B4-BE49-F238E27FC236}">
                    <a16:creationId xmlns:a16="http://schemas.microsoft.com/office/drawing/2014/main" id="{C6E71B5D-6B02-417C-A0CF-4447C55F27E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 xmlns:a16="http://schemas.microsoft.com/office/drawing/2014/main" xmlns:a14="http://schemas.microsoft.com/office/drawing/2010/main" w="9525">
                    <a:solidFill>
                      <a:srgbClr val="000000"/>
                    </a:solidFill>
                    <a:round/>
                    <a:headEnd/>
                    <a:tailEnd/>
                  </a14:hiddenLine>
                </a:ext>
              </a:extLst>
            </p:spPr>
            <p:txBody>
              <a:bodyPr/>
              <a:lstStyle/>
              <a:p>
                <a:endParaRPr lang="tr-TR"/>
              </a:p>
            </p:txBody>
          </p:sp>
          <p:sp>
            <p:nvSpPr>
              <p:cNvPr id="110790" name="Freeform 23">
                <a:extLst>
                  <a:ext uri="{FF2B5EF4-FFF2-40B4-BE49-F238E27FC236}">
                    <a16:creationId xmlns:a16="http://schemas.microsoft.com/office/drawing/2014/main" id="{0FB94710-B373-451B-84A2-947DDB4564E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6="http://schemas.microsoft.com/office/drawing/2014/main" xmlns:a14="http://schemas.microsoft.com/office/drawing/2010/main" w="9525">
                    <a:solidFill>
                      <a:srgbClr val="000000"/>
                    </a:solidFill>
                    <a:round/>
                    <a:headEnd/>
                    <a:tailEnd/>
                  </a14:hiddenLine>
                </a:ext>
              </a:extLst>
            </p:spPr>
            <p:txBody>
              <a:bodyPr/>
              <a:lstStyle/>
              <a:p>
                <a:endParaRPr lang="tr-TR"/>
              </a:p>
            </p:txBody>
          </p:sp>
          <p:sp>
            <p:nvSpPr>
              <p:cNvPr id="110791" name="Freeform 24">
                <a:extLst>
                  <a:ext uri="{FF2B5EF4-FFF2-40B4-BE49-F238E27FC236}">
                    <a16:creationId xmlns:a16="http://schemas.microsoft.com/office/drawing/2014/main" id="{4E47778B-FD55-4A2C-A53F-E548158C897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 xmlns:a16="http://schemas.microsoft.com/office/drawing/2014/main" xmlns:a14="http://schemas.microsoft.com/office/drawing/2010/main" w="9525">
                    <a:solidFill>
                      <a:srgbClr val="000000"/>
                    </a:solidFill>
                    <a:round/>
                    <a:headEnd/>
                    <a:tailEnd/>
                  </a14:hiddenLine>
                </a:ext>
              </a:extLst>
            </p:spPr>
            <p:txBody>
              <a:bodyPr/>
              <a:lstStyle/>
              <a:p>
                <a:endParaRPr lang="tr-TR"/>
              </a:p>
            </p:txBody>
          </p:sp>
          <p:sp>
            <p:nvSpPr>
              <p:cNvPr id="110792" name="Freeform 25">
                <a:extLst>
                  <a:ext uri="{FF2B5EF4-FFF2-40B4-BE49-F238E27FC236}">
                    <a16:creationId xmlns:a16="http://schemas.microsoft.com/office/drawing/2014/main" id="{DA2A4F49-8FC4-4F12-8707-A6CC117E5888}"/>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a14="http://schemas.microsoft.com/office/drawing/2010/main" w="9525">
                    <a:solidFill>
                      <a:srgbClr val="000000"/>
                    </a:solidFill>
                    <a:round/>
                    <a:headEnd/>
                    <a:tailEnd/>
                  </a14:hiddenLine>
                </a:ext>
              </a:extLst>
            </p:spPr>
            <p:txBody>
              <a:bodyPr/>
              <a:lstStyle/>
              <a:p>
                <a:endParaRPr lang="tr-TR"/>
              </a:p>
            </p:txBody>
          </p:sp>
          <p:sp>
            <p:nvSpPr>
              <p:cNvPr id="110793" name="Freeform 26">
                <a:extLst>
                  <a:ext uri="{FF2B5EF4-FFF2-40B4-BE49-F238E27FC236}">
                    <a16:creationId xmlns:a16="http://schemas.microsoft.com/office/drawing/2014/main" id="{2293D140-51FA-484D-8464-785D8FD3DD6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 xmlns:a16="http://schemas.microsoft.com/office/drawing/2014/main" xmlns:a14="http://schemas.microsoft.com/office/drawing/2010/main" w="9525">
                    <a:solidFill>
                      <a:srgbClr val="000000"/>
                    </a:solidFill>
                    <a:round/>
                    <a:headEnd/>
                    <a:tailEnd/>
                  </a14:hiddenLine>
                </a:ext>
              </a:extLst>
            </p:spPr>
            <p:txBody>
              <a:bodyPr/>
              <a:lstStyle/>
              <a:p>
                <a:endParaRPr lang="tr-TR"/>
              </a:p>
            </p:txBody>
          </p:sp>
          <p:sp>
            <p:nvSpPr>
              <p:cNvPr id="110794" name="Freeform 27">
                <a:extLst>
                  <a:ext uri="{FF2B5EF4-FFF2-40B4-BE49-F238E27FC236}">
                    <a16:creationId xmlns:a16="http://schemas.microsoft.com/office/drawing/2014/main" id="{AA66B21A-3C7F-426E-9C38-C0D6AEF130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6="http://schemas.microsoft.com/office/drawing/2014/main" xmlns:a14="http://schemas.microsoft.com/office/drawing/2010/main" w="9525">
                    <a:solidFill>
                      <a:srgbClr val="000000"/>
                    </a:solidFill>
                    <a:round/>
                    <a:headEnd/>
                    <a:tailEnd/>
                  </a14:hiddenLine>
                </a:ext>
              </a:extLst>
            </p:spPr>
            <p:txBody>
              <a:bodyPr/>
              <a:lstStyle/>
              <a:p>
                <a:endParaRPr lang="tr-TR"/>
              </a:p>
            </p:txBody>
          </p:sp>
          <p:sp>
            <p:nvSpPr>
              <p:cNvPr id="110795" name="Freeform 28">
                <a:extLst>
                  <a:ext uri="{FF2B5EF4-FFF2-40B4-BE49-F238E27FC236}">
                    <a16:creationId xmlns:a16="http://schemas.microsoft.com/office/drawing/2014/main" id="{F22F8B0E-04B8-4D29-9E19-CACDAE6ABD00}"/>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a14="http://schemas.microsoft.com/office/drawing/2010/main" w="9525">
                    <a:solidFill>
                      <a:srgbClr val="000000"/>
                    </a:solidFill>
                    <a:round/>
                    <a:headEnd/>
                    <a:tailEnd/>
                  </a14:hiddenLine>
                </a:ext>
              </a:extLst>
            </p:spPr>
            <p:txBody>
              <a:bodyPr/>
              <a:lstStyle/>
              <a:p>
                <a:endParaRPr lang="tr-TR"/>
              </a:p>
            </p:txBody>
          </p:sp>
          <p:sp>
            <p:nvSpPr>
              <p:cNvPr id="110796" name="Freeform 29">
                <a:extLst>
                  <a:ext uri="{FF2B5EF4-FFF2-40B4-BE49-F238E27FC236}">
                    <a16:creationId xmlns:a16="http://schemas.microsoft.com/office/drawing/2014/main" id="{E0D8C2CC-1759-4605-B3C9-DA4B1EF25093}"/>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a14="http://schemas.microsoft.com/office/drawing/2010/main" w="9525">
                    <a:solidFill>
                      <a:srgbClr val="000000"/>
                    </a:solidFill>
                    <a:round/>
                    <a:headEnd/>
                    <a:tailEnd/>
                  </a14:hiddenLine>
                </a:ext>
              </a:extLst>
            </p:spPr>
            <p:txBody>
              <a:bodyPr/>
              <a:lstStyle/>
              <a:p>
                <a:endParaRPr lang="tr-TR"/>
              </a:p>
            </p:txBody>
          </p:sp>
          <p:sp>
            <p:nvSpPr>
              <p:cNvPr id="110797" name="Freeform 30">
                <a:extLst>
                  <a:ext uri="{FF2B5EF4-FFF2-40B4-BE49-F238E27FC236}">
                    <a16:creationId xmlns:a16="http://schemas.microsoft.com/office/drawing/2014/main" id="{547A4BC3-AA95-4A78-AC23-65A4CE843B0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 xmlns:a16="http://schemas.microsoft.com/office/drawing/2014/main" xmlns:a14="http://schemas.microsoft.com/office/drawing/2010/main" w="9525">
                    <a:solidFill>
                      <a:srgbClr val="000000"/>
                    </a:solidFill>
                    <a:round/>
                    <a:headEnd/>
                    <a:tailEnd/>
                  </a14:hiddenLine>
                </a:ext>
              </a:extLst>
            </p:spPr>
            <p:txBody>
              <a:bodyPr/>
              <a:lstStyle/>
              <a:p>
                <a:endParaRPr lang="tr-TR"/>
              </a:p>
            </p:txBody>
          </p:sp>
          <p:sp>
            <p:nvSpPr>
              <p:cNvPr id="110798" name="Freeform 31">
                <a:extLst>
                  <a:ext uri="{FF2B5EF4-FFF2-40B4-BE49-F238E27FC236}">
                    <a16:creationId xmlns:a16="http://schemas.microsoft.com/office/drawing/2014/main" id="{93059BC9-C7C3-41F9-8BBA-7BF49FF602B2}"/>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6="http://schemas.microsoft.com/office/drawing/2014/main" xmlns:a14="http://schemas.microsoft.com/office/drawing/2010/main" w="9525">
                    <a:solidFill>
                      <a:srgbClr val="000000"/>
                    </a:solidFill>
                    <a:round/>
                    <a:headEnd/>
                    <a:tailEnd/>
                  </a14:hiddenLine>
                </a:ext>
              </a:extLst>
            </p:spPr>
            <p:txBody>
              <a:bodyPr/>
              <a:lstStyle/>
              <a:p>
                <a:endParaRPr lang="tr-TR"/>
              </a:p>
            </p:txBody>
          </p:sp>
        </p:grpSp>
        <p:grpSp>
          <p:nvGrpSpPr>
            <p:cNvPr id="110697" name="Group 110696">
              <a:extLst>
                <a:ext uri="{FF2B5EF4-FFF2-40B4-BE49-F238E27FC236}">
                  <a16:creationId xmlns:a16="http://schemas.microsoft.com/office/drawing/2014/main" id="{F335FE01-8192-4D2A-93F8-2F680F728C8C}"/>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11364912" y="0"/>
              <a:ext cx="674688" cy="6848476"/>
              <a:chOff x="11364912" y="0"/>
              <a:chExt cx="674688" cy="6848476"/>
            </a:xfrm>
            <a:gradFill flip="none" rotWithShape="1">
              <a:gsLst>
                <a:gs pos="0">
                  <a:schemeClr val="tx2">
                    <a:alpha val="80000"/>
                  </a:schemeClr>
                </a:gs>
                <a:gs pos="100000">
                  <a:schemeClr val="bg2">
                    <a:lumMod val="60000"/>
                    <a:lumOff val="40000"/>
                    <a:alpha val="60000"/>
                  </a:schemeClr>
                </a:gs>
              </a:gsLst>
              <a:lin ang="5400000" scaled="0"/>
              <a:tileRect/>
            </a:gradFill>
          </p:grpSpPr>
          <p:sp>
            <p:nvSpPr>
              <p:cNvPr id="110799" name="Freeform 32">
                <a:extLst>
                  <a:ext uri="{FF2B5EF4-FFF2-40B4-BE49-F238E27FC236}">
                    <a16:creationId xmlns:a16="http://schemas.microsoft.com/office/drawing/2014/main" id="{A150A82A-9896-4D5B-BAA5-0A7ECD078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1483975" y="0"/>
                <a:ext cx="417513" cy="512763"/>
              </a:xfrm>
              <a:custGeom>
                <a:avLst/>
                <a:gdLst/>
                <a:ahLst/>
                <a:cxnLst/>
                <a:rect l="0" t="0" r="r" b="b"/>
                <a:pathLst>
                  <a:path w="263" h="323">
                    <a:moveTo>
                      <a:pt x="12" y="323"/>
                    </a:moveTo>
                    <a:lnTo>
                      <a:pt x="0" y="314"/>
                    </a:lnTo>
                    <a:lnTo>
                      <a:pt x="203" y="108"/>
                    </a:lnTo>
                    <a:lnTo>
                      <a:pt x="248" y="0"/>
                    </a:lnTo>
                    <a:lnTo>
                      <a:pt x="263" y="6"/>
                    </a:lnTo>
                    <a:lnTo>
                      <a:pt x="218" y="117"/>
                    </a:lnTo>
                    <a:lnTo>
                      <a:pt x="218" y="117"/>
                    </a:lnTo>
                    <a:lnTo>
                      <a:pt x="12" y="323"/>
                    </a:lnTo>
                    <a:close/>
                  </a:path>
                </a:pathLst>
              </a:custGeom>
              <a:grpFill/>
              <a:ln>
                <a:noFill/>
              </a:ln>
              <a:extLst>
                <a:ext uri="{91240B29-F687-4f45-9708-019B960494DF}">
                  <a14:hiddenLine xmlns="" xmlns:a16="http://schemas.microsoft.com/office/drawing/2014/main" xmlns:a14="http://schemas.microsoft.com/office/drawing/2010/main" w="9525">
                    <a:solidFill>
                      <a:srgbClr val="000000"/>
                    </a:solidFill>
                    <a:round/>
                    <a:headEnd/>
                    <a:tailEnd/>
                  </a14:hiddenLine>
                </a:ext>
              </a:extLst>
            </p:spPr>
            <p:txBody>
              <a:bodyPr/>
              <a:lstStyle/>
              <a:p>
                <a:endParaRPr lang="tr-TR"/>
              </a:p>
            </p:txBody>
          </p:sp>
          <p:sp>
            <p:nvSpPr>
              <p:cNvPr id="110800" name="Freeform 33">
                <a:extLst>
                  <a:ext uri="{FF2B5EF4-FFF2-40B4-BE49-F238E27FC236}">
                    <a16:creationId xmlns:a16="http://schemas.microsoft.com/office/drawing/2014/main" id="{82641EF7-9CDB-40BE-A964-13F866165C3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364912" y="474663"/>
                <a:ext cx="157163" cy="152400"/>
              </a:xfrm>
              <a:custGeom>
                <a:avLst/>
                <a:gdLst/>
                <a:ahLst/>
                <a:cxnLst/>
                <a:rect l="0" t="0" r="r" b="b"/>
                <a:pathLst>
                  <a:path w="33" h="32">
                    <a:moveTo>
                      <a:pt x="17" y="32"/>
                    </a:moveTo>
                    <a:cubicBezTo>
                      <a:pt x="13" y="32"/>
                      <a:pt x="9" y="30"/>
                      <a:pt x="6" y="27"/>
                    </a:cubicBezTo>
                    <a:cubicBezTo>
                      <a:pt x="0" y="21"/>
                      <a:pt x="0" y="11"/>
                      <a:pt x="6" y="5"/>
                    </a:cubicBezTo>
                    <a:cubicBezTo>
                      <a:pt x="9" y="2"/>
                      <a:pt x="13" y="0"/>
                      <a:pt x="17" y="0"/>
                    </a:cubicBezTo>
                    <a:cubicBezTo>
                      <a:pt x="21" y="0"/>
                      <a:pt x="25" y="2"/>
                      <a:pt x="28" y="5"/>
                    </a:cubicBezTo>
                    <a:cubicBezTo>
                      <a:pt x="31" y="8"/>
                      <a:pt x="33" y="12"/>
                      <a:pt x="33" y="16"/>
                    </a:cubicBezTo>
                    <a:cubicBezTo>
                      <a:pt x="33" y="20"/>
                      <a:pt x="31" y="24"/>
                      <a:pt x="28" y="27"/>
                    </a:cubicBezTo>
                    <a:cubicBezTo>
                      <a:pt x="25" y="30"/>
                      <a:pt x="21" y="32"/>
                      <a:pt x="17" y="32"/>
                    </a:cubicBezTo>
                    <a:close/>
                    <a:moveTo>
                      <a:pt x="17" y="4"/>
                    </a:moveTo>
                    <a:cubicBezTo>
                      <a:pt x="14" y="4"/>
                      <a:pt x="11" y="6"/>
                      <a:pt x="9" y="8"/>
                    </a:cubicBezTo>
                    <a:cubicBezTo>
                      <a:pt x="4" y="12"/>
                      <a:pt x="4" y="20"/>
                      <a:pt x="9" y="24"/>
                    </a:cubicBezTo>
                    <a:cubicBezTo>
                      <a:pt x="11" y="27"/>
                      <a:pt x="14" y="28"/>
                      <a:pt x="17" y="28"/>
                    </a:cubicBezTo>
                    <a:cubicBezTo>
                      <a:pt x="20" y="28"/>
                      <a:pt x="23" y="27"/>
                      <a:pt x="26" y="24"/>
                    </a:cubicBezTo>
                    <a:cubicBezTo>
                      <a:pt x="30" y="20"/>
                      <a:pt x="30" y="12"/>
                      <a:pt x="26" y="8"/>
                    </a:cubicBezTo>
                    <a:cubicBezTo>
                      <a:pt x="23" y="6"/>
                      <a:pt x="20" y="4"/>
                      <a:pt x="17" y="4"/>
                    </a:cubicBezTo>
                    <a:close/>
                  </a:path>
                </a:pathLst>
              </a:custGeom>
              <a:grpFill/>
              <a:ln>
                <a:noFill/>
              </a:ln>
              <a:extLst>
                <a:ext uri="{91240B29-F687-4f45-9708-019B960494DF}">
                  <a14:hiddenLine xmlns="" xmlns:a16="http://schemas.microsoft.com/office/drawing/2014/main" xmlns:a14="http://schemas.microsoft.com/office/drawing/2010/main" w="9525">
                    <a:solidFill>
                      <a:srgbClr val="000000"/>
                    </a:solidFill>
                    <a:round/>
                    <a:headEnd/>
                    <a:tailEnd/>
                  </a14:hiddenLine>
                </a:ext>
              </a:extLst>
            </p:spPr>
            <p:txBody>
              <a:bodyPr/>
              <a:lstStyle/>
              <a:p>
                <a:endParaRPr lang="tr-TR"/>
              </a:p>
            </p:txBody>
          </p:sp>
          <p:sp>
            <p:nvSpPr>
              <p:cNvPr id="110801" name="Freeform 34">
                <a:extLst>
                  <a:ext uri="{FF2B5EF4-FFF2-40B4-BE49-F238E27FC236}">
                    <a16:creationId xmlns:a16="http://schemas.microsoft.com/office/drawing/2014/main" id="{A1D1CF16-B5BD-4021-9BA9-637569FC801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631612" y="1539875"/>
                <a:ext cx="188913"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a14="http://schemas.microsoft.com/office/drawing/2010/main" w="9525">
                    <a:solidFill>
                      <a:srgbClr val="000000"/>
                    </a:solidFill>
                    <a:round/>
                    <a:headEnd/>
                    <a:tailEnd/>
                  </a14:hiddenLine>
                </a:ext>
              </a:extLst>
            </p:spPr>
            <p:txBody>
              <a:bodyPr/>
              <a:lstStyle/>
              <a:p>
                <a:endParaRPr lang="tr-TR"/>
              </a:p>
            </p:txBody>
          </p:sp>
          <p:sp>
            <p:nvSpPr>
              <p:cNvPr id="110802" name="Freeform 35">
                <a:extLst>
                  <a:ext uri="{FF2B5EF4-FFF2-40B4-BE49-F238E27FC236}">
                    <a16:creationId xmlns:a16="http://schemas.microsoft.com/office/drawing/2014/main" id="{FF13F72C-CC27-48A0-AC55-686AB9153E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1531600" y="5694363"/>
                <a:ext cx="298450" cy="1154113"/>
              </a:xfrm>
              <a:custGeom>
                <a:avLst/>
                <a:gdLst/>
                <a:ahLst/>
                <a:cxnLst/>
                <a:rect l="0" t="0" r="r" b="b"/>
                <a:pathLst>
                  <a:path w="188" h="727">
                    <a:moveTo>
                      <a:pt x="15" y="727"/>
                    </a:moveTo>
                    <a:lnTo>
                      <a:pt x="0" y="727"/>
                    </a:lnTo>
                    <a:lnTo>
                      <a:pt x="0" y="407"/>
                    </a:lnTo>
                    <a:lnTo>
                      <a:pt x="0" y="407"/>
                    </a:lnTo>
                    <a:lnTo>
                      <a:pt x="176" y="0"/>
                    </a:lnTo>
                    <a:lnTo>
                      <a:pt x="188" y="6"/>
                    </a:lnTo>
                    <a:lnTo>
                      <a:pt x="15" y="410"/>
                    </a:lnTo>
                    <a:lnTo>
                      <a:pt x="15" y="727"/>
                    </a:lnTo>
                    <a:close/>
                  </a:path>
                </a:pathLst>
              </a:custGeom>
              <a:grpFill/>
              <a:ln>
                <a:noFill/>
              </a:ln>
              <a:extLst>
                <a:ext uri="{91240B29-F687-4f45-9708-019B960494DF}">
                  <a14:hiddenLine xmlns="" xmlns:a16="http://schemas.microsoft.com/office/drawing/2014/main" xmlns:a14="http://schemas.microsoft.com/office/drawing/2010/main" w="9525">
                    <a:solidFill>
                      <a:srgbClr val="000000"/>
                    </a:solidFill>
                    <a:round/>
                    <a:headEnd/>
                    <a:tailEnd/>
                  </a14:hiddenLine>
                </a:ext>
              </a:extLst>
            </p:spPr>
            <p:txBody>
              <a:bodyPr/>
              <a:lstStyle/>
              <a:p>
                <a:endParaRPr lang="tr-TR"/>
              </a:p>
            </p:txBody>
          </p:sp>
          <p:sp>
            <p:nvSpPr>
              <p:cNvPr id="110803" name="Freeform 36">
                <a:extLst>
                  <a:ext uri="{FF2B5EF4-FFF2-40B4-BE49-F238E27FC236}">
                    <a16:creationId xmlns:a16="http://schemas.microsoft.com/office/drawing/2014/main" id="{0EC3BA8B-33ED-483D-935C-170AD0C4DCF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772900" y="5551488"/>
                <a:ext cx="157163" cy="155575"/>
              </a:xfrm>
              <a:custGeom>
                <a:avLst/>
                <a:gdLst/>
                <a:ahLst/>
                <a:cxnLst/>
                <a:rect l="0" t="0" r="r" b="b"/>
                <a:pathLst>
                  <a:path w="33" h="33">
                    <a:moveTo>
                      <a:pt x="17" y="33"/>
                    </a:moveTo>
                    <a:cubicBezTo>
                      <a:pt x="8" y="33"/>
                      <a:pt x="0" y="25"/>
                      <a:pt x="0" y="16"/>
                    </a:cubicBezTo>
                    <a:cubicBezTo>
                      <a:pt x="0" y="7"/>
                      <a:pt x="8" y="0"/>
                      <a:pt x="17" y="0"/>
                    </a:cubicBezTo>
                    <a:cubicBezTo>
                      <a:pt x="26" y="0"/>
                      <a:pt x="33" y="7"/>
                      <a:pt x="33" y="16"/>
                    </a:cubicBezTo>
                    <a:cubicBezTo>
                      <a:pt x="33" y="25"/>
                      <a:pt x="26" y="33"/>
                      <a:pt x="17" y="33"/>
                    </a:cubicBezTo>
                    <a:close/>
                    <a:moveTo>
                      <a:pt x="17" y="4"/>
                    </a:moveTo>
                    <a:cubicBezTo>
                      <a:pt x="10" y="4"/>
                      <a:pt x="4" y="9"/>
                      <a:pt x="4" y="16"/>
                    </a:cubicBezTo>
                    <a:cubicBezTo>
                      <a:pt x="4" y="23"/>
                      <a:pt x="10" y="29"/>
                      <a:pt x="17" y="29"/>
                    </a:cubicBezTo>
                    <a:cubicBezTo>
                      <a:pt x="23" y="29"/>
                      <a:pt x="29" y="23"/>
                      <a:pt x="29" y="16"/>
                    </a:cubicBezTo>
                    <a:cubicBezTo>
                      <a:pt x="29" y="9"/>
                      <a:pt x="23" y="4"/>
                      <a:pt x="17" y="4"/>
                    </a:cubicBezTo>
                    <a:close/>
                  </a:path>
                </a:pathLst>
              </a:custGeom>
              <a:grpFill/>
              <a:ln>
                <a:noFill/>
              </a:ln>
              <a:extLst>
                <a:ext uri="{91240B29-F687-4f45-9708-019B960494DF}">
                  <a14:hiddenLine xmlns="" xmlns:a16="http://schemas.microsoft.com/office/drawing/2014/main" xmlns:a14="http://schemas.microsoft.com/office/drawing/2010/main" w="9525">
                    <a:solidFill>
                      <a:srgbClr val="000000"/>
                    </a:solidFill>
                    <a:round/>
                    <a:headEnd/>
                    <a:tailEnd/>
                  </a14:hiddenLine>
                </a:ext>
              </a:extLst>
            </p:spPr>
            <p:txBody>
              <a:bodyPr/>
              <a:lstStyle/>
              <a:p>
                <a:endParaRPr lang="tr-TR"/>
              </a:p>
            </p:txBody>
          </p:sp>
          <p:sp>
            <p:nvSpPr>
              <p:cNvPr id="110804" name="Freeform 37">
                <a:extLst>
                  <a:ext uri="{FF2B5EF4-FFF2-40B4-BE49-F238E27FC236}">
                    <a16:creationId xmlns:a16="http://schemas.microsoft.com/office/drawing/2014/main" id="{C4C451E6-48CE-4642-B51D-FE44840872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1710987" y="4763"/>
                <a:ext cx="304800" cy="1544638"/>
              </a:xfrm>
              <a:custGeom>
                <a:avLst/>
                <a:gdLst/>
                <a:ahLst/>
                <a:cxnLst/>
                <a:rect l="0" t="0" r="r" b="b"/>
                <a:pathLst>
                  <a:path w="192" h="973">
                    <a:moveTo>
                      <a:pt x="15" y="973"/>
                    </a:moveTo>
                    <a:lnTo>
                      <a:pt x="0" y="973"/>
                    </a:lnTo>
                    <a:lnTo>
                      <a:pt x="0" y="790"/>
                    </a:lnTo>
                    <a:lnTo>
                      <a:pt x="174" y="614"/>
                    </a:lnTo>
                    <a:lnTo>
                      <a:pt x="174" y="0"/>
                    </a:lnTo>
                    <a:lnTo>
                      <a:pt x="192" y="0"/>
                    </a:lnTo>
                    <a:lnTo>
                      <a:pt x="192" y="620"/>
                    </a:lnTo>
                    <a:lnTo>
                      <a:pt x="15" y="796"/>
                    </a:lnTo>
                    <a:lnTo>
                      <a:pt x="15" y="973"/>
                    </a:lnTo>
                    <a:close/>
                  </a:path>
                </a:pathLst>
              </a:custGeom>
              <a:grpFill/>
              <a:ln>
                <a:noFill/>
              </a:ln>
              <a:extLst>
                <a:ext uri="{91240B29-F687-4f45-9708-019B960494DF}">
                  <a14:hiddenLine xmlns="" xmlns:a16="http://schemas.microsoft.com/office/drawing/2014/main" xmlns:a14="http://schemas.microsoft.com/office/drawing/2010/main" w="9525">
                    <a:solidFill>
                      <a:srgbClr val="000000"/>
                    </a:solidFill>
                    <a:round/>
                    <a:headEnd/>
                    <a:tailEnd/>
                  </a14:hiddenLine>
                </a:ext>
              </a:extLst>
            </p:spPr>
            <p:txBody>
              <a:bodyPr/>
              <a:lstStyle/>
              <a:p>
                <a:endParaRPr lang="tr-TR"/>
              </a:p>
            </p:txBody>
          </p:sp>
          <p:sp>
            <p:nvSpPr>
              <p:cNvPr id="110805" name="Freeform 38">
                <a:extLst>
                  <a:ext uri="{FF2B5EF4-FFF2-40B4-BE49-F238E27FC236}">
                    <a16:creationId xmlns:a16="http://schemas.microsoft.com/office/drawing/2014/main" id="{0F88F098-E44C-4A45-AE2B-595A7B85275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636375" y="4867275"/>
                <a:ext cx="188913"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a14="http://schemas.microsoft.com/office/drawing/2010/main" w="9525">
                    <a:solidFill>
                      <a:srgbClr val="000000"/>
                    </a:solidFill>
                    <a:round/>
                    <a:headEnd/>
                    <a:tailEnd/>
                  </a14:hiddenLine>
                </a:ext>
              </a:extLst>
            </p:spPr>
            <p:txBody>
              <a:bodyPr/>
              <a:lstStyle/>
              <a:p>
                <a:endParaRPr lang="tr-TR"/>
              </a:p>
            </p:txBody>
          </p:sp>
          <p:sp>
            <p:nvSpPr>
              <p:cNvPr id="110806" name="Freeform 39">
                <a:extLst>
                  <a:ext uri="{FF2B5EF4-FFF2-40B4-BE49-F238E27FC236}">
                    <a16:creationId xmlns:a16="http://schemas.microsoft.com/office/drawing/2014/main" id="{5B782B5D-8B67-4CD5-A0B3-8067BBB328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1441112" y="5046663"/>
                <a:ext cx="307975" cy="1801813"/>
              </a:xfrm>
              <a:custGeom>
                <a:avLst/>
                <a:gdLst/>
                <a:ahLst/>
                <a:cxnLst/>
                <a:rect l="0" t="0" r="r" b="b"/>
                <a:pathLst>
                  <a:path w="194" h="1135">
                    <a:moveTo>
                      <a:pt x="18" y="1135"/>
                    </a:moveTo>
                    <a:lnTo>
                      <a:pt x="0" y="1135"/>
                    </a:lnTo>
                    <a:lnTo>
                      <a:pt x="0" y="354"/>
                    </a:lnTo>
                    <a:lnTo>
                      <a:pt x="176" y="177"/>
                    </a:lnTo>
                    <a:lnTo>
                      <a:pt x="176" y="0"/>
                    </a:lnTo>
                    <a:lnTo>
                      <a:pt x="194" y="0"/>
                    </a:lnTo>
                    <a:lnTo>
                      <a:pt x="194" y="183"/>
                    </a:lnTo>
                    <a:lnTo>
                      <a:pt x="18" y="360"/>
                    </a:lnTo>
                    <a:lnTo>
                      <a:pt x="18" y="1135"/>
                    </a:lnTo>
                    <a:close/>
                  </a:path>
                </a:pathLst>
              </a:custGeom>
              <a:grpFill/>
              <a:ln>
                <a:noFill/>
              </a:ln>
              <a:extLst>
                <a:ext uri="{91240B29-F687-4f45-9708-019B960494DF}">
                  <a14:hiddenLine xmlns="" xmlns:a16="http://schemas.microsoft.com/office/drawing/2014/main" xmlns:a14="http://schemas.microsoft.com/office/drawing/2010/main" w="9525">
                    <a:solidFill>
                      <a:srgbClr val="000000"/>
                    </a:solidFill>
                    <a:round/>
                    <a:headEnd/>
                    <a:tailEnd/>
                  </a14:hiddenLine>
                </a:ext>
              </a:extLst>
            </p:spPr>
            <p:txBody>
              <a:bodyPr/>
              <a:lstStyle/>
              <a:p>
                <a:endParaRPr lang="tr-TR"/>
              </a:p>
            </p:txBody>
          </p:sp>
          <p:sp>
            <p:nvSpPr>
              <p:cNvPr id="110807" name="Freeform 40">
                <a:extLst>
                  <a:ext uri="{FF2B5EF4-FFF2-40B4-BE49-F238E27FC236}">
                    <a16:creationId xmlns:a16="http://schemas.microsoft.com/office/drawing/2014/main" id="{897A4906-0942-4CD6-840D-0915E0C4D091}"/>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849100" y="64166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a14="http://schemas.microsoft.com/office/drawing/2010/main" w="9525">
                    <a:solidFill>
                      <a:srgbClr val="000000"/>
                    </a:solidFill>
                    <a:round/>
                    <a:headEnd/>
                    <a:tailEnd/>
                  </a14:hiddenLine>
                </a:ext>
              </a:extLst>
            </p:spPr>
            <p:txBody>
              <a:bodyPr/>
              <a:lstStyle/>
              <a:p>
                <a:endParaRPr lang="tr-TR"/>
              </a:p>
            </p:txBody>
          </p:sp>
          <p:sp>
            <p:nvSpPr>
              <p:cNvPr id="110808" name="Rectangle 41">
                <a:extLst>
                  <a:ext uri="{FF2B5EF4-FFF2-40B4-BE49-F238E27FC236}">
                    <a16:creationId xmlns:a16="http://schemas.microsoft.com/office/drawing/2014/main" id="{D1131789-2DD5-462E-9FC9-E25021F5CFB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939587" y="6596063"/>
                <a:ext cx="23813" cy="252413"/>
              </a:xfrm>
              <a:prstGeom prst="rect">
                <a:avLst/>
              </a:prstGeom>
              <a:grpFill/>
              <a:ln>
                <a:noFill/>
              </a:ln>
              <a:extLst>
                <a:ext uri="{91240B29-F687-4f45-9708-019B960494DF}">
                  <a14:hiddenLine xmlns="" xmlns:a16="http://schemas.microsoft.com/office/drawing/2014/main" xmlns:a14="http://schemas.microsoft.com/office/drawing/2010/main" w="9525">
                    <a:solidFill>
                      <a:srgbClr val="000000"/>
                    </a:solidFill>
                    <a:miter lim="800000"/>
                    <a:headEnd/>
                    <a:tailEnd/>
                  </a14:hiddenLine>
                </a:ext>
              </a:extLst>
            </p:spPr>
            <p:txBody>
              <a:bodyPr/>
              <a:lstStyle/>
              <a:p>
                <a:endParaRPr lang="tr-TR"/>
              </a:p>
            </p:txBody>
          </p:sp>
        </p:grpSp>
      </p:grpSp>
      <p:sp>
        <p:nvSpPr>
          <p:cNvPr id="110809" name="Rectangle 110724">
            <a:extLst>
              <a:ext uri="{FF2B5EF4-FFF2-40B4-BE49-F238E27FC236}">
                <a16:creationId xmlns:a16="http://schemas.microsoft.com/office/drawing/2014/main" id="{6BFC9644-673A-459F-B3C5-9310A4E50E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0810" name="Group 110726">
            <a:extLst>
              <a:ext uri="{FF2B5EF4-FFF2-40B4-BE49-F238E27FC236}">
                <a16:creationId xmlns:a16="http://schemas.microsoft.com/office/drawing/2014/main" id="{4ADB9295-9645-4BF2-ADFD-75800B7FAD0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4288" y="0"/>
            <a:ext cx="1220788" cy="6858001"/>
            <a:chOff x="-14288" y="0"/>
            <a:chExt cx="1220788" cy="6858001"/>
          </a:xfrm>
          <a:solidFill>
            <a:schemeClr val="bg2">
              <a:lumMod val="60000"/>
              <a:lumOff val="40000"/>
              <a:alpha val="60000"/>
            </a:schemeClr>
          </a:solidFill>
        </p:grpSpPr>
        <p:sp>
          <p:nvSpPr>
            <p:cNvPr id="110811" name="Rectangle 5">
              <a:extLst>
                <a:ext uri="{FF2B5EF4-FFF2-40B4-BE49-F238E27FC236}">
                  <a16:creationId xmlns:a16="http://schemas.microsoft.com/office/drawing/2014/main" id="{95B061E9-E435-4E1B-B160-96584A11669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4300" y="4763"/>
              <a:ext cx="23813" cy="2181225"/>
            </a:xfrm>
            <a:prstGeom prst="rect">
              <a:avLst/>
            </a:pr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miter lim="800000"/>
                  <a:headEnd/>
                  <a:tailEnd/>
                </a14:hiddenLine>
              </a:ext>
            </a:extLst>
          </p:spPr>
          <p:txBody>
            <a:bodyPr/>
            <a:lstStyle/>
            <a:p>
              <a:endParaRPr lang="tr-TR"/>
            </a:p>
          </p:txBody>
        </p:sp>
        <p:sp>
          <p:nvSpPr>
            <p:cNvPr id="110812" name="Freeform 6">
              <a:extLst>
                <a:ext uri="{FF2B5EF4-FFF2-40B4-BE49-F238E27FC236}">
                  <a16:creationId xmlns:a16="http://schemas.microsoft.com/office/drawing/2014/main" id="{3CD7972E-7D38-40EE-A80B-E2A848811ED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110813" name="Freeform 7">
              <a:extLst>
                <a:ext uri="{FF2B5EF4-FFF2-40B4-BE49-F238E27FC236}">
                  <a16:creationId xmlns:a16="http://schemas.microsoft.com/office/drawing/2014/main" id="{524A3B55-746F-419F-8CFF-5F3A4BE1434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110814" name="Freeform 8">
              <a:extLst>
                <a:ext uri="{FF2B5EF4-FFF2-40B4-BE49-F238E27FC236}">
                  <a16:creationId xmlns:a16="http://schemas.microsoft.com/office/drawing/2014/main" id="{9C63219B-AD72-4494-935E-F5C70DB549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110815" name="Freeform 9">
              <a:extLst>
                <a:ext uri="{FF2B5EF4-FFF2-40B4-BE49-F238E27FC236}">
                  <a16:creationId xmlns:a16="http://schemas.microsoft.com/office/drawing/2014/main" id="{15B41FD2-05E2-44E7-8760-09E65D1C603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110816" name="Freeform 10">
              <a:extLst>
                <a:ext uri="{FF2B5EF4-FFF2-40B4-BE49-F238E27FC236}">
                  <a16:creationId xmlns:a16="http://schemas.microsoft.com/office/drawing/2014/main" id="{FE6D63D0-3347-4EE2-8F65-F1C32168FA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110817" name="Freeform 11">
              <a:extLst>
                <a:ext uri="{FF2B5EF4-FFF2-40B4-BE49-F238E27FC236}">
                  <a16:creationId xmlns:a16="http://schemas.microsoft.com/office/drawing/2014/main" id="{538A46A3-DB16-45D5-B636-03EFE39FE9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110818" name="Freeform 12">
              <a:extLst>
                <a:ext uri="{FF2B5EF4-FFF2-40B4-BE49-F238E27FC236}">
                  <a16:creationId xmlns:a16="http://schemas.microsoft.com/office/drawing/2014/main" id="{0B8A2B0E-823F-4BE8-9359-45143BB1248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110819" name="Freeform 13">
              <a:extLst>
                <a:ext uri="{FF2B5EF4-FFF2-40B4-BE49-F238E27FC236}">
                  <a16:creationId xmlns:a16="http://schemas.microsoft.com/office/drawing/2014/main" id="{44516B3C-A8BE-46FC-B643-3DFEB7F2838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110820" name="Freeform 14">
              <a:extLst>
                <a:ext uri="{FF2B5EF4-FFF2-40B4-BE49-F238E27FC236}">
                  <a16:creationId xmlns:a16="http://schemas.microsoft.com/office/drawing/2014/main" id="{59FD699C-3920-4E57-BE27-165A3F036C2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110821" name="Freeform 15">
              <a:extLst>
                <a:ext uri="{FF2B5EF4-FFF2-40B4-BE49-F238E27FC236}">
                  <a16:creationId xmlns:a16="http://schemas.microsoft.com/office/drawing/2014/main" id="{0FB0C02E-3F53-4889-8ADF-80DBC43F693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110822" name="Line 16">
              <a:extLst>
                <a:ext uri="{FF2B5EF4-FFF2-40B4-BE49-F238E27FC236}">
                  <a16:creationId xmlns:a16="http://schemas.microsoft.com/office/drawing/2014/main" id="{F8A0C89C-946F-4BCD-8A27-BB73E37FE525}"/>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4763" y="9525"/>
              <a:ext cx="0" cy="0"/>
            </a:xfrm>
            <a:prstGeom prst="line">
              <a:avLst/>
            </a:prstGeom>
            <a:grpFill/>
            <a:ln w="15" cap="flat">
              <a:solidFill>
                <a:srgbClr val="FFFFFF"/>
              </a:solidFill>
              <a:prstDash val="solid"/>
              <a:miter lim="800000"/>
              <a:headEnd/>
              <a:tailEnd/>
            </a:ln>
          </p:spPr>
          <p:txBody>
            <a:bodyPr/>
            <a:lstStyle/>
            <a:p>
              <a:endParaRPr lang="tr-TR"/>
            </a:p>
          </p:txBody>
        </p:sp>
        <p:sp>
          <p:nvSpPr>
            <p:cNvPr id="110823" name="Freeform 17">
              <a:extLst>
                <a:ext uri="{FF2B5EF4-FFF2-40B4-BE49-F238E27FC236}">
                  <a16:creationId xmlns:a16="http://schemas.microsoft.com/office/drawing/2014/main" id="{70C83EAF-4E92-4849-A240-B257871DC0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110824" name="Freeform 18">
              <a:extLst>
                <a:ext uri="{FF2B5EF4-FFF2-40B4-BE49-F238E27FC236}">
                  <a16:creationId xmlns:a16="http://schemas.microsoft.com/office/drawing/2014/main" id="{320FD164-4D7A-469C-B3F4-B926BFACF53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110825" name="Freeform 19">
              <a:extLst>
                <a:ext uri="{FF2B5EF4-FFF2-40B4-BE49-F238E27FC236}">
                  <a16:creationId xmlns:a16="http://schemas.microsoft.com/office/drawing/2014/main" id="{F6E14D9A-4E63-48FF-95C5-9E8DDFF86C4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110826" name="Freeform 20">
              <a:extLst>
                <a:ext uri="{FF2B5EF4-FFF2-40B4-BE49-F238E27FC236}">
                  <a16:creationId xmlns:a16="http://schemas.microsoft.com/office/drawing/2014/main" id="{F3DCD24F-3CA8-4404-B22C-E4C928995F3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110827" name="Rectangle 21">
              <a:extLst>
                <a:ext uri="{FF2B5EF4-FFF2-40B4-BE49-F238E27FC236}">
                  <a16:creationId xmlns:a16="http://schemas.microsoft.com/office/drawing/2014/main" id="{8AD2E827-32A3-4BE4-9CC6-8315629177A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33350" y="4662488"/>
              <a:ext cx="23813" cy="2181225"/>
            </a:xfrm>
            <a:prstGeom prst="rect">
              <a:avLst/>
            </a:pr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miter lim="800000"/>
                  <a:headEnd/>
                  <a:tailEnd/>
                </a14:hiddenLine>
              </a:ext>
            </a:extLst>
          </p:spPr>
          <p:txBody>
            <a:bodyPr/>
            <a:lstStyle/>
            <a:p>
              <a:endParaRPr lang="tr-TR"/>
            </a:p>
          </p:txBody>
        </p:sp>
        <p:sp>
          <p:nvSpPr>
            <p:cNvPr id="110828" name="Freeform 22">
              <a:extLst>
                <a:ext uri="{FF2B5EF4-FFF2-40B4-BE49-F238E27FC236}">
                  <a16:creationId xmlns:a16="http://schemas.microsoft.com/office/drawing/2014/main" id="{47FB2CCC-1230-494F-B2D1-F05E5B8EDF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110829" name="Freeform 23">
              <a:extLst>
                <a:ext uri="{FF2B5EF4-FFF2-40B4-BE49-F238E27FC236}">
                  <a16:creationId xmlns:a16="http://schemas.microsoft.com/office/drawing/2014/main" id="{A5F44514-9274-47E3-9243-CA9356C166B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110830" name="Freeform 24">
              <a:extLst>
                <a:ext uri="{FF2B5EF4-FFF2-40B4-BE49-F238E27FC236}">
                  <a16:creationId xmlns:a16="http://schemas.microsoft.com/office/drawing/2014/main" id="{D06192CD-AD86-4DCA-8B53-4ACCA46583A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110831" name="Freeform 25">
              <a:extLst>
                <a:ext uri="{FF2B5EF4-FFF2-40B4-BE49-F238E27FC236}">
                  <a16:creationId xmlns:a16="http://schemas.microsoft.com/office/drawing/2014/main" id="{99E9203A-21E4-46D8-981A-4B28CA320A6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110832" name="Freeform 26">
              <a:extLst>
                <a:ext uri="{FF2B5EF4-FFF2-40B4-BE49-F238E27FC236}">
                  <a16:creationId xmlns:a16="http://schemas.microsoft.com/office/drawing/2014/main" id="{32FCE9B6-FB52-4045-8DCC-E5959B9A40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110833" name="Freeform 27">
              <a:extLst>
                <a:ext uri="{FF2B5EF4-FFF2-40B4-BE49-F238E27FC236}">
                  <a16:creationId xmlns:a16="http://schemas.microsoft.com/office/drawing/2014/main" id="{E4A7025C-CDE8-429A-BBB9-E7380C96238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110834" name="Freeform 28">
              <a:extLst>
                <a:ext uri="{FF2B5EF4-FFF2-40B4-BE49-F238E27FC236}">
                  <a16:creationId xmlns:a16="http://schemas.microsoft.com/office/drawing/2014/main" id="{A4EA0256-5DF5-437A-98A7-B79F3E6BB89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110835" name="Freeform 29">
              <a:extLst>
                <a:ext uri="{FF2B5EF4-FFF2-40B4-BE49-F238E27FC236}">
                  <a16:creationId xmlns:a16="http://schemas.microsoft.com/office/drawing/2014/main" id="{90C9433D-9E1C-493B-BEBD-C3081FFA328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110836" name="Freeform 30">
              <a:extLst>
                <a:ext uri="{FF2B5EF4-FFF2-40B4-BE49-F238E27FC236}">
                  <a16:creationId xmlns:a16="http://schemas.microsoft.com/office/drawing/2014/main" id="{352B39BB-F298-4285-A709-1FBA0CB722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110837" name="Freeform 31">
              <a:extLst>
                <a:ext uri="{FF2B5EF4-FFF2-40B4-BE49-F238E27FC236}">
                  <a16:creationId xmlns:a16="http://schemas.microsoft.com/office/drawing/2014/main" id="{31CAF2A0-CBA0-4E86-AA87-8750EC1AFB2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grpSp>
      <p:sp>
        <p:nvSpPr>
          <p:cNvPr id="110597" name="Rectangle 5">
            <a:extLst>
              <a:ext uri="{FF2B5EF4-FFF2-40B4-BE49-F238E27FC236}">
                <a16:creationId xmlns:a16="http://schemas.microsoft.com/office/drawing/2014/main" id="{D68CAB48-B538-5B21-75FB-43FF7246FF34}"/>
              </a:ext>
            </a:extLst>
          </p:cNvPr>
          <p:cNvSpPr>
            <a:spLocks noGrp="1" noChangeArrowheads="1"/>
          </p:cNvSpPr>
          <p:nvPr>
            <p:ph type="title"/>
          </p:nvPr>
        </p:nvSpPr>
        <p:spPr>
          <a:xfrm>
            <a:off x="1019015" y="1093787"/>
            <a:ext cx="3059969" cy="4697413"/>
          </a:xfrm>
        </p:spPr>
        <p:txBody>
          <a:bodyPr vert="horz" lIns="91440" tIns="45720" rIns="91440" bIns="45720" rtlCol="0" anchor="ctr">
            <a:normAutofit/>
          </a:bodyPr>
          <a:lstStyle/>
          <a:p>
            <a:pPr>
              <a:tabLst>
                <a:tab pos="571500" algn="l"/>
              </a:tabLst>
            </a:pPr>
            <a:r>
              <a:rPr lang="en-US" altLang="de-DE" b="1" dirty="0" err="1"/>
              <a:t>Elektr</a:t>
            </a:r>
            <a:r>
              <a:rPr lang="tr-TR" altLang="de-DE" b="1" dirty="0"/>
              <a:t>i</a:t>
            </a:r>
            <a:r>
              <a:rPr lang="en-US" altLang="de-DE" b="1" dirty="0"/>
              <a:t>k </a:t>
            </a:r>
            <a:r>
              <a:rPr lang="en-US" altLang="de-DE" b="1" dirty="0" err="1"/>
              <a:t>Kökenl</a:t>
            </a:r>
            <a:r>
              <a:rPr lang="tr-TR" altLang="de-DE" b="1" dirty="0"/>
              <a:t>i</a:t>
            </a:r>
            <a:r>
              <a:rPr lang="en-US" altLang="de-DE" b="1" dirty="0"/>
              <a:t> B</a:t>
            </a:r>
            <a:r>
              <a:rPr lang="tr-TR" altLang="de-DE" b="1" dirty="0"/>
              <a:t>i</a:t>
            </a:r>
            <a:r>
              <a:rPr lang="en-US" altLang="de-DE" b="1" dirty="0" err="1"/>
              <a:t>yoloj</a:t>
            </a:r>
            <a:r>
              <a:rPr lang="tr-TR" altLang="de-DE" b="1" dirty="0"/>
              <a:t>i</a:t>
            </a:r>
            <a:r>
              <a:rPr lang="en-US" altLang="de-DE" b="1" dirty="0"/>
              <a:t>k </a:t>
            </a:r>
            <a:r>
              <a:rPr lang="en-US" altLang="de-DE" b="1" dirty="0" err="1"/>
              <a:t>İşare</a:t>
            </a:r>
            <a:r>
              <a:rPr lang="tr-TR" altLang="de-DE" b="1" dirty="0" err="1"/>
              <a:t>lerin</a:t>
            </a:r>
            <a:r>
              <a:rPr lang="en-US" altLang="de-DE" b="1" dirty="0"/>
              <a:t> </a:t>
            </a:r>
            <a:r>
              <a:rPr lang="en-US" altLang="de-DE" b="1" dirty="0" err="1"/>
              <a:t>Algılanması</a:t>
            </a:r>
            <a:endParaRPr lang="en-US" altLang="de-DE" b="1" dirty="0"/>
          </a:p>
        </p:txBody>
      </p:sp>
      <p:sp useBgFill="1">
        <p:nvSpPr>
          <p:cNvPr id="110838" name="Round Diagonal Corner Rectangle 7">
            <a:extLst>
              <a:ext uri="{FF2B5EF4-FFF2-40B4-BE49-F238E27FC236}">
                <a16:creationId xmlns:a16="http://schemas.microsoft.com/office/drawing/2014/main" id="{7D1C411D-0818-4640-8657-2AF78250C8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25084" y="0"/>
            <a:ext cx="7566916" cy="6848476"/>
          </a:xfrm>
          <a:prstGeom prst="round2DiagRect">
            <a:avLst>
              <a:gd name="adj1" fmla="val 0"/>
              <a:gd name="adj2" fmla="val 0"/>
            </a:avLst>
          </a:prstGeom>
          <a:ln w="19050" cap="sq">
            <a:noFill/>
            <a:miter lim="800000"/>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10595" name="Rectangle 3">
            <a:extLst>
              <a:ext uri="{FF2B5EF4-FFF2-40B4-BE49-F238E27FC236}">
                <a16:creationId xmlns:a16="http://schemas.microsoft.com/office/drawing/2014/main" id="{E3917FD6-E3A0-B9C7-6ADE-A6EE3F885E6A}"/>
              </a:ext>
            </a:extLst>
          </p:cNvPr>
          <p:cNvSpPr>
            <a:spLocks noGrp="1" noChangeArrowheads="1"/>
          </p:cNvSpPr>
          <p:nvPr>
            <p:ph sz="half" idx="1"/>
          </p:nvPr>
        </p:nvSpPr>
        <p:spPr>
          <a:xfrm>
            <a:off x="5215467" y="1093788"/>
            <a:ext cx="5831944" cy="4697413"/>
          </a:xfrm>
        </p:spPr>
        <p:txBody>
          <a:bodyPr vert="horz" lIns="91440" tIns="45720" rIns="91440" bIns="45720" rtlCol="0">
            <a:normAutofit/>
          </a:bodyPr>
          <a:lstStyle/>
          <a:p>
            <a:pPr>
              <a:lnSpc>
                <a:spcPct val="110000"/>
              </a:lnSpc>
            </a:pPr>
            <a:r>
              <a:rPr lang="en-US" altLang="de-DE" sz="1700"/>
              <a:t>Biyoelektrik potansiyelleri ölçebilmek için iyonik potansiyel ve akımları elektrik potansiyel veya akımlarına dönüştüren dönüştürücülere ihtiyaç vardır.</a:t>
            </a:r>
          </a:p>
          <a:p>
            <a:pPr>
              <a:lnSpc>
                <a:spcPct val="110000"/>
              </a:lnSpc>
            </a:pPr>
            <a:r>
              <a:rPr lang="en-US" altLang="de-DE" sz="1700"/>
              <a:t>Elektrik kökenli biyolojik işaretleri algılamakta kullanılan böyle bir dönüştürücü iki elektrottan meydana gelir ve elektrotların uygulandıkları noktalar arasındaki iyonik potansiyel farkını ölçer. Her bir hücrenin ürettiği bireysel aksiyon potansiyellerini ölçmek imkansız değilse de bazı özel uygulamalar dışında çok zordur. Çünkü, hücre içine hassas olarak elektrot yerleştirilmesi gerekmektedir.</a:t>
            </a:r>
          </a:p>
          <a:p>
            <a:pPr>
              <a:lnSpc>
                <a:spcPct val="110000"/>
              </a:lnSpc>
            </a:pPr>
            <a:r>
              <a:rPr lang="en-US" altLang="de-DE" sz="1700"/>
              <a:t>Biyopotansiyelleri en geneI ölçme yöntemi, vücut yüzeyinden yapılan ölçümlerdir. Bu durumda alttaki birçok hücrenin aksiyon potansiyellerinin yüzeye gelen toplamı alınmaktadır. Bazı ölçümlerde ise bir kasa, sinire veya beyinin belirli bölgelerine batırılan iğne elektrotlar yardımıyla ölçüm yapılır.</a:t>
            </a:r>
          </a:p>
        </p:txBody>
      </p:sp>
      <p:sp>
        <p:nvSpPr>
          <p:cNvPr id="2" name="Alt Bilgi Yer Tutucusu 1">
            <a:extLst>
              <a:ext uri="{FF2B5EF4-FFF2-40B4-BE49-F238E27FC236}">
                <a16:creationId xmlns:a16="http://schemas.microsoft.com/office/drawing/2014/main" id="{89E6DB7F-D140-EC13-60CB-0983EBA4F7E6}"/>
              </a:ext>
            </a:extLst>
          </p:cNvPr>
          <p:cNvSpPr>
            <a:spLocks noGrp="1"/>
          </p:cNvSpPr>
          <p:nvPr>
            <p:ph type="ftr" sz="quarter" idx="11"/>
          </p:nvPr>
        </p:nvSpPr>
        <p:spPr/>
        <p:txBody>
          <a:bodyPr/>
          <a:lstStyle/>
          <a:p>
            <a:r>
              <a:rPr lang="en-US"/>
              <a:t>MEHMET FATİH KARAKAŞ</a:t>
            </a:r>
            <a:endParaRPr lang="en-US" dirty="0"/>
          </a:p>
        </p:txBody>
      </p:sp>
    </p:spTree>
    <p:extLst>
      <p:ext uri="{BB962C8B-B14F-4D97-AF65-F5344CB8AC3E}">
        <p14:creationId xmlns:p14="http://schemas.microsoft.com/office/powerpoint/2010/main" val="138124091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bg>
      <p:bgPr>
        <a:blipFill>
          <a:blip r:embed="rId2">
            <a:duotone>
              <a:schemeClr val="bg2">
                <a:shade val="88000"/>
                <a:hueMod val="106000"/>
                <a:satMod val="140000"/>
                <a:lumMod val="54000"/>
              </a:schemeClr>
              <a:schemeClr val="bg2">
                <a:tint val="98000"/>
                <a:hueMod val="90000"/>
                <a:satMod val="150000"/>
                <a:lumMod val="160000"/>
              </a:schemeClr>
            </a:duotone>
          </a:blip>
          <a:stretch/>
        </a:blipFill>
        <a:effectLst/>
      </p:bgPr>
    </p:bg>
    <p:spTree>
      <p:nvGrpSpPr>
        <p:cNvPr id="1" name=""/>
        <p:cNvGrpSpPr/>
        <p:nvPr/>
      </p:nvGrpSpPr>
      <p:grpSpPr>
        <a:xfrm>
          <a:off x="0" y="0"/>
          <a:ext cx="0" cy="0"/>
          <a:chOff x="0" y="0"/>
          <a:chExt cx="0" cy="0"/>
        </a:xfrm>
      </p:grpSpPr>
      <p:sp>
        <p:nvSpPr>
          <p:cNvPr id="22530" name="Rectangle 2">
            <a:extLst>
              <a:ext uri="{FF2B5EF4-FFF2-40B4-BE49-F238E27FC236}">
                <a16:creationId xmlns:a16="http://schemas.microsoft.com/office/drawing/2014/main" id="{CD142AF2-2B17-575B-AAFC-B8898F61A0BA}"/>
              </a:ext>
            </a:extLst>
          </p:cNvPr>
          <p:cNvSpPr>
            <a:spLocks noGrp="1" noChangeArrowheads="1"/>
          </p:cNvSpPr>
          <p:nvPr>
            <p:ph type="title"/>
          </p:nvPr>
        </p:nvSpPr>
        <p:spPr>
          <a:xfrm>
            <a:off x="1141413" y="618518"/>
            <a:ext cx="9905998" cy="1478570"/>
          </a:xfrm>
        </p:spPr>
        <p:txBody>
          <a:bodyPr>
            <a:normAutofit/>
          </a:bodyPr>
          <a:lstStyle/>
          <a:p>
            <a:pPr eaLnBrk="1" hangingPunct="1"/>
            <a:r>
              <a:rPr lang="en-US" altLang="en-US" b="1"/>
              <a:t>Algılama Amaçlı Elektrot Çeşitleri</a:t>
            </a:r>
          </a:p>
        </p:txBody>
      </p:sp>
      <p:graphicFrame>
        <p:nvGraphicFramePr>
          <p:cNvPr id="22533" name="Rectangle 3">
            <a:extLst>
              <a:ext uri="{FF2B5EF4-FFF2-40B4-BE49-F238E27FC236}">
                <a16:creationId xmlns:a16="http://schemas.microsoft.com/office/drawing/2014/main" id="{173E3A57-86A5-7B30-940A-9E738EA524ED}"/>
              </a:ext>
            </a:extLst>
          </p:cNvPr>
          <p:cNvGraphicFramePr>
            <a:graphicFrameLocks noGrp="1"/>
          </p:cNvGraphicFramePr>
          <p:nvPr>
            <p:ph idx="1"/>
            <p:extLst>
              <p:ext uri="{D42A27DB-BD31-4B8C-83A1-F6EECF244321}">
                <p14:modId xmlns:p14="http://schemas.microsoft.com/office/powerpoint/2010/main" val="3765500566"/>
              </p:ext>
            </p:extLst>
          </p:nvPr>
        </p:nvGraphicFramePr>
        <p:xfrm>
          <a:off x="1141413" y="2418820"/>
          <a:ext cx="9906000" cy="3142721"/>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Alt Bilgi Yer Tutucusu 1">
            <a:extLst>
              <a:ext uri="{FF2B5EF4-FFF2-40B4-BE49-F238E27FC236}">
                <a16:creationId xmlns:a16="http://schemas.microsoft.com/office/drawing/2014/main" id="{A0AED080-EE8A-95D6-B61C-F8268EC61072}"/>
              </a:ext>
            </a:extLst>
          </p:cNvPr>
          <p:cNvSpPr>
            <a:spLocks noGrp="1"/>
          </p:cNvSpPr>
          <p:nvPr>
            <p:ph type="ftr" sz="quarter" idx="11"/>
          </p:nvPr>
        </p:nvSpPr>
        <p:spPr/>
        <p:txBody>
          <a:bodyPr/>
          <a:lstStyle/>
          <a:p>
            <a:r>
              <a:rPr lang="en-US"/>
              <a:t>MEHMET FATİH KARAKAŞ</a:t>
            </a:r>
            <a:endParaRPr lang="en-US" dirty="0"/>
          </a:p>
        </p:txBody>
      </p:sp>
    </p:spTree>
    <p:extLst>
      <p:ext uri="{BB962C8B-B14F-4D97-AF65-F5344CB8AC3E}">
        <p14:creationId xmlns:p14="http://schemas.microsoft.com/office/powerpoint/2010/main" val="282121438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bg>
      <p:bgPr>
        <a:blipFill>
          <a:blip r:embed="rId2">
            <a:duotone>
              <a:schemeClr val="bg2">
                <a:shade val="88000"/>
                <a:hueMod val="106000"/>
                <a:satMod val="140000"/>
                <a:lumMod val="54000"/>
              </a:schemeClr>
              <a:schemeClr val="bg2">
                <a:tint val="98000"/>
                <a:hueMod val="90000"/>
                <a:satMod val="150000"/>
                <a:lumMod val="160000"/>
              </a:schemeClr>
            </a:duotone>
          </a:blip>
          <a:stretch/>
        </a:blipFill>
        <a:effectLst/>
      </p:bgPr>
    </p:bg>
    <p:spTree>
      <p:nvGrpSpPr>
        <p:cNvPr id="1" name=""/>
        <p:cNvGrpSpPr/>
        <p:nvPr/>
      </p:nvGrpSpPr>
      <p:grpSpPr>
        <a:xfrm>
          <a:off x="0" y="0"/>
          <a:ext cx="0" cy="0"/>
          <a:chOff x="0" y="0"/>
          <a:chExt cx="0" cy="0"/>
        </a:xfrm>
      </p:grpSpPr>
      <p:pic>
        <p:nvPicPr>
          <p:cNvPr id="23612" name="Picture 2">
            <a:extLst>
              <a:ext uri="{FF2B5EF4-FFF2-40B4-BE49-F238E27FC236}">
                <a16:creationId xmlns:a16="http://schemas.microsoft.com/office/drawing/2014/main" id="{BD682E6D-6B2A-4E23-9DB2-A87CFD5EF6A9}"/>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alphaModFix amt="30000"/>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xmlns:p14="http://schemas.microsoft.com/office/powerpoint/2010/main" xmlns:a16="http://schemas.microsoft.com/office/drawing/2014/main" xmlns="">
                <a:solidFill>
                  <a:srgbClr val="FFFFFF"/>
                </a:solidFill>
              </a14:hiddenFill>
            </a:ext>
          </a:extLst>
        </p:spPr>
      </p:pic>
      <p:grpSp>
        <p:nvGrpSpPr>
          <p:cNvPr id="23613" name="Group 23564">
            <a:extLst>
              <a:ext uri="{FF2B5EF4-FFF2-40B4-BE49-F238E27FC236}">
                <a16:creationId xmlns:a16="http://schemas.microsoft.com/office/drawing/2014/main" id="{82818B62-F7FE-4423-B47F-BEADB95859C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4288" y="0"/>
            <a:ext cx="12053888" cy="6858001"/>
            <a:chOff x="-14288" y="0"/>
            <a:chExt cx="12053888" cy="6858001"/>
          </a:xfrm>
        </p:grpSpPr>
        <p:grpSp>
          <p:nvGrpSpPr>
            <p:cNvPr id="23566" name="Group 23565">
              <a:extLst>
                <a:ext uri="{FF2B5EF4-FFF2-40B4-BE49-F238E27FC236}">
                  <a16:creationId xmlns:a16="http://schemas.microsoft.com/office/drawing/2014/main" id="{08D8F34A-2048-4710-885B-6020E3A52AAC}"/>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14288" y="0"/>
              <a:ext cx="1220788" cy="6858001"/>
              <a:chOff x="-14288" y="0"/>
              <a:chExt cx="1220788" cy="6858001"/>
            </a:xfrm>
            <a:gradFill flip="none" rotWithShape="1">
              <a:gsLst>
                <a:gs pos="0">
                  <a:schemeClr val="tx2"/>
                </a:gs>
                <a:gs pos="100000">
                  <a:schemeClr val="bg2">
                    <a:lumMod val="60000"/>
                    <a:lumOff val="40000"/>
                  </a:schemeClr>
                </a:gs>
              </a:gsLst>
              <a:lin ang="5400000" scaled="0"/>
              <a:tileRect/>
            </a:gradFill>
          </p:grpSpPr>
          <p:sp>
            <p:nvSpPr>
              <p:cNvPr id="23614" name="Rectangle 5">
                <a:extLst>
                  <a:ext uri="{FF2B5EF4-FFF2-40B4-BE49-F238E27FC236}">
                    <a16:creationId xmlns:a16="http://schemas.microsoft.com/office/drawing/2014/main" id="{2BD59528-B946-437E-964B-E07B68C39568}"/>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4300" y="4763"/>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tr-TR"/>
              </a:p>
            </p:txBody>
          </p:sp>
          <p:sp>
            <p:nvSpPr>
              <p:cNvPr id="23615" name="Freeform 6">
                <a:extLst>
                  <a:ext uri="{FF2B5EF4-FFF2-40B4-BE49-F238E27FC236}">
                    <a16:creationId xmlns:a16="http://schemas.microsoft.com/office/drawing/2014/main" id="{E501D201-A6EF-40DD-A904-37280298A27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3616" name="Freeform 7">
                <a:extLst>
                  <a:ext uri="{FF2B5EF4-FFF2-40B4-BE49-F238E27FC236}">
                    <a16:creationId xmlns:a16="http://schemas.microsoft.com/office/drawing/2014/main" id="{700C9926-C507-4642-A28B-4381982F274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3617" name="Freeform 8">
                <a:extLst>
                  <a:ext uri="{FF2B5EF4-FFF2-40B4-BE49-F238E27FC236}">
                    <a16:creationId xmlns:a16="http://schemas.microsoft.com/office/drawing/2014/main" id="{F9C0AC4B-084B-44C7-9BB3-84B1AA7A6E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3618" name="Freeform 9">
                <a:extLst>
                  <a:ext uri="{FF2B5EF4-FFF2-40B4-BE49-F238E27FC236}">
                    <a16:creationId xmlns:a16="http://schemas.microsoft.com/office/drawing/2014/main" id="{765B71B8-526D-4CE9-9B29-380B4A63D641}"/>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3619" name="Freeform 10">
                <a:extLst>
                  <a:ext uri="{FF2B5EF4-FFF2-40B4-BE49-F238E27FC236}">
                    <a16:creationId xmlns:a16="http://schemas.microsoft.com/office/drawing/2014/main" id="{A5E131F6-E6F7-4C93-B2AC-6BEE7210A37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3620" name="Freeform 11">
                <a:extLst>
                  <a:ext uri="{FF2B5EF4-FFF2-40B4-BE49-F238E27FC236}">
                    <a16:creationId xmlns:a16="http://schemas.microsoft.com/office/drawing/2014/main" id="{36F8025F-A8BE-4215-AD98-F0E163D56E0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3621" name="Freeform 12">
                <a:extLst>
                  <a:ext uri="{FF2B5EF4-FFF2-40B4-BE49-F238E27FC236}">
                    <a16:creationId xmlns:a16="http://schemas.microsoft.com/office/drawing/2014/main" id="{3FEE64BF-FE95-4329-8B60-ADB566F8C4B0}"/>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3622" name="Freeform 13">
                <a:extLst>
                  <a:ext uri="{FF2B5EF4-FFF2-40B4-BE49-F238E27FC236}">
                    <a16:creationId xmlns:a16="http://schemas.microsoft.com/office/drawing/2014/main" id="{742D24D5-73EA-4F42-A61D-FE001B1A9B9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3623" name="Freeform 14">
                <a:extLst>
                  <a:ext uri="{FF2B5EF4-FFF2-40B4-BE49-F238E27FC236}">
                    <a16:creationId xmlns:a16="http://schemas.microsoft.com/office/drawing/2014/main" id="{DC35DA0C-8EC9-48BE-A38B-B626CD2DB29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3624" name="Freeform 15">
                <a:extLst>
                  <a:ext uri="{FF2B5EF4-FFF2-40B4-BE49-F238E27FC236}">
                    <a16:creationId xmlns:a16="http://schemas.microsoft.com/office/drawing/2014/main" id="{FFD82B19-6C16-4221-83B3-40342C74D90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3625" name="Line 16">
                <a:extLst>
                  <a:ext uri="{FF2B5EF4-FFF2-40B4-BE49-F238E27FC236}">
                    <a16:creationId xmlns:a16="http://schemas.microsoft.com/office/drawing/2014/main" id="{91BC2DD8-6333-4604-A9AD-AF058EBC634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4763" y="9525"/>
                <a:ext cx="0" cy="0"/>
              </a:xfrm>
              <a:prstGeom prst="line">
                <a:avLst/>
              </a:prstGeom>
              <a:grpFill/>
              <a:ln w="15" cap="flat">
                <a:solidFill>
                  <a:srgbClr val="FFFFFF"/>
                </a:solidFill>
                <a:prstDash val="solid"/>
                <a:miter lim="800000"/>
                <a:headEnd/>
                <a:tailEnd/>
              </a:ln>
            </p:spPr>
            <p:txBody>
              <a:bodyPr/>
              <a:lstStyle/>
              <a:p>
                <a:endParaRPr lang="tr-TR"/>
              </a:p>
            </p:txBody>
          </p:sp>
          <p:sp>
            <p:nvSpPr>
              <p:cNvPr id="23626" name="Freeform 17">
                <a:extLst>
                  <a:ext uri="{FF2B5EF4-FFF2-40B4-BE49-F238E27FC236}">
                    <a16:creationId xmlns:a16="http://schemas.microsoft.com/office/drawing/2014/main" id="{867B3042-26EF-40D4-BB69-1CE99C56917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3627" name="Freeform 18">
                <a:extLst>
                  <a:ext uri="{FF2B5EF4-FFF2-40B4-BE49-F238E27FC236}">
                    <a16:creationId xmlns:a16="http://schemas.microsoft.com/office/drawing/2014/main" id="{C54FD8EB-2552-4089-A064-A979E29F463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3628" name="Freeform 19">
                <a:extLst>
                  <a:ext uri="{FF2B5EF4-FFF2-40B4-BE49-F238E27FC236}">
                    <a16:creationId xmlns:a16="http://schemas.microsoft.com/office/drawing/2014/main" id="{B906D2FC-267D-4E9E-AB79-A3F9F71DD58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3629" name="Freeform 20">
                <a:extLst>
                  <a:ext uri="{FF2B5EF4-FFF2-40B4-BE49-F238E27FC236}">
                    <a16:creationId xmlns:a16="http://schemas.microsoft.com/office/drawing/2014/main" id="{0414425E-C29B-4586-B8DF-6868ECC2E1E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3630" name="Rectangle 21">
                <a:extLst>
                  <a:ext uri="{FF2B5EF4-FFF2-40B4-BE49-F238E27FC236}">
                    <a16:creationId xmlns:a16="http://schemas.microsoft.com/office/drawing/2014/main" id="{CDBE75E0-D1A8-46A2-BEAA-A0291988ADC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33350" y="4662488"/>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tr-TR"/>
              </a:p>
            </p:txBody>
          </p:sp>
          <p:sp>
            <p:nvSpPr>
              <p:cNvPr id="23631" name="Freeform 22">
                <a:extLst>
                  <a:ext uri="{FF2B5EF4-FFF2-40B4-BE49-F238E27FC236}">
                    <a16:creationId xmlns:a16="http://schemas.microsoft.com/office/drawing/2014/main" id="{43D2C92D-C4E9-4828-9F80-084603E71A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3632" name="Freeform 23">
                <a:extLst>
                  <a:ext uri="{FF2B5EF4-FFF2-40B4-BE49-F238E27FC236}">
                    <a16:creationId xmlns:a16="http://schemas.microsoft.com/office/drawing/2014/main" id="{746EAB08-DCFC-4A40-99E8-E8E3ED92DCC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3633" name="Freeform 24">
                <a:extLst>
                  <a:ext uri="{FF2B5EF4-FFF2-40B4-BE49-F238E27FC236}">
                    <a16:creationId xmlns:a16="http://schemas.microsoft.com/office/drawing/2014/main" id="{C11CD8F1-C1C6-4E75-AC97-3EDEF9F33E9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3634" name="Freeform 25">
                <a:extLst>
                  <a:ext uri="{FF2B5EF4-FFF2-40B4-BE49-F238E27FC236}">
                    <a16:creationId xmlns:a16="http://schemas.microsoft.com/office/drawing/2014/main" id="{2C0D5227-1C13-4FC8-B5E4-8F31CE08F16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3635" name="Freeform 26">
                <a:extLst>
                  <a:ext uri="{FF2B5EF4-FFF2-40B4-BE49-F238E27FC236}">
                    <a16:creationId xmlns:a16="http://schemas.microsoft.com/office/drawing/2014/main" id="{FCE27CDF-D928-46AC-AA53-9B9D3A2D5C2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3636" name="Freeform 27">
                <a:extLst>
                  <a:ext uri="{FF2B5EF4-FFF2-40B4-BE49-F238E27FC236}">
                    <a16:creationId xmlns:a16="http://schemas.microsoft.com/office/drawing/2014/main" id="{CA2F8135-1DDF-47CC-9187-B929982C5D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3637" name="Freeform 28">
                <a:extLst>
                  <a:ext uri="{FF2B5EF4-FFF2-40B4-BE49-F238E27FC236}">
                    <a16:creationId xmlns:a16="http://schemas.microsoft.com/office/drawing/2014/main" id="{9F3AE01D-F193-4221-9EFA-B46875265213}"/>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3638" name="Freeform 29">
                <a:extLst>
                  <a:ext uri="{FF2B5EF4-FFF2-40B4-BE49-F238E27FC236}">
                    <a16:creationId xmlns:a16="http://schemas.microsoft.com/office/drawing/2014/main" id="{7808422C-2145-4A5B-BD80-D18FF720CB00}"/>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3639" name="Freeform 30">
                <a:extLst>
                  <a:ext uri="{FF2B5EF4-FFF2-40B4-BE49-F238E27FC236}">
                    <a16:creationId xmlns:a16="http://schemas.microsoft.com/office/drawing/2014/main" id="{987F6D2E-7C49-41A2-9B29-C6E1A365F1F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3640" name="Freeform 31">
                <a:extLst>
                  <a:ext uri="{FF2B5EF4-FFF2-40B4-BE49-F238E27FC236}">
                    <a16:creationId xmlns:a16="http://schemas.microsoft.com/office/drawing/2014/main" id="{26F1D2B4-D9F2-4D30-AF5B-E0F0F8B4FED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grpSp>
        <p:grpSp>
          <p:nvGrpSpPr>
            <p:cNvPr id="23567" name="Group 23566">
              <a:extLst>
                <a:ext uri="{FF2B5EF4-FFF2-40B4-BE49-F238E27FC236}">
                  <a16:creationId xmlns:a16="http://schemas.microsoft.com/office/drawing/2014/main" id="{E8E1273E-EDE2-4A3A-B711-7C633D6F04D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11364912" y="0"/>
              <a:ext cx="674688" cy="6848476"/>
              <a:chOff x="11364912" y="0"/>
              <a:chExt cx="674688" cy="6848476"/>
            </a:xfrm>
            <a:gradFill flip="none" rotWithShape="1">
              <a:gsLst>
                <a:gs pos="0">
                  <a:schemeClr val="tx2">
                    <a:alpha val="80000"/>
                  </a:schemeClr>
                </a:gs>
                <a:gs pos="100000">
                  <a:schemeClr val="bg2">
                    <a:lumMod val="60000"/>
                    <a:lumOff val="40000"/>
                    <a:alpha val="60000"/>
                  </a:schemeClr>
                </a:gs>
              </a:gsLst>
              <a:lin ang="5400000" scaled="0"/>
              <a:tileRect/>
            </a:gradFill>
          </p:grpSpPr>
          <p:sp>
            <p:nvSpPr>
              <p:cNvPr id="23641" name="Freeform 32">
                <a:extLst>
                  <a:ext uri="{FF2B5EF4-FFF2-40B4-BE49-F238E27FC236}">
                    <a16:creationId xmlns:a16="http://schemas.microsoft.com/office/drawing/2014/main" id="{B63B0065-EB02-4B15-A2D1-8BF654B8A38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1483975" y="0"/>
                <a:ext cx="417513" cy="512763"/>
              </a:xfrm>
              <a:custGeom>
                <a:avLst/>
                <a:gdLst/>
                <a:ahLst/>
                <a:cxnLst/>
                <a:rect l="0" t="0" r="r" b="b"/>
                <a:pathLst>
                  <a:path w="263" h="323">
                    <a:moveTo>
                      <a:pt x="12" y="323"/>
                    </a:moveTo>
                    <a:lnTo>
                      <a:pt x="0" y="314"/>
                    </a:lnTo>
                    <a:lnTo>
                      <a:pt x="203" y="108"/>
                    </a:lnTo>
                    <a:lnTo>
                      <a:pt x="248" y="0"/>
                    </a:lnTo>
                    <a:lnTo>
                      <a:pt x="263" y="6"/>
                    </a:lnTo>
                    <a:lnTo>
                      <a:pt x="218" y="117"/>
                    </a:lnTo>
                    <a:lnTo>
                      <a:pt x="218" y="117"/>
                    </a:lnTo>
                    <a:lnTo>
                      <a:pt x="12" y="323"/>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3642" name="Freeform 33">
                <a:extLst>
                  <a:ext uri="{FF2B5EF4-FFF2-40B4-BE49-F238E27FC236}">
                    <a16:creationId xmlns:a16="http://schemas.microsoft.com/office/drawing/2014/main" id="{E57426CB-66F7-4E49-A669-66628242C99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364912" y="474663"/>
                <a:ext cx="157163" cy="152400"/>
              </a:xfrm>
              <a:custGeom>
                <a:avLst/>
                <a:gdLst/>
                <a:ahLst/>
                <a:cxnLst/>
                <a:rect l="0" t="0" r="r" b="b"/>
                <a:pathLst>
                  <a:path w="33" h="32">
                    <a:moveTo>
                      <a:pt x="17" y="32"/>
                    </a:moveTo>
                    <a:cubicBezTo>
                      <a:pt x="13" y="32"/>
                      <a:pt x="9" y="30"/>
                      <a:pt x="6" y="27"/>
                    </a:cubicBezTo>
                    <a:cubicBezTo>
                      <a:pt x="0" y="21"/>
                      <a:pt x="0" y="11"/>
                      <a:pt x="6" y="5"/>
                    </a:cubicBezTo>
                    <a:cubicBezTo>
                      <a:pt x="9" y="2"/>
                      <a:pt x="13" y="0"/>
                      <a:pt x="17" y="0"/>
                    </a:cubicBezTo>
                    <a:cubicBezTo>
                      <a:pt x="21" y="0"/>
                      <a:pt x="25" y="2"/>
                      <a:pt x="28" y="5"/>
                    </a:cubicBezTo>
                    <a:cubicBezTo>
                      <a:pt x="31" y="8"/>
                      <a:pt x="33" y="12"/>
                      <a:pt x="33" y="16"/>
                    </a:cubicBezTo>
                    <a:cubicBezTo>
                      <a:pt x="33" y="20"/>
                      <a:pt x="31" y="24"/>
                      <a:pt x="28" y="27"/>
                    </a:cubicBezTo>
                    <a:cubicBezTo>
                      <a:pt x="25" y="30"/>
                      <a:pt x="21" y="32"/>
                      <a:pt x="17" y="32"/>
                    </a:cubicBezTo>
                    <a:close/>
                    <a:moveTo>
                      <a:pt x="17" y="4"/>
                    </a:moveTo>
                    <a:cubicBezTo>
                      <a:pt x="14" y="4"/>
                      <a:pt x="11" y="6"/>
                      <a:pt x="9" y="8"/>
                    </a:cubicBezTo>
                    <a:cubicBezTo>
                      <a:pt x="4" y="12"/>
                      <a:pt x="4" y="20"/>
                      <a:pt x="9" y="24"/>
                    </a:cubicBezTo>
                    <a:cubicBezTo>
                      <a:pt x="11" y="27"/>
                      <a:pt x="14" y="28"/>
                      <a:pt x="17" y="28"/>
                    </a:cubicBezTo>
                    <a:cubicBezTo>
                      <a:pt x="20" y="28"/>
                      <a:pt x="23" y="27"/>
                      <a:pt x="26" y="24"/>
                    </a:cubicBezTo>
                    <a:cubicBezTo>
                      <a:pt x="30" y="20"/>
                      <a:pt x="30" y="12"/>
                      <a:pt x="26" y="8"/>
                    </a:cubicBezTo>
                    <a:cubicBezTo>
                      <a:pt x="23" y="6"/>
                      <a:pt x="20" y="4"/>
                      <a:pt x="17"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3643" name="Freeform 34">
                <a:extLst>
                  <a:ext uri="{FF2B5EF4-FFF2-40B4-BE49-F238E27FC236}">
                    <a16:creationId xmlns:a16="http://schemas.microsoft.com/office/drawing/2014/main" id="{13E7D034-6F93-4C3D-B0D4-5C7112065EF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631612" y="1539875"/>
                <a:ext cx="188913"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3644" name="Freeform 35">
                <a:extLst>
                  <a:ext uri="{FF2B5EF4-FFF2-40B4-BE49-F238E27FC236}">
                    <a16:creationId xmlns:a16="http://schemas.microsoft.com/office/drawing/2014/main" id="{544587B9-2C96-4F49-9D32-4B9561513F8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1531600" y="5694363"/>
                <a:ext cx="298450" cy="1154113"/>
              </a:xfrm>
              <a:custGeom>
                <a:avLst/>
                <a:gdLst/>
                <a:ahLst/>
                <a:cxnLst/>
                <a:rect l="0" t="0" r="r" b="b"/>
                <a:pathLst>
                  <a:path w="188" h="727">
                    <a:moveTo>
                      <a:pt x="15" y="727"/>
                    </a:moveTo>
                    <a:lnTo>
                      <a:pt x="0" y="727"/>
                    </a:lnTo>
                    <a:lnTo>
                      <a:pt x="0" y="407"/>
                    </a:lnTo>
                    <a:lnTo>
                      <a:pt x="0" y="407"/>
                    </a:lnTo>
                    <a:lnTo>
                      <a:pt x="176" y="0"/>
                    </a:lnTo>
                    <a:lnTo>
                      <a:pt x="188" y="6"/>
                    </a:lnTo>
                    <a:lnTo>
                      <a:pt x="15" y="410"/>
                    </a:lnTo>
                    <a:lnTo>
                      <a:pt x="15" y="727"/>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3645" name="Freeform 36">
                <a:extLst>
                  <a:ext uri="{FF2B5EF4-FFF2-40B4-BE49-F238E27FC236}">
                    <a16:creationId xmlns:a16="http://schemas.microsoft.com/office/drawing/2014/main" id="{89C0C949-76C7-4C92-9296-CD1C2EF760F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772900" y="5551488"/>
                <a:ext cx="157163" cy="155575"/>
              </a:xfrm>
              <a:custGeom>
                <a:avLst/>
                <a:gdLst/>
                <a:ahLst/>
                <a:cxnLst/>
                <a:rect l="0" t="0" r="r" b="b"/>
                <a:pathLst>
                  <a:path w="33" h="33">
                    <a:moveTo>
                      <a:pt x="17" y="33"/>
                    </a:moveTo>
                    <a:cubicBezTo>
                      <a:pt x="8" y="33"/>
                      <a:pt x="0" y="25"/>
                      <a:pt x="0" y="16"/>
                    </a:cubicBezTo>
                    <a:cubicBezTo>
                      <a:pt x="0" y="7"/>
                      <a:pt x="8" y="0"/>
                      <a:pt x="17" y="0"/>
                    </a:cubicBezTo>
                    <a:cubicBezTo>
                      <a:pt x="26" y="0"/>
                      <a:pt x="33" y="7"/>
                      <a:pt x="33" y="16"/>
                    </a:cubicBezTo>
                    <a:cubicBezTo>
                      <a:pt x="33" y="25"/>
                      <a:pt x="26" y="33"/>
                      <a:pt x="17" y="33"/>
                    </a:cubicBezTo>
                    <a:close/>
                    <a:moveTo>
                      <a:pt x="17" y="4"/>
                    </a:moveTo>
                    <a:cubicBezTo>
                      <a:pt x="10" y="4"/>
                      <a:pt x="4" y="9"/>
                      <a:pt x="4" y="16"/>
                    </a:cubicBezTo>
                    <a:cubicBezTo>
                      <a:pt x="4" y="23"/>
                      <a:pt x="10" y="29"/>
                      <a:pt x="17" y="29"/>
                    </a:cubicBezTo>
                    <a:cubicBezTo>
                      <a:pt x="23" y="29"/>
                      <a:pt x="29" y="23"/>
                      <a:pt x="29" y="16"/>
                    </a:cubicBezTo>
                    <a:cubicBezTo>
                      <a:pt x="29" y="9"/>
                      <a:pt x="23" y="4"/>
                      <a:pt x="17"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3646" name="Freeform 37">
                <a:extLst>
                  <a:ext uri="{FF2B5EF4-FFF2-40B4-BE49-F238E27FC236}">
                    <a16:creationId xmlns:a16="http://schemas.microsoft.com/office/drawing/2014/main" id="{88A24927-AAB9-451E-B0A0-A405AA62A8E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1710987" y="4763"/>
                <a:ext cx="304800" cy="1544638"/>
              </a:xfrm>
              <a:custGeom>
                <a:avLst/>
                <a:gdLst/>
                <a:ahLst/>
                <a:cxnLst/>
                <a:rect l="0" t="0" r="r" b="b"/>
                <a:pathLst>
                  <a:path w="192" h="973">
                    <a:moveTo>
                      <a:pt x="15" y="973"/>
                    </a:moveTo>
                    <a:lnTo>
                      <a:pt x="0" y="973"/>
                    </a:lnTo>
                    <a:lnTo>
                      <a:pt x="0" y="790"/>
                    </a:lnTo>
                    <a:lnTo>
                      <a:pt x="174" y="614"/>
                    </a:lnTo>
                    <a:lnTo>
                      <a:pt x="174" y="0"/>
                    </a:lnTo>
                    <a:lnTo>
                      <a:pt x="192" y="0"/>
                    </a:lnTo>
                    <a:lnTo>
                      <a:pt x="192" y="620"/>
                    </a:lnTo>
                    <a:lnTo>
                      <a:pt x="15" y="796"/>
                    </a:lnTo>
                    <a:lnTo>
                      <a:pt x="15" y="973"/>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3647" name="Freeform 38">
                <a:extLst>
                  <a:ext uri="{FF2B5EF4-FFF2-40B4-BE49-F238E27FC236}">
                    <a16:creationId xmlns:a16="http://schemas.microsoft.com/office/drawing/2014/main" id="{EB081E7B-E0CD-441B-B79D-E93D2AEBD607}"/>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636375" y="4867275"/>
                <a:ext cx="188913"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3648" name="Freeform 39">
                <a:extLst>
                  <a:ext uri="{FF2B5EF4-FFF2-40B4-BE49-F238E27FC236}">
                    <a16:creationId xmlns:a16="http://schemas.microsoft.com/office/drawing/2014/main" id="{7D5730F8-66D4-4B1F-B8ED-FF90B6DF2D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1441112" y="5046663"/>
                <a:ext cx="307975" cy="1801813"/>
              </a:xfrm>
              <a:custGeom>
                <a:avLst/>
                <a:gdLst/>
                <a:ahLst/>
                <a:cxnLst/>
                <a:rect l="0" t="0" r="r" b="b"/>
                <a:pathLst>
                  <a:path w="194" h="1135">
                    <a:moveTo>
                      <a:pt x="18" y="1135"/>
                    </a:moveTo>
                    <a:lnTo>
                      <a:pt x="0" y="1135"/>
                    </a:lnTo>
                    <a:lnTo>
                      <a:pt x="0" y="354"/>
                    </a:lnTo>
                    <a:lnTo>
                      <a:pt x="176" y="177"/>
                    </a:lnTo>
                    <a:lnTo>
                      <a:pt x="176" y="0"/>
                    </a:lnTo>
                    <a:lnTo>
                      <a:pt x="194" y="0"/>
                    </a:lnTo>
                    <a:lnTo>
                      <a:pt x="194" y="183"/>
                    </a:lnTo>
                    <a:lnTo>
                      <a:pt x="18" y="360"/>
                    </a:lnTo>
                    <a:lnTo>
                      <a:pt x="18" y="113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3649" name="Freeform 40">
                <a:extLst>
                  <a:ext uri="{FF2B5EF4-FFF2-40B4-BE49-F238E27FC236}">
                    <a16:creationId xmlns:a16="http://schemas.microsoft.com/office/drawing/2014/main" id="{889A6C05-5677-4961-9C01-68C74E42B78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849100" y="64166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3650" name="Rectangle 41">
                <a:extLst>
                  <a:ext uri="{FF2B5EF4-FFF2-40B4-BE49-F238E27FC236}">
                    <a16:creationId xmlns:a16="http://schemas.microsoft.com/office/drawing/2014/main" id="{8C7CB0DC-7079-4F28-81F7-057DE28ED852}"/>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939587" y="6596063"/>
                <a:ext cx="23813" cy="252413"/>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tr-TR"/>
              </a:p>
            </p:txBody>
          </p:sp>
        </p:grpSp>
      </p:grpSp>
      <p:sp>
        <p:nvSpPr>
          <p:cNvPr id="23554" name="Rectangle 2">
            <a:extLst>
              <a:ext uri="{FF2B5EF4-FFF2-40B4-BE49-F238E27FC236}">
                <a16:creationId xmlns:a16="http://schemas.microsoft.com/office/drawing/2014/main" id="{B8B81F4B-C16F-08FD-EE44-05EC4938B1F7}"/>
              </a:ext>
            </a:extLst>
          </p:cNvPr>
          <p:cNvSpPr>
            <a:spLocks noGrp="1" noChangeArrowheads="1"/>
          </p:cNvSpPr>
          <p:nvPr>
            <p:ph type="title"/>
          </p:nvPr>
        </p:nvSpPr>
        <p:spPr>
          <a:xfrm>
            <a:off x="3657599" y="618518"/>
            <a:ext cx="7389811" cy="1478570"/>
          </a:xfrm>
        </p:spPr>
        <p:txBody>
          <a:bodyPr vert="horz" lIns="91440" tIns="45720" rIns="91440" bIns="45720" rtlCol="0" anchor="ctr">
            <a:normAutofit/>
          </a:bodyPr>
          <a:lstStyle/>
          <a:p>
            <a:r>
              <a:rPr lang="en-US" altLang="en-US" b="1"/>
              <a:t>Yüzey Elektrotları</a:t>
            </a:r>
          </a:p>
        </p:txBody>
      </p:sp>
      <p:sp>
        <p:nvSpPr>
          <p:cNvPr id="23651" name="Round Single Corner Rectangle 16">
            <a:extLst>
              <a:ext uri="{FF2B5EF4-FFF2-40B4-BE49-F238E27FC236}">
                <a16:creationId xmlns:a16="http://schemas.microsoft.com/office/drawing/2014/main" id="{04B7EA48-2154-4E59-9F36-6BC72DA8F3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04973" y="643467"/>
            <a:ext cx="2559744" cy="1706538"/>
          </a:xfrm>
          <a:prstGeom prst="round1Rect">
            <a:avLst>
              <a:gd name="adj" fmla="val 14792"/>
            </a:avLst>
          </a:prstGeom>
          <a:solidFill>
            <a:srgbClr val="FFFFFF"/>
          </a:solidFill>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3558" name="Picture 9">
            <a:extLst>
              <a:ext uri="{FF2B5EF4-FFF2-40B4-BE49-F238E27FC236}">
                <a16:creationId xmlns:a16="http://schemas.microsoft.com/office/drawing/2014/main" id="{C789B2D2-9FAA-6E94-8136-755C9E64AECA}"/>
              </a:ext>
            </a:extLst>
          </p:cNvPr>
          <p:cNvPicPr>
            <a:picLocks noChangeAspect="1" noChangeArrowheads="1"/>
          </p:cNvPicPr>
          <p:nvPr/>
        </p:nvPicPr>
        <p:blipFill>
          <a:blip r:embed="rId4">
            <a:extLst>
              <a:ext uri="{28A0092B-C50C-407E-A947-70E740481C1C}">
                <a14:useLocalDpi xmlns:a14="http://schemas.microsoft.com/office/drawing/2010/main" val="0"/>
              </a:ext>
            </a:extLst>
          </a:blip>
          <a:stretch>
            <a:fillRect/>
          </a:stretch>
        </p:blipFill>
        <p:spPr bwMode="auto">
          <a:xfrm>
            <a:off x="1392670" y="808396"/>
            <a:ext cx="1378329" cy="1380744"/>
          </a:xfrm>
          <a:prstGeom prst="rect">
            <a:avLst/>
          </a:prstGeom>
          <a:noFill/>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3652" name="Round Diagonal Corner Rectangle 12">
            <a:extLst>
              <a:ext uri="{FF2B5EF4-FFF2-40B4-BE49-F238E27FC236}">
                <a16:creationId xmlns:a16="http://schemas.microsoft.com/office/drawing/2014/main" id="{50CB2E6E-5C9B-4D63-A7B7-EB4BDD2C7F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98953" y="2554110"/>
            <a:ext cx="2565764" cy="1710603"/>
          </a:xfrm>
          <a:prstGeom prst="round2DiagRect">
            <a:avLst>
              <a:gd name="adj1" fmla="val 0"/>
              <a:gd name="adj2" fmla="val 0"/>
            </a:avLst>
          </a:prstGeom>
          <a:solidFill>
            <a:srgbClr val="FFFFFF"/>
          </a:solidFill>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3557" name="Picture 8">
            <a:extLst>
              <a:ext uri="{FF2B5EF4-FFF2-40B4-BE49-F238E27FC236}">
                <a16:creationId xmlns:a16="http://schemas.microsoft.com/office/drawing/2014/main" id="{5C85EB05-8721-4EAC-C30C-6A6C80F7C3CB}"/>
              </a:ext>
            </a:extLst>
          </p:cNvPr>
          <p:cNvPicPr>
            <a:picLocks noGrp="1" noChangeAspect="1" noChangeArrowheads="1"/>
          </p:cNvPicPr>
          <p:nvPr>
            <p:ph sz="quarter" idx="3"/>
          </p:nvPr>
        </p:nvPicPr>
        <p:blipFill>
          <a:blip r:embed="rId5">
            <a:extLst>
              <a:ext uri="{28A0092B-C50C-407E-A947-70E740481C1C}">
                <a14:useLocalDpi xmlns:a14="http://schemas.microsoft.com/office/drawing/2010/main" val="0"/>
              </a:ext>
            </a:extLst>
          </a:blip>
          <a:stretch>
            <a:fillRect/>
          </a:stretch>
        </p:blipFill>
        <p:spPr>
          <a:xfrm>
            <a:off x="1392670" y="2719039"/>
            <a:ext cx="1378329" cy="1380744"/>
          </a:xfrm>
          <a:prstGeom prst="rect">
            <a:avLst/>
          </a:prstGeom>
          <a:noFill/>
        </p:spPr>
      </p:pic>
      <p:sp>
        <p:nvSpPr>
          <p:cNvPr id="23653" name="Round Single Corner Rectangle 18">
            <a:extLst>
              <a:ext uri="{FF2B5EF4-FFF2-40B4-BE49-F238E27FC236}">
                <a16:creationId xmlns:a16="http://schemas.microsoft.com/office/drawing/2014/main" id="{D9F3B175-D9A0-4272-8A14-1E8E1F83A1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804973" y="4472883"/>
            <a:ext cx="2559744" cy="1706538"/>
          </a:xfrm>
          <a:prstGeom prst="round1Rect">
            <a:avLst>
              <a:gd name="adj" fmla="val 14792"/>
            </a:avLst>
          </a:prstGeom>
          <a:solidFill>
            <a:srgbClr val="FFFFFF"/>
          </a:solidFill>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3556" name="Picture 7">
            <a:extLst>
              <a:ext uri="{FF2B5EF4-FFF2-40B4-BE49-F238E27FC236}">
                <a16:creationId xmlns:a16="http://schemas.microsoft.com/office/drawing/2014/main" id="{FD575518-D529-1FC2-0FA1-E9B67C7DB62A}"/>
              </a:ext>
            </a:extLst>
          </p:cNvPr>
          <p:cNvPicPr>
            <a:picLocks noGrp="1" noChangeAspect="1" noChangeArrowheads="1"/>
          </p:cNvPicPr>
          <p:nvPr>
            <p:ph sz="quarter" idx="2"/>
          </p:nvPr>
        </p:nvPicPr>
        <p:blipFill>
          <a:blip r:embed="rId6">
            <a:extLst>
              <a:ext uri="{28A0092B-C50C-407E-A947-70E740481C1C}">
                <a14:useLocalDpi xmlns:a14="http://schemas.microsoft.com/office/drawing/2010/main" val="0"/>
              </a:ext>
            </a:extLst>
          </a:blip>
          <a:stretch>
            <a:fillRect/>
          </a:stretch>
        </p:blipFill>
        <p:spPr>
          <a:xfrm>
            <a:off x="1245186" y="4633747"/>
            <a:ext cx="1673297" cy="1380744"/>
          </a:xfrm>
          <a:prstGeom prst="rect">
            <a:avLst/>
          </a:prstGeom>
          <a:noFill/>
        </p:spPr>
      </p:pic>
      <p:sp>
        <p:nvSpPr>
          <p:cNvPr id="23555" name="Rectangle 3">
            <a:extLst>
              <a:ext uri="{FF2B5EF4-FFF2-40B4-BE49-F238E27FC236}">
                <a16:creationId xmlns:a16="http://schemas.microsoft.com/office/drawing/2014/main" id="{0AAFBB97-DDE3-55E8-6A45-40AAED205F7C}"/>
              </a:ext>
            </a:extLst>
          </p:cNvPr>
          <p:cNvSpPr>
            <a:spLocks noGrp="1" noChangeArrowheads="1"/>
          </p:cNvSpPr>
          <p:nvPr>
            <p:ph type="body" sz="half" idx="1"/>
          </p:nvPr>
        </p:nvSpPr>
        <p:spPr>
          <a:xfrm>
            <a:off x="3657599" y="2249487"/>
            <a:ext cx="7389812" cy="3541714"/>
          </a:xfrm>
        </p:spPr>
        <p:txBody>
          <a:bodyPr vert="horz" lIns="91440" tIns="45720" rIns="91440" bIns="45720" rtlCol="0">
            <a:normAutofit/>
          </a:bodyPr>
          <a:lstStyle/>
          <a:p>
            <a:pPr>
              <a:lnSpc>
                <a:spcPct val="110000"/>
              </a:lnSpc>
            </a:pPr>
            <a:r>
              <a:rPr lang="en-US" altLang="en-US" sz="1500" b="1"/>
              <a:t>Metal Plaka Elektrotlar</a:t>
            </a:r>
            <a:endParaRPr lang="en-US" altLang="en-US" sz="1500"/>
          </a:p>
          <a:p>
            <a:pPr>
              <a:lnSpc>
                <a:spcPct val="110000"/>
              </a:lnSpc>
            </a:pPr>
            <a:r>
              <a:rPr lang="en-US" altLang="en-US" sz="1500"/>
              <a:t>Yüzey elektrotları, biyolojik işaretlerin deri üzerinden algılanmasında kullanılır. Çok sık kullanılan bir elektrot türüdür. Özellikle EMG, EEG, ve EKG işaretlerini algılamakta kullanılır. </a:t>
            </a:r>
          </a:p>
          <a:p>
            <a:pPr>
              <a:lnSpc>
                <a:spcPct val="110000"/>
              </a:lnSpc>
            </a:pPr>
            <a:endParaRPr lang="en-US" altLang="en-US" sz="1500"/>
          </a:p>
          <a:p>
            <a:pPr>
              <a:lnSpc>
                <a:spcPct val="110000"/>
              </a:lnSpc>
            </a:pPr>
            <a:r>
              <a:rPr lang="en-US" altLang="en-US" sz="1500"/>
              <a:t>Deri ile temas eden metalik bir yüzeyi bulunur. </a:t>
            </a:r>
          </a:p>
          <a:p>
            <a:pPr>
              <a:lnSpc>
                <a:spcPct val="110000"/>
              </a:lnSpc>
            </a:pPr>
            <a:r>
              <a:rPr lang="en-US" altLang="en-US" sz="1500"/>
              <a:t>Metal plaka düz veya uygulanacak yüzeyin şeklini alacak şekilde bir silindir yüzey parçası biçimindedir. </a:t>
            </a:r>
          </a:p>
          <a:p>
            <a:pPr marL="0">
              <a:lnSpc>
                <a:spcPct val="110000"/>
              </a:lnSpc>
            </a:pPr>
            <a:endParaRPr lang="en-US" altLang="en-US" sz="1500"/>
          </a:p>
          <a:p>
            <a:pPr>
              <a:lnSpc>
                <a:spcPct val="110000"/>
              </a:lnSpc>
            </a:pPr>
            <a:r>
              <a:rPr lang="en-US" altLang="en-US" sz="1500"/>
              <a:t>Genelde bu sınıfa giren elektrotların yüzeyleri büyük olduğundan empedansları küçüktür (2-10 KΩ).</a:t>
            </a:r>
          </a:p>
        </p:txBody>
      </p:sp>
      <p:sp>
        <p:nvSpPr>
          <p:cNvPr id="2" name="Alt Bilgi Yer Tutucusu 1">
            <a:extLst>
              <a:ext uri="{FF2B5EF4-FFF2-40B4-BE49-F238E27FC236}">
                <a16:creationId xmlns:a16="http://schemas.microsoft.com/office/drawing/2014/main" id="{0188798D-7261-A650-C1A7-5A96E5C4660F}"/>
              </a:ext>
            </a:extLst>
          </p:cNvPr>
          <p:cNvSpPr>
            <a:spLocks noGrp="1"/>
          </p:cNvSpPr>
          <p:nvPr>
            <p:ph type="ftr" sz="quarter" idx="11"/>
          </p:nvPr>
        </p:nvSpPr>
        <p:spPr/>
        <p:txBody>
          <a:bodyPr/>
          <a:lstStyle/>
          <a:p>
            <a:pPr>
              <a:defRPr/>
            </a:pPr>
            <a:r>
              <a:rPr lang="en-US" altLang="en-US"/>
              <a:t>MEHMET FATİH KARAKAŞ</a:t>
            </a:r>
          </a:p>
        </p:txBody>
      </p:sp>
    </p:spTree>
    <p:extLst>
      <p:ext uri="{BB962C8B-B14F-4D97-AF65-F5344CB8AC3E}">
        <p14:creationId xmlns:p14="http://schemas.microsoft.com/office/powerpoint/2010/main" val="168653646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bg>
      <p:bgPr>
        <a:blipFill>
          <a:blip r:embed="rId2">
            <a:duotone>
              <a:schemeClr val="bg2">
                <a:shade val="88000"/>
                <a:hueMod val="106000"/>
                <a:satMod val="140000"/>
                <a:lumMod val="54000"/>
              </a:schemeClr>
              <a:schemeClr val="bg2">
                <a:tint val="98000"/>
                <a:hueMod val="90000"/>
                <a:satMod val="150000"/>
                <a:lumMod val="160000"/>
              </a:schemeClr>
            </a:duotone>
          </a:blip>
          <a:stretch/>
        </a:blipFill>
        <a:effectLst/>
      </p:bgPr>
    </p:bg>
    <p:spTree>
      <p:nvGrpSpPr>
        <p:cNvPr id="1" name=""/>
        <p:cNvGrpSpPr/>
        <p:nvPr/>
      </p:nvGrpSpPr>
      <p:grpSpPr>
        <a:xfrm>
          <a:off x="0" y="0"/>
          <a:ext cx="0" cy="0"/>
          <a:chOff x="0" y="0"/>
          <a:chExt cx="0" cy="0"/>
        </a:xfrm>
      </p:grpSpPr>
      <p:pic>
        <p:nvPicPr>
          <p:cNvPr id="24586" name="Picture 2">
            <a:extLst>
              <a:ext uri="{FF2B5EF4-FFF2-40B4-BE49-F238E27FC236}">
                <a16:creationId xmlns:a16="http://schemas.microsoft.com/office/drawing/2014/main" id="{FD3BFD04-77D1-4FB5-A159-35084E2C6149}"/>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alphaModFix amt="30000"/>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xmlns:p14="http://schemas.microsoft.com/office/powerpoint/2010/main" xmlns:a16="http://schemas.microsoft.com/office/drawing/2014/main" xmlns="">
                <a:solidFill>
                  <a:srgbClr val="FFFFFF"/>
                </a:solidFill>
              </a14:hiddenFill>
            </a:ext>
          </a:extLst>
        </p:spPr>
      </p:pic>
      <p:grpSp>
        <p:nvGrpSpPr>
          <p:cNvPr id="24588" name="Group 24587">
            <a:extLst>
              <a:ext uri="{FF2B5EF4-FFF2-40B4-BE49-F238E27FC236}">
                <a16:creationId xmlns:a16="http://schemas.microsoft.com/office/drawing/2014/main" id="{30B85FB2-B686-4546-B01D-17A122BACAF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4288" y="0"/>
            <a:ext cx="12053888" cy="6858001"/>
            <a:chOff x="-14288" y="0"/>
            <a:chExt cx="12053888" cy="6858001"/>
          </a:xfrm>
        </p:grpSpPr>
        <p:grpSp>
          <p:nvGrpSpPr>
            <p:cNvPr id="24589" name="Group 24588">
              <a:extLst>
                <a:ext uri="{FF2B5EF4-FFF2-40B4-BE49-F238E27FC236}">
                  <a16:creationId xmlns:a16="http://schemas.microsoft.com/office/drawing/2014/main" id="{45CCB97F-DB3B-4939-ABF0-CEDED724964E}"/>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14288" y="0"/>
              <a:ext cx="1220788" cy="6858001"/>
              <a:chOff x="-14288" y="0"/>
              <a:chExt cx="1220788" cy="6858001"/>
            </a:xfrm>
            <a:gradFill flip="none" rotWithShape="1">
              <a:gsLst>
                <a:gs pos="0">
                  <a:schemeClr val="tx2"/>
                </a:gs>
                <a:gs pos="100000">
                  <a:schemeClr val="bg2">
                    <a:lumMod val="60000"/>
                    <a:lumOff val="40000"/>
                  </a:schemeClr>
                </a:gs>
              </a:gsLst>
              <a:lin ang="5400000" scaled="0"/>
              <a:tileRect/>
            </a:gradFill>
          </p:grpSpPr>
          <p:sp>
            <p:nvSpPr>
              <p:cNvPr id="24601" name="Rectangle 5">
                <a:extLst>
                  <a:ext uri="{FF2B5EF4-FFF2-40B4-BE49-F238E27FC236}">
                    <a16:creationId xmlns:a16="http://schemas.microsoft.com/office/drawing/2014/main" id="{9DEDF1F5-B144-4E61-A93B-DF131E62CEF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4300" y="4763"/>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tr-TR"/>
              </a:p>
            </p:txBody>
          </p:sp>
          <p:sp>
            <p:nvSpPr>
              <p:cNvPr id="24602" name="Freeform 6">
                <a:extLst>
                  <a:ext uri="{FF2B5EF4-FFF2-40B4-BE49-F238E27FC236}">
                    <a16:creationId xmlns:a16="http://schemas.microsoft.com/office/drawing/2014/main" id="{AB937A00-7D28-489C-BF2D-85C9FE13301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4603" name="Freeform 7">
                <a:extLst>
                  <a:ext uri="{FF2B5EF4-FFF2-40B4-BE49-F238E27FC236}">
                    <a16:creationId xmlns:a16="http://schemas.microsoft.com/office/drawing/2014/main" id="{9B6FDA50-4B9D-47D9-8807-59651FD0D3F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4604" name="Freeform 8">
                <a:extLst>
                  <a:ext uri="{FF2B5EF4-FFF2-40B4-BE49-F238E27FC236}">
                    <a16:creationId xmlns:a16="http://schemas.microsoft.com/office/drawing/2014/main" id="{BFBE3212-C518-48C0-A538-22E13450EEC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4605" name="Freeform 9">
                <a:extLst>
                  <a:ext uri="{FF2B5EF4-FFF2-40B4-BE49-F238E27FC236}">
                    <a16:creationId xmlns:a16="http://schemas.microsoft.com/office/drawing/2014/main" id="{DB66EBCA-80AB-4133-A201-9F8134577F3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4606" name="Freeform 10">
                <a:extLst>
                  <a:ext uri="{FF2B5EF4-FFF2-40B4-BE49-F238E27FC236}">
                    <a16:creationId xmlns:a16="http://schemas.microsoft.com/office/drawing/2014/main" id="{BE2107C9-8602-4900-B4B4-D13611B68B3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4607" name="Freeform 11">
                <a:extLst>
                  <a:ext uri="{FF2B5EF4-FFF2-40B4-BE49-F238E27FC236}">
                    <a16:creationId xmlns:a16="http://schemas.microsoft.com/office/drawing/2014/main" id="{24B5E7BF-E3D5-41ED-908A-569FA6DE45D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4608" name="Freeform 12">
                <a:extLst>
                  <a:ext uri="{FF2B5EF4-FFF2-40B4-BE49-F238E27FC236}">
                    <a16:creationId xmlns:a16="http://schemas.microsoft.com/office/drawing/2014/main" id="{D270C773-B463-4311-BB4C-DC4C44FDAA92}"/>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4609" name="Freeform 13">
                <a:extLst>
                  <a:ext uri="{FF2B5EF4-FFF2-40B4-BE49-F238E27FC236}">
                    <a16:creationId xmlns:a16="http://schemas.microsoft.com/office/drawing/2014/main" id="{6BC18564-A239-4C4B-B7D5-4A3769CE3DA3}"/>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4610" name="Freeform 14">
                <a:extLst>
                  <a:ext uri="{FF2B5EF4-FFF2-40B4-BE49-F238E27FC236}">
                    <a16:creationId xmlns:a16="http://schemas.microsoft.com/office/drawing/2014/main" id="{3D9A7A0F-04F5-4EF6-B884-50AE0610F12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4611" name="Freeform 15">
                <a:extLst>
                  <a:ext uri="{FF2B5EF4-FFF2-40B4-BE49-F238E27FC236}">
                    <a16:creationId xmlns:a16="http://schemas.microsoft.com/office/drawing/2014/main" id="{7E0D4876-341D-4983-815A-4AEDD46F6FD3}"/>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4612" name="Line 16">
                <a:extLst>
                  <a:ext uri="{FF2B5EF4-FFF2-40B4-BE49-F238E27FC236}">
                    <a16:creationId xmlns:a16="http://schemas.microsoft.com/office/drawing/2014/main" id="{5BEF60E7-344C-49D0-8748-3A3A37BD3F40}"/>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4763" y="9525"/>
                <a:ext cx="0" cy="0"/>
              </a:xfrm>
              <a:prstGeom prst="line">
                <a:avLst/>
              </a:prstGeom>
              <a:grpFill/>
              <a:ln w="15" cap="flat">
                <a:solidFill>
                  <a:srgbClr val="FFFFFF"/>
                </a:solidFill>
                <a:prstDash val="solid"/>
                <a:miter lim="800000"/>
                <a:headEnd/>
                <a:tailEnd/>
              </a:ln>
            </p:spPr>
            <p:txBody>
              <a:bodyPr/>
              <a:lstStyle/>
              <a:p>
                <a:endParaRPr lang="tr-TR"/>
              </a:p>
            </p:txBody>
          </p:sp>
          <p:sp>
            <p:nvSpPr>
              <p:cNvPr id="24613" name="Freeform 17">
                <a:extLst>
                  <a:ext uri="{FF2B5EF4-FFF2-40B4-BE49-F238E27FC236}">
                    <a16:creationId xmlns:a16="http://schemas.microsoft.com/office/drawing/2014/main" id="{FB606D79-EB93-49B4-9387-4302CC9F3E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4614" name="Freeform 18">
                <a:extLst>
                  <a:ext uri="{FF2B5EF4-FFF2-40B4-BE49-F238E27FC236}">
                    <a16:creationId xmlns:a16="http://schemas.microsoft.com/office/drawing/2014/main" id="{BF49C646-5DA1-4717-B05F-99AB8E046EA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4615" name="Freeform 19">
                <a:extLst>
                  <a:ext uri="{FF2B5EF4-FFF2-40B4-BE49-F238E27FC236}">
                    <a16:creationId xmlns:a16="http://schemas.microsoft.com/office/drawing/2014/main" id="{ADE02A67-7AE8-4FC3-B101-230871F1DFF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4616" name="Freeform 20">
                <a:extLst>
                  <a:ext uri="{FF2B5EF4-FFF2-40B4-BE49-F238E27FC236}">
                    <a16:creationId xmlns:a16="http://schemas.microsoft.com/office/drawing/2014/main" id="{72BAD5DE-952F-4D28-96DE-61ECA1FFE2B8}"/>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4617" name="Rectangle 21">
                <a:extLst>
                  <a:ext uri="{FF2B5EF4-FFF2-40B4-BE49-F238E27FC236}">
                    <a16:creationId xmlns:a16="http://schemas.microsoft.com/office/drawing/2014/main" id="{51BB8E4C-85FF-4480-A425-F9C672FCD70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33350" y="4662488"/>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tr-TR"/>
              </a:p>
            </p:txBody>
          </p:sp>
          <p:sp>
            <p:nvSpPr>
              <p:cNvPr id="24618" name="Freeform 22">
                <a:extLst>
                  <a:ext uri="{FF2B5EF4-FFF2-40B4-BE49-F238E27FC236}">
                    <a16:creationId xmlns:a16="http://schemas.microsoft.com/office/drawing/2014/main" id="{3E649AA8-8534-4C24-BA83-9C0F4D9C09B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4619" name="Freeform 23">
                <a:extLst>
                  <a:ext uri="{FF2B5EF4-FFF2-40B4-BE49-F238E27FC236}">
                    <a16:creationId xmlns:a16="http://schemas.microsoft.com/office/drawing/2014/main" id="{3A3C2D0A-7FF6-4F97-99B9-973E5E8381A1}"/>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4620" name="Freeform 24">
                <a:extLst>
                  <a:ext uri="{FF2B5EF4-FFF2-40B4-BE49-F238E27FC236}">
                    <a16:creationId xmlns:a16="http://schemas.microsoft.com/office/drawing/2014/main" id="{1D33A404-96DB-40D1-A361-5C09D2FF758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4621" name="Freeform 25">
                <a:extLst>
                  <a:ext uri="{FF2B5EF4-FFF2-40B4-BE49-F238E27FC236}">
                    <a16:creationId xmlns:a16="http://schemas.microsoft.com/office/drawing/2014/main" id="{B67A8029-EDD8-46B3-A24F-3484B84ADA1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4622" name="Freeform 26">
                <a:extLst>
                  <a:ext uri="{FF2B5EF4-FFF2-40B4-BE49-F238E27FC236}">
                    <a16:creationId xmlns:a16="http://schemas.microsoft.com/office/drawing/2014/main" id="{2C111128-EAC0-4125-BEAF-48D4861BE2D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4623" name="Freeform 27">
                <a:extLst>
                  <a:ext uri="{FF2B5EF4-FFF2-40B4-BE49-F238E27FC236}">
                    <a16:creationId xmlns:a16="http://schemas.microsoft.com/office/drawing/2014/main" id="{90EF503E-0E60-484F-8786-498B5244877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4624" name="Freeform 28">
                <a:extLst>
                  <a:ext uri="{FF2B5EF4-FFF2-40B4-BE49-F238E27FC236}">
                    <a16:creationId xmlns:a16="http://schemas.microsoft.com/office/drawing/2014/main" id="{BAEB64C1-8AA2-4861-8AFD-01864EF2384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4625" name="Freeform 29">
                <a:extLst>
                  <a:ext uri="{FF2B5EF4-FFF2-40B4-BE49-F238E27FC236}">
                    <a16:creationId xmlns:a16="http://schemas.microsoft.com/office/drawing/2014/main" id="{7B868A5A-03B3-474C-AB72-31AB04835E7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4626" name="Freeform 30">
                <a:extLst>
                  <a:ext uri="{FF2B5EF4-FFF2-40B4-BE49-F238E27FC236}">
                    <a16:creationId xmlns:a16="http://schemas.microsoft.com/office/drawing/2014/main" id="{C09ACD48-1E0F-4BCB-9028-0B79C43DE55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4627" name="Freeform 31">
                <a:extLst>
                  <a:ext uri="{FF2B5EF4-FFF2-40B4-BE49-F238E27FC236}">
                    <a16:creationId xmlns:a16="http://schemas.microsoft.com/office/drawing/2014/main" id="{B5D4FF3D-341E-4DFE-B4CD-9916246F59D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grpSp>
        <p:grpSp>
          <p:nvGrpSpPr>
            <p:cNvPr id="24590" name="Group 24589">
              <a:extLst>
                <a:ext uri="{FF2B5EF4-FFF2-40B4-BE49-F238E27FC236}">
                  <a16:creationId xmlns:a16="http://schemas.microsoft.com/office/drawing/2014/main" id="{3E7B0719-8F32-457D-83EB-E0A00622B484}"/>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11364912" y="0"/>
              <a:ext cx="674688" cy="6848476"/>
              <a:chOff x="11364912" y="0"/>
              <a:chExt cx="674688" cy="6848476"/>
            </a:xfrm>
            <a:gradFill flip="none" rotWithShape="1">
              <a:gsLst>
                <a:gs pos="0">
                  <a:schemeClr val="tx2">
                    <a:alpha val="80000"/>
                  </a:schemeClr>
                </a:gs>
                <a:gs pos="100000">
                  <a:schemeClr val="bg2">
                    <a:lumMod val="60000"/>
                    <a:lumOff val="40000"/>
                    <a:alpha val="60000"/>
                  </a:schemeClr>
                </a:gs>
              </a:gsLst>
              <a:lin ang="5400000" scaled="0"/>
              <a:tileRect/>
            </a:gradFill>
          </p:grpSpPr>
          <p:sp>
            <p:nvSpPr>
              <p:cNvPr id="24591" name="Freeform 32">
                <a:extLst>
                  <a:ext uri="{FF2B5EF4-FFF2-40B4-BE49-F238E27FC236}">
                    <a16:creationId xmlns:a16="http://schemas.microsoft.com/office/drawing/2014/main" id="{E056FF60-EFE3-4685-95A1-AEDB7F5626F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1483975" y="0"/>
                <a:ext cx="417513" cy="512763"/>
              </a:xfrm>
              <a:custGeom>
                <a:avLst/>
                <a:gdLst/>
                <a:ahLst/>
                <a:cxnLst/>
                <a:rect l="0" t="0" r="r" b="b"/>
                <a:pathLst>
                  <a:path w="263" h="323">
                    <a:moveTo>
                      <a:pt x="12" y="323"/>
                    </a:moveTo>
                    <a:lnTo>
                      <a:pt x="0" y="314"/>
                    </a:lnTo>
                    <a:lnTo>
                      <a:pt x="203" y="108"/>
                    </a:lnTo>
                    <a:lnTo>
                      <a:pt x="248" y="0"/>
                    </a:lnTo>
                    <a:lnTo>
                      <a:pt x="263" y="6"/>
                    </a:lnTo>
                    <a:lnTo>
                      <a:pt x="218" y="117"/>
                    </a:lnTo>
                    <a:lnTo>
                      <a:pt x="218" y="117"/>
                    </a:lnTo>
                    <a:lnTo>
                      <a:pt x="12" y="323"/>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4592" name="Freeform 33">
                <a:extLst>
                  <a:ext uri="{FF2B5EF4-FFF2-40B4-BE49-F238E27FC236}">
                    <a16:creationId xmlns:a16="http://schemas.microsoft.com/office/drawing/2014/main" id="{5E9EA8FB-5CA0-4030-853C-54B499304931}"/>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364912" y="474663"/>
                <a:ext cx="157163" cy="152400"/>
              </a:xfrm>
              <a:custGeom>
                <a:avLst/>
                <a:gdLst/>
                <a:ahLst/>
                <a:cxnLst/>
                <a:rect l="0" t="0" r="r" b="b"/>
                <a:pathLst>
                  <a:path w="33" h="32">
                    <a:moveTo>
                      <a:pt x="17" y="32"/>
                    </a:moveTo>
                    <a:cubicBezTo>
                      <a:pt x="13" y="32"/>
                      <a:pt x="9" y="30"/>
                      <a:pt x="6" y="27"/>
                    </a:cubicBezTo>
                    <a:cubicBezTo>
                      <a:pt x="0" y="21"/>
                      <a:pt x="0" y="11"/>
                      <a:pt x="6" y="5"/>
                    </a:cubicBezTo>
                    <a:cubicBezTo>
                      <a:pt x="9" y="2"/>
                      <a:pt x="13" y="0"/>
                      <a:pt x="17" y="0"/>
                    </a:cubicBezTo>
                    <a:cubicBezTo>
                      <a:pt x="21" y="0"/>
                      <a:pt x="25" y="2"/>
                      <a:pt x="28" y="5"/>
                    </a:cubicBezTo>
                    <a:cubicBezTo>
                      <a:pt x="31" y="8"/>
                      <a:pt x="33" y="12"/>
                      <a:pt x="33" y="16"/>
                    </a:cubicBezTo>
                    <a:cubicBezTo>
                      <a:pt x="33" y="20"/>
                      <a:pt x="31" y="24"/>
                      <a:pt x="28" y="27"/>
                    </a:cubicBezTo>
                    <a:cubicBezTo>
                      <a:pt x="25" y="30"/>
                      <a:pt x="21" y="32"/>
                      <a:pt x="17" y="32"/>
                    </a:cubicBezTo>
                    <a:close/>
                    <a:moveTo>
                      <a:pt x="17" y="4"/>
                    </a:moveTo>
                    <a:cubicBezTo>
                      <a:pt x="14" y="4"/>
                      <a:pt x="11" y="6"/>
                      <a:pt x="9" y="8"/>
                    </a:cubicBezTo>
                    <a:cubicBezTo>
                      <a:pt x="4" y="12"/>
                      <a:pt x="4" y="20"/>
                      <a:pt x="9" y="24"/>
                    </a:cubicBezTo>
                    <a:cubicBezTo>
                      <a:pt x="11" y="27"/>
                      <a:pt x="14" y="28"/>
                      <a:pt x="17" y="28"/>
                    </a:cubicBezTo>
                    <a:cubicBezTo>
                      <a:pt x="20" y="28"/>
                      <a:pt x="23" y="27"/>
                      <a:pt x="26" y="24"/>
                    </a:cubicBezTo>
                    <a:cubicBezTo>
                      <a:pt x="30" y="20"/>
                      <a:pt x="30" y="12"/>
                      <a:pt x="26" y="8"/>
                    </a:cubicBezTo>
                    <a:cubicBezTo>
                      <a:pt x="23" y="6"/>
                      <a:pt x="20" y="4"/>
                      <a:pt x="17"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4593" name="Freeform 34">
                <a:extLst>
                  <a:ext uri="{FF2B5EF4-FFF2-40B4-BE49-F238E27FC236}">
                    <a16:creationId xmlns:a16="http://schemas.microsoft.com/office/drawing/2014/main" id="{387B387A-44A6-42A0-BACA-71AC19FCA041}"/>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631612" y="1539875"/>
                <a:ext cx="188913"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4594" name="Freeform 35">
                <a:extLst>
                  <a:ext uri="{FF2B5EF4-FFF2-40B4-BE49-F238E27FC236}">
                    <a16:creationId xmlns:a16="http://schemas.microsoft.com/office/drawing/2014/main" id="{4424F11E-20C0-4CFE-BE79-CDE4469FED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1531600" y="5694363"/>
                <a:ext cx="298450" cy="1154113"/>
              </a:xfrm>
              <a:custGeom>
                <a:avLst/>
                <a:gdLst/>
                <a:ahLst/>
                <a:cxnLst/>
                <a:rect l="0" t="0" r="r" b="b"/>
                <a:pathLst>
                  <a:path w="188" h="727">
                    <a:moveTo>
                      <a:pt x="15" y="727"/>
                    </a:moveTo>
                    <a:lnTo>
                      <a:pt x="0" y="727"/>
                    </a:lnTo>
                    <a:lnTo>
                      <a:pt x="0" y="407"/>
                    </a:lnTo>
                    <a:lnTo>
                      <a:pt x="0" y="407"/>
                    </a:lnTo>
                    <a:lnTo>
                      <a:pt x="176" y="0"/>
                    </a:lnTo>
                    <a:lnTo>
                      <a:pt x="188" y="6"/>
                    </a:lnTo>
                    <a:lnTo>
                      <a:pt x="15" y="410"/>
                    </a:lnTo>
                    <a:lnTo>
                      <a:pt x="15" y="727"/>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4595" name="Freeform 36">
                <a:extLst>
                  <a:ext uri="{FF2B5EF4-FFF2-40B4-BE49-F238E27FC236}">
                    <a16:creationId xmlns:a16="http://schemas.microsoft.com/office/drawing/2014/main" id="{7BEDF974-EB25-4769-BDD6-F16430FF2C3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772900" y="5551488"/>
                <a:ext cx="157163" cy="155575"/>
              </a:xfrm>
              <a:custGeom>
                <a:avLst/>
                <a:gdLst/>
                <a:ahLst/>
                <a:cxnLst/>
                <a:rect l="0" t="0" r="r" b="b"/>
                <a:pathLst>
                  <a:path w="33" h="33">
                    <a:moveTo>
                      <a:pt x="17" y="33"/>
                    </a:moveTo>
                    <a:cubicBezTo>
                      <a:pt x="8" y="33"/>
                      <a:pt x="0" y="25"/>
                      <a:pt x="0" y="16"/>
                    </a:cubicBezTo>
                    <a:cubicBezTo>
                      <a:pt x="0" y="7"/>
                      <a:pt x="8" y="0"/>
                      <a:pt x="17" y="0"/>
                    </a:cubicBezTo>
                    <a:cubicBezTo>
                      <a:pt x="26" y="0"/>
                      <a:pt x="33" y="7"/>
                      <a:pt x="33" y="16"/>
                    </a:cubicBezTo>
                    <a:cubicBezTo>
                      <a:pt x="33" y="25"/>
                      <a:pt x="26" y="33"/>
                      <a:pt x="17" y="33"/>
                    </a:cubicBezTo>
                    <a:close/>
                    <a:moveTo>
                      <a:pt x="17" y="4"/>
                    </a:moveTo>
                    <a:cubicBezTo>
                      <a:pt x="10" y="4"/>
                      <a:pt x="4" y="9"/>
                      <a:pt x="4" y="16"/>
                    </a:cubicBezTo>
                    <a:cubicBezTo>
                      <a:pt x="4" y="23"/>
                      <a:pt x="10" y="29"/>
                      <a:pt x="17" y="29"/>
                    </a:cubicBezTo>
                    <a:cubicBezTo>
                      <a:pt x="23" y="29"/>
                      <a:pt x="29" y="23"/>
                      <a:pt x="29" y="16"/>
                    </a:cubicBezTo>
                    <a:cubicBezTo>
                      <a:pt x="29" y="9"/>
                      <a:pt x="23" y="4"/>
                      <a:pt x="17"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4596" name="Freeform 37">
                <a:extLst>
                  <a:ext uri="{FF2B5EF4-FFF2-40B4-BE49-F238E27FC236}">
                    <a16:creationId xmlns:a16="http://schemas.microsoft.com/office/drawing/2014/main" id="{7AD36026-D842-4FF4-905B-CEA8481F55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1710987" y="4763"/>
                <a:ext cx="304800" cy="1544638"/>
              </a:xfrm>
              <a:custGeom>
                <a:avLst/>
                <a:gdLst/>
                <a:ahLst/>
                <a:cxnLst/>
                <a:rect l="0" t="0" r="r" b="b"/>
                <a:pathLst>
                  <a:path w="192" h="973">
                    <a:moveTo>
                      <a:pt x="15" y="973"/>
                    </a:moveTo>
                    <a:lnTo>
                      <a:pt x="0" y="973"/>
                    </a:lnTo>
                    <a:lnTo>
                      <a:pt x="0" y="790"/>
                    </a:lnTo>
                    <a:lnTo>
                      <a:pt x="174" y="614"/>
                    </a:lnTo>
                    <a:lnTo>
                      <a:pt x="174" y="0"/>
                    </a:lnTo>
                    <a:lnTo>
                      <a:pt x="192" y="0"/>
                    </a:lnTo>
                    <a:lnTo>
                      <a:pt x="192" y="620"/>
                    </a:lnTo>
                    <a:lnTo>
                      <a:pt x="15" y="796"/>
                    </a:lnTo>
                    <a:lnTo>
                      <a:pt x="15" y="973"/>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4597" name="Freeform 38">
                <a:extLst>
                  <a:ext uri="{FF2B5EF4-FFF2-40B4-BE49-F238E27FC236}">
                    <a16:creationId xmlns:a16="http://schemas.microsoft.com/office/drawing/2014/main" id="{5EBAAB58-B39B-410E-97BA-4D33B0A9C0E3}"/>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636375" y="4867275"/>
                <a:ext cx="188913"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4598" name="Freeform 39">
                <a:extLst>
                  <a:ext uri="{FF2B5EF4-FFF2-40B4-BE49-F238E27FC236}">
                    <a16:creationId xmlns:a16="http://schemas.microsoft.com/office/drawing/2014/main" id="{57F900A9-A201-4C4D-9229-14F784AECE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1441112" y="5046663"/>
                <a:ext cx="307975" cy="1801813"/>
              </a:xfrm>
              <a:custGeom>
                <a:avLst/>
                <a:gdLst/>
                <a:ahLst/>
                <a:cxnLst/>
                <a:rect l="0" t="0" r="r" b="b"/>
                <a:pathLst>
                  <a:path w="194" h="1135">
                    <a:moveTo>
                      <a:pt x="18" y="1135"/>
                    </a:moveTo>
                    <a:lnTo>
                      <a:pt x="0" y="1135"/>
                    </a:lnTo>
                    <a:lnTo>
                      <a:pt x="0" y="354"/>
                    </a:lnTo>
                    <a:lnTo>
                      <a:pt x="176" y="177"/>
                    </a:lnTo>
                    <a:lnTo>
                      <a:pt x="176" y="0"/>
                    </a:lnTo>
                    <a:lnTo>
                      <a:pt x="194" y="0"/>
                    </a:lnTo>
                    <a:lnTo>
                      <a:pt x="194" y="183"/>
                    </a:lnTo>
                    <a:lnTo>
                      <a:pt x="18" y="360"/>
                    </a:lnTo>
                    <a:lnTo>
                      <a:pt x="18" y="113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4599" name="Freeform 40">
                <a:extLst>
                  <a:ext uri="{FF2B5EF4-FFF2-40B4-BE49-F238E27FC236}">
                    <a16:creationId xmlns:a16="http://schemas.microsoft.com/office/drawing/2014/main" id="{EFF4B280-5D63-4917-8757-8088E70BA2B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849100" y="64166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4600" name="Rectangle 41">
                <a:extLst>
                  <a:ext uri="{FF2B5EF4-FFF2-40B4-BE49-F238E27FC236}">
                    <a16:creationId xmlns:a16="http://schemas.microsoft.com/office/drawing/2014/main" id="{9CD67EA3-2BB1-4AE4-AFF9-BE18B6161B6C}"/>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939587" y="6596063"/>
                <a:ext cx="23813" cy="252413"/>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tr-TR"/>
              </a:p>
            </p:txBody>
          </p:sp>
        </p:grpSp>
      </p:grpSp>
      <p:sp>
        <p:nvSpPr>
          <p:cNvPr id="24578" name="Rectangle 4">
            <a:extLst>
              <a:ext uri="{FF2B5EF4-FFF2-40B4-BE49-F238E27FC236}">
                <a16:creationId xmlns:a16="http://schemas.microsoft.com/office/drawing/2014/main" id="{775386B7-2C25-2A02-D644-FAFD6B6F373E}"/>
              </a:ext>
            </a:extLst>
          </p:cNvPr>
          <p:cNvSpPr>
            <a:spLocks noGrp="1" noChangeArrowheads="1"/>
          </p:cNvSpPr>
          <p:nvPr>
            <p:ph type="title"/>
          </p:nvPr>
        </p:nvSpPr>
        <p:spPr>
          <a:xfrm>
            <a:off x="5128643" y="618518"/>
            <a:ext cx="6188402" cy="1478570"/>
          </a:xfrm>
        </p:spPr>
        <p:txBody>
          <a:bodyPr vert="horz" lIns="91440" tIns="45720" rIns="91440" bIns="45720" rtlCol="0" anchor="ctr">
            <a:normAutofit/>
          </a:bodyPr>
          <a:lstStyle/>
          <a:p>
            <a:r>
              <a:rPr lang="en-US" altLang="en-US" b="1"/>
              <a:t>Yüzey Elektrotları</a:t>
            </a:r>
          </a:p>
        </p:txBody>
      </p:sp>
      <p:sp>
        <p:nvSpPr>
          <p:cNvPr id="24629" name="Round Diagonal Corner Rectangle 6">
            <a:extLst>
              <a:ext uri="{FF2B5EF4-FFF2-40B4-BE49-F238E27FC236}">
                <a16:creationId xmlns:a16="http://schemas.microsoft.com/office/drawing/2014/main" id="{C169E84F-4748-4D61-A105-357962627A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14579" y="808057"/>
            <a:ext cx="3821429" cy="5234394"/>
          </a:xfrm>
          <a:prstGeom prst="round2DiagRect">
            <a:avLst>
              <a:gd name="adj1" fmla="val 11323"/>
              <a:gd name="adj2" fmla="val 0"/>
            </a:avLst>
          </a:prstGeom>
          <a:solidFill>
            <a:srgbClr val="FFFFFF"/>
          </a:solidFill>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4581" name="Picture 9">
            <a:extLst>
              <a:ext uri="{FF2B5EF4-FFF2-40B4-BE49-F238E27FC236}">
                <a16:creationId xmlns:a16="http://schemas.microsoft.com/office/drawing/2014/main" id="{0067BA09-A742-B9E7-60EB-D57E92552352}"/>
              </a:ext>
            </a:extLst>
          </p:cNvPr>
          <p:cNvPicPr>
            <a:picLocks noGrp="1" noChangeAspect="1" noChangeArrowheads="1"/>
          </p:cNvPicPr>
          <p:nvPr>
            <p:ph sz="quarter" idx="3"/>
          </p:nvPr>
        </p:nvPicPr>
        <p:blipFill>
          <a:blip r:embed="rId4">
            <a:extLst>
              <a:ext uri="{28A0092B-C50C-407E-A947-70E740481C1C}">
                <a14:useLocalDpi xmlns:a14="http://schemas.microsoft.com/office/drawing/2010/main" val="0"/>
              </a:ext>
            </a:extLst>
          </a:blip>
          <a:stretch>
            <a:fillRect/>
          </a:stretch>
        </p:blipFill>
        <p:spPr>
          <a:xfrm>
            <a:off x="1589288" y="1137622"/>
            <a:ext cx="2253295" cy="2206352"/>
          </a:xfrm>
          <a:prstGeom prst="rect">
            <a:avLst/>
          </a:prstGeom>
          <a:noFill/>
        </p:spPr>
      </p:pic>
      <p:pic>
        <p:nvPicPr>
          <p:cNvPr id="24580" name="Picture 8">
            <a:extLst>
              <a:ext uri="{FF2B5EF4-FFF2-40B4-BE49-F238E27FC236}">
                <a16:creationId xmlns:a16="http://schemas.microsoft.com/office/drawing/2014/main" id="{2807A57A-AB32-262A-BDD5-DFD7319505B1}"/>
              </a:ext>
            </a:extLst>
          </p:cNvPr>
          <p:cNvPicPr>
            <a:picLocks noGrp="1" noChangeAspect="1" noChangeArrowheads="1"/>
          </p:cNvPicPr>
          <p:nvPr>
            <p:ph sz="quarter" idx="2"/>
          </p:nvPr>
        </p:nvPicPr>
        <p:blipFill>
          <a:blip r:embed="rId5">
            <a:extLst>
              <a:ext uri="{28A0092B-C50C-407E-A947-70E740481C1C}">
                <a14:useLocalDpi xmlns:a14="http://schemas.microsoft.com/office/drawing/2010/main" val="0"/>
              </a:ext>
            </a:extLst>
          </a:blip>
          <a:stretch>
            <a:fillRect/>
          </a:stretch>
        </p:blipFill>
        <p:spPr>
          <a:xfrm>
            <a:off x="1394765" y="3508565"/>
            <a:ext cx="2642340" cy="2206353"/>
          </a:xfrm>
          <a:prstGeom prst="rect">
            <a:avLst/>
          </a:prstGeom>
          <a:noFill/>
        </p:spPr>
      </p:pic>
      <p:sp>
        <p:nvSpPr>
          <p:cNvPr id="24579" name="Rectangle 5">
            <a:extLst>
              <a:ext uri="{FF2B5EF4-FFF2-40B4-BE49-F238E27FC236}">
                <a16:creationId xmlns:a16="http://schemas.microsoft.com/office/drawing/2014/main" id="{BB825B24-7B4C-C4AF-FE4E-A7BB44C61762}"/>
              </a:ext>
            </a:extLst>
          </p:cNvPr>
          <p:cNvSpPr>
            <a:spLocks noGrp="1" noChangeArrowheads="1"/>
          </p:cNvSpPr>
          <p:nvPr>
            <p:ph type="body" sz="half" idx="1"/>
          </p:nvPr>
        </p:nvSpPr>
        <p:spPr>
          <a:xfrm>
            <a:off x="5128643" y="2249487"/>
            <a:ext cx="6188402" cy="3541714"/>
          </a:xfrm>
        </p:spPr>
        <p:txBody>
          <a:bodyPr vert="horz" lIns="91440" tIns="45720" rIns="91440" bIns="45720" rtlCol="0">
            <a:normAutofit/>
          </a:bodyPr>
          <a:lstStyle/>
          <a:p>
            <a:pPr>
              <a:lnSpc>
                <a:spcPct val="110000"/>
              </a:lnSpc>
            </a:pPr>
            <a:r>
              <a:rPr lang="en-US" altLang="en-US" sz="1500" b="1"/>
              <a:t>Emici Düzenli Elektrotlar</a:t>
            </a:r>
            <a:endParaRPr lang="en-US" altLang="en-US" sz="1500"/>
          </a:p>
          <a:p>
            <a:pPr>
              <a:lnSpc>
                <a:spcPct val="110000"/>
              </a:lnSpc>
            </a:pPr>
            <a:r>
              <a:rPr lang="en-US" altLang="en-US" sz="1500"/>
              <a:t>Metal plaka elektrotların gelişmiş bir şeklidir. Herhangi bir şekilde yapışkan veya bağlama bandı gerektirmez.</a:t>
            </a:r>
          </a:p>
          <a:p>
            <a:pPr>
              <a:lnSpc>
                <a:spcPct val="110000"/>
              </a:lnSpc>
            </a:pPr>
            <a:r>
              <a:rPr lang="en-US" altLang="en-US" sz="1500"/>
              <a:t>Genelde göğüs üzerinden EKG işaretlerinin algılanmasında kullanılır. </a:t>
            </a:r>
          </a:p>
          <a:p>
            <a:pPr>
              <a:lnSpc>
                <a:spcPct val="110000"/>
              </a:lnSpc>
            </a:pPr>
            <a:r>
              <a:rPr lang="en-US" altLang="en-US" sz="1500"/>
              <a:t>Bu elektrot türünde metal elektrot, bir boru şeklindedir. Bu borunun halka şeklindeki yüzlerinden biri deriye temas ederken, diğer yüzü deriye elektrodun tutturulmasını sağlayan ve vakum pompası görevi yapan elastik bir hazne içinde kalır. </a:t>
            </a:r>
          </a:p>
          <a:p>
            <a:pPr>
              <a:lnSpc>
                <a:spcPct val="110000"/>
              </a:lnSpc>
            </a:pPr>
            <a:r>
              <a:rPr lang="en-US" altLang="en-US" sz="1500"/>
              <a:t>Bu tür elektrotların deri ile temas eden  yüzeyleri halka şeklindedir. Hacimleri biraz büyüktür. Buna karşın empedansları da büyüktür. </a:t>
            </a:r>
          </a:p>
          <a:p>
            <a:pPr>
              <a:lnSpc>
                <a:spcPct val="110000"/>
              </a:lnSpc>
            </a:pPr>
            <a:endParaRPr lang="en-US" altLang="en-US" sz="1500"/>
          </a:p>
        </p:txBody>
      </p:sp>
      <p:sp>
        <p:nvSpPr>
          <p:cNvPr id="2" name="Alt Bilgi Yer Tutucusu 1">
            <a:extLst>
              <a:ext uri="{FF2B5EF4-FFF2-40B4-BE49-F238E27FC236}">
                <a16:creationId xmlns:a16="http://schemas.microsoft.com/office/drawing/2014/main" id="{FBB6D746-A9A3-7E3A-6A14-EB052C81B092}"/>
              </a:ext>
            </a:extLst>
          </p:cNvPr>
          <p:cNvSpPr>
            <a:spLocks noGrp="1"/>
          </p:cNvSpPr>
          <p:nvPr>
            <p:ph type="ftr" sz="quarter" idx="11"/>
          </p:nvPr>
        </p:nvSpPr>
        <p:spPr/>
        <p:txBody>
          <a:bodyPr/>
          <a:lstStyle/>
          <a:p>
            <a:pPr>
              <a:defRPr/>
            </a:pPr>
            <a:r>
              <a:rPr lang="en-US" altLang="en-US"/>
              <a:t>MEHMET FATİH KARAKAŞ</a:t>
            </a:r>
          </a:p>
        </p:txBody>
      </p:sp>
    </p:spTree>
    <p:extLst>
      <p:ext uri="{BB962C8B-B14F-4D97-AF65-F5344CB8AC3E}">
        <p14:creationId xmlns:p14="http://schemas.microsoft.com/office/powerpoint/2010/main" val="343561038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bg>
      <p:bgPr>
        <a:blipFill>
          <a:blip r:embed="rId2">
            <a:duotone>
              <a:schemeClr val="bg2">
                <a:shade val="88000"/>
                <a:hueMod val="106000"/>
                <a:satMod val="140000"/>
                <a:lumMod val="54000"/>
              </a:schemeClr>
              <a:schemeClr val="bg2">
                <a:tint val="98000"/>
                <a:hueMod val="90000"/>
                <a:satMod val="150000"/>
                <a:lumMod val="160000"/>
              </a:schemeClr>
            </a:duotone>
          </a:blip>
          <a:stretch/>
        </a:blipFill>
        <a:effectLst/>
      </p:bgPr>
    </p:bg>
    <p:spTree>
      <p:nvGrpSpPr>
        <p:cNvPr id="1" name=""/>
        <p:cNvGrpSpPr/>
        <p:nvPr/>
      </p:nvGrpSpPr>
      <p:grpSpPr>
        <a:xfrm>
          <a:off x="0" y="0"/>
          <a:ext cx="0" cy="0"/>
          <a:chOff x="0" y="0"/>
          <a:chExt cx="0" cy="0"/>
        </a:xfrm>
      </p:grpSpPr>
      <p:pic>
        <p:nvPicPr>
          <p:cNvPr id="25609" name="Picture 2">
            <a:extLst>
              <a:ext uri="{FF2B5EF4-FFF2-40B4-BE49-F238E27FC236}">
                <a16:creationId xmlns:a16="http://schemas.microsoft.com/office/drawing/2014/main" id="{5FF7B57D-FF7B-48B3-9F60-9BCEEECF9E76}"/>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alphaModFix amt="30000"/>
            <a:extLst>
              <a:ext uri="{28A0092B-C50C-407E-A947-70E740481C1C}">
                <a14:useLocalDpi xmlns:a14="http://schemas.microsoft.com/office/drawing/2010/main" val="0"/>
              </a:ext>
            </a:extLst>
          </a:blip>
          <a:srcRect/>
          <a:stretch>
            <a:fillRect/>
          </a:stretch>
        </p:blipFill>
        <p:spPr bwMode="auto">
          <a:xfrm>
            <a:off x="0" y="0"/>
            <a:ext cx="12192003" cy="6858001"/>
          </a:xfrm>
          <a:prstGeom prst="rect">
            <a:avLst/>
          </a:prstGeom>
          <a:noFill/>
          <a:extLst>
            <a:ext uri="{909E8E84-426E-40dd-AFC4-6F175D3DCCD1}">
              <a14:hiddenFill xmlns:a14="http://schemas.microsoft.com/office/drawing/2010/main" xmlns:p14="http://schemas.microsoft.com/office/powerpoint/2010/main" xmlns:a16="http://schemas.microsoft.com/office/drawing/2014/main" xmlns="">
                <a:solidFill>
                  <a:srgbClr val="FFFFFF"/>
                </a:solidFill>
              </a14:hiddenFill>
            </a:ext>
          </a:extLst>
        </p:spPr>
      </p:pic>
      <p:grpSp>
        <p:nvGrpSpPr>
          <p:cNvPr id="25611" name="Group 25610">
            <a:extLst>
              <a:ext uri="{FF2B5EF4-FFF2-40B4-BE49-F238E27FC236}">
                <a16:creationId xmlns:a16="http://schemas.microsoft.com/office/drawing/2014/main" id="{EB95AFDF-FA7D-4311-9C65-6D507D92F47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4288" y="0"/>
            <a:ext cx="12053888" cy="6858001"/>
            <a:chOff x="-14288" y="0"/>
            <a:chExt cx="12053888" cy="6858001"/>
          </a:xfrm>
        </p:grpSpPr>
        <p:grpSp>
          <p:nvGrpSpPr>
            <p:cNvPr id="25612" name="Group 25611">
              <a:extLst>
                <a:ext uri="{FF2B5EF4-FFF2-40B4-BE49-F238E27FC236}">
                  <a16:creationId xmlns:a16="http://schemas.microsoft.com/office/drawing/2014/main" id="{9A5CCD98-20C1-4404-B788-FDA92F8A440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14288" y="0"/>
              <a:ext cx="1220788" cy="6858001"/>
              <a:chOff x="-14288" y="0"/>
              <a:chExt cx="1220788" cy="6858001"/>
            </a:xfrm>
            <a:gradFill flip="none" rotWithShape="1">
              <a:gsLst>
                <a:gs pos="0">
                  <a:schemeClr val="tx2"/>
                </a:gs>
                <a:gs pos="100000">
                  <a:schemeClr val="bg2">
                    <a:lumMod val="60000"/>
                    <a:lumOff val="40000"/>
                  </a:schemeClr>
                </a:gs>
              </a:gsLst>
              <a:lin ang="5400000" scaled="0"/>
              <a:tileRect/>
            </a:gradFill>
          </p:grpSpPr>
          <p:sp>
            <p:nvSpPr>
              <p:cNvPr id="25624" name="Rectangle 5">
                <a:extLst>
                  <a:ext uri="{FF2B5EF4-FFF2-40B4-BE49-F238E27FC236}">
                    <a16:creationId xmlns:a16="http://schemas.microsoft.com/office/drawing/2014/main" id="{C1424C76-B5C3-468E-86FA-8D9B269053D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4300" y="4763"/>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tr-TR"/>
              </a:p>
            </p:txBody>
          </p:sp>
          <p:sp>
            <p:nvSpPr>
              <p:cNvPr id="25625" name="Freeform 6">
                <a:extLst>
                  <a:ext uri="{FF2B5EF4-FFF2-40B4-BE49-F238E27FC236}">
                    <a16:creationId xmlns:a16="http://schemas.microsoft.com/office/drawing/2014/main" id="{B3922267-72C9-403B-A6DE-7D0A43D5541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5626" name="Freeform 7">
                <a:extLst>
                  <a:ext uri="{FF2B5EF4-FFF2-40B4-BE49-F238E27FC236}">
                    <a16:creationId xmlns:a16="http://schemas.microsoft.com/office/drawing/2014/main" id="{7276DB68-2E8D-4723-852B-7476DD38FED0}"/>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5627" name="Freeform 8">
                <a:extLst>
                  <a:ext uri="{FF2B5EF4-FFF2-40B4-BE49-F238E27FC236}">
                    <a16:creationId xmlns:a16="http://schemas.microsoft.com/office/drawing/2014/main" id="{0A155711-4993-4D1E-89EA-A397C164F0F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5628" name="Freeform 9">
                <a:extLst>
                  <a:ext uri="{FF2B5EF4-FFF2-40B4-BE49-F238E27FC236}">
                    <a16:creationId xmlns:a16="http://schemas.microsoft.com/office/drawing/2014/main" id="{2AB42136-2551-4CAA-857F-65FA3247B49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5629" name="Freeform 10">
                <a:extLst>
                  <a:ext uri="{FF2B5EF4-FFF2-40B4-BE49-F238E27FC236}">
                    <a16:creationId xmlns:a16="http://schemas.microsoft.com/office/drawing/2014/main" id="{7C2ADEA1-EA3E-4C0E-A28E-460092F7FF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5630" name="Freeform 11">
                <a:extLst>
                  <a:ext uri="{FF2B5EF4-FFF2-40B4-BE49-F238E27FC236}">
                    <a16:creationId xmlns:a16="http://schemas.microsoft.com/office/drawing/2014/main" id="{B04584B3-081C-4286-A840-AB5B16B10AA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5631" name="Freeform 12">
                <a:extLst>
                  <a:ext uri="{FF2B5EF4-FFF2-40B4-BE49-F238E27FC236}">
                    <a16:creationId xmlns:a16="http://schemas.microsoft.com/office/drawing/2014/main" id="{3AB388FD-C246-4936-A041-E0413A13298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5632" name="Freeform 13">
                <a:extLst>
                  <a:ext uri="{FF2B5EF4-FFF2-40B4-BE49-F238E27FC236}">
                    <a16:creationId xmlns:a16="http://schemas.microsoft.com/office/drawing/2014/main" id="{57692343-2D12-4F57-836C-945D407B68B7}"/>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5633" name="Freeform 14">
                <a:extLst>
                  <a:ext uri="{FF2B5EF4-FFF2-40B4-BE49-F238E27FC236}">
                    <a16:creationId xmlns:a16="http://schemas.microsoft.com/office/drawing/2014/main" id="{062EE710-0210-4840-8698-E0DF1C61700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5634" name="Freeform 15">
                <a:extLst>
                  <a:ext uri="{FF2B5EF4-FFF2-40B4-BE49-F238E27FC236}">
                    <a16:creationId xmlns:a16="http://schemas.microsoft.com/office/drawing/2014/main" id="{161892F4-6071-40CD-8E18-CDEE0C91B58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5635" name="Line 16">
                <a:extLst>
                  <a:ext uri="{FF2B5EF4-FFF2-40B4-BE49-F238E27FC236}">
                    <a16:creationId xmlns:a16="http://schemas.microsoft.com/office/drawing/2014/main" id="{3E6BBE44-8D88-407D-B1C6-10C89DD6173B}"/>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4763" y="9525"/>
                <a:ext cx="0" cy="0"/>
              </a:xfrm>
              <a:prstGeom prst="line">
                <a:avLst/>
              </a:prstGeom>
              <a:grpFill/>
              <a:ln w="15" cap="flat">
                <a:solidFill>
                  <a:srgbClr val="FFFFFF"/>
                </a:solidFill>
                <a:prstDash val="solid"/>
                <a:miter lim="800000"/>
                <a:headEnd/>
                <a:tailEnd/>
              </a:ln>
            </p:spPr>
            <p:txBody>
              <a:bodyPr/>
              <a:lstStyle/>
              <a:p>
                <a:endParaRPr lang="tr-TR"/>
              </a:p>
            </p:txBody>
          </p:sp>
          <p:sp>
            <p:nvSpPr>
              <p:cNvPr id="25636" name="Freeform 17">
                <a:extLst>
                  <a:ext uri="{FF2B5EF4-FFF2-40B4-BE49-F238E27FC236}">
                    <a16:creationId xmlns:a16="http://schemas.microsoft.com/office/drawing/2014/main" id="{1E90AE6E-328E-4730-825C-B5130F5CFCA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5637" name="Freeform 18">
                <a:extLst>
                  <a:ext uri="{FF2B5EF4-FFF2-40B4-BE49-F238E27FC236}">
                    <a16:creationId xmlns:a16="http://schemas.microsoft.com/office/drawing/2014/main" id="{24EC969F-6E4A-4163-ABDA-4674429A3D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5638" name="Freeform 19">
                <a:extLst>
                  <a:ext uri="{FF2B5EF4-FFF2-40B4-BE49-F238E27FC236}">
                    <a16:creationId xmlns:a16="http://schemas.microsoft.com/office/drawing/2014/main" id="{1B735C94-B049-42C6-9DEF-5DB70D58CE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5639" name="Freeform 20">
                <a:extLst>
                  <a:ext uri="{FF2B5EF4-FFF2-40B4-BE49-F238E27FC236}">
                    <a16:creationId xmlns:a16="http://schemas.microsoft.com/office/drawing/2014/main" id="{051C02E6-1954-478B-AEAE-BF8F36BE9417}"/>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5640" name="Rectangle 21">
                <a:extLst>
                  <a:ext uri="{FF2B5EF4-FFF2-40B4-BE49-F238E27FC236}">
                    <a16:creationId xmlns:a16="http://schemas.microsoft.com/office/drawing/2014/main" id="{6710B1C0-310A-48D0-B824-459D9AFC2FBC}"/>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33350" y="4662488"/>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tr-TR"/>
              </a:p>
            </p:txBody>
          </p:sp>
          <p:sp>
            <p:nvSpPr>
              <p:cNvPr id="25641" name="Freeform 22">
                <a:extLst>
                  <a:ext uri="{FF2B5EF4-FFF2-40B4-BE49-F238E27FC236}">
                    <a16:creationId xmlns:a16="http://schemas.microsoft.com/office/drawing/2014/main" id="{1204A606-D9A6-4DC6-9F0E-D516EA1EB9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5642" name="Freeform 23">
                <a:extLst>
                  <a:ext uri="{FF2B5EF4-FFF2-40B4-BE49-F238E27FC236}">
                    <a16:creationId xmlns:a16="http://schemas.microsoft.com/office/drawing/2014/main" id="{EE569555-0243-4979-A537-C9B4AFD5F258}"/>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5643" name="Freeform 24">
                <a:extLst>
                  <a:ext uri="{FF2B5EF4-FFF2-40B4-BE49-F238E27FC236}">
                    <a16:creationId xmlns:a16="http://schemas.microsoft.com/office/drawing/2014/main" id="{D52A977D-4993-48AF-A792-F2DE0963914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5644" name="Freeform 25">
                <a:extLst>
                  <a:ext uri="{FF2B5EF4-FFF2-40B4-BE49-F238E27FC236}">
                    <a16:creationId xmlns:a16="http://schemas.microsoft.com/office/drawing/2014/main" id="{93CFF2DC-E52E-4D99-97D5-B0D7B792E50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5645" name="Freeform 26">
                <a:extLst>
                  <a:ext uri="{FF2B5EF4-FFF2-40B4-BE49-F238E27FC236}">
                    <a16:creationId xmlns:a16="http://schemas.microsoft.com/office/drawing/2014/main" id="{5E175372-AF09-42A7-B3D0-226C834891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5646" name="Freeform 27">
                <a:extLst>
                  <a:ext uri="{FF2B5EF4-FFF2-40B4-BE49-F238E27FC236}">
                    <a16:creationId xmlns:a16="http://schemas.microsoft.com/office/drawing/2014/main" id="{ABF20BA9-F4B2-49EA-A573-578B1897747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5647" name="Freeform 28">
                <a:extLst>
                  <a:ext uri="{FF2B5EF4-FFF2-40B4-BE49-F238E27FC236}">
                    <a16:creationId xmlns:a16="http://schemas.microsoft.com/office/drawing/2014/main" id="{AA3A7A4B-C811-4E23-8BFD-5823A032DA3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5648" name="Freeform 29">
                <a:extLst>
                  <a:ext uri="{FF2B5EF4-FFF2-40B4-BE49-F238E27FC236}">
                    <a16:creationId xmlns:a16="http://schemas.microsoft.com/office/drawing/2014/main" id="{47537781-F057-4B97-AD8F-12FE9BE599A8}"/>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5649" name="Freeform 30">
                <a:extLst>
                  <a:ext uri="{FF2B5EF4-FFF2-40B4-BE49-F238E27FC236}">
                    <a16:creationId xmlns:a16="http://schemas.microsoft.com/office/drawing/2014/main" id="{078883C7-EB52-4BB7-A9A7-F8C046A8331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5650" name="Freeform 31">
                <a:extLst>
                  <a:ext uri="{FF2B5EF4-FFF2-40B4-BE49-F238E27FC236}">
                    <a16:creationId xmlns:a16="http://schemas.microsoft.com/office/drawing/2014/main" id="{63CCBBF8-5972-4ED3-AB5B-46DC425B1772}"/>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grpSp>
        <p:grpSp>
          <p:nvGrpSpPr>
            <p:cNvPr id="25613" name="Group 25612">
              <a:extLst>
                <a:ext uri="{FF2B5EF4-FFF2-40B4-BE49-F238E27FC236}">
                  <a16:creationId xmlns:a16="http://schemas.microsoft.com/office/drawing/2014/main" id="{A8C19883-37FB-437C-A3AA-89AA6239D3A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11364912" y="0"/>
              <a:ext cx="674688" cy="6848476"/>
              <a:chOff x="11364912" y="0"/>
              <a:chExt cx="674688" cy="6848476"/>
            </a:xfrm>
            <a:gradFill flip="none" rotWithShape="1">
              <a:gsLst>
                <a:gs pos="0">
                  <a:schemeClr val="tx2">
                    <a:alpha val="80000"/>
                  </a:schemeClr>
                </a:gs>
                <a:gs pos="100000">
                  <a:schemeClr val="bg2">
                    <a:lumMod val="60000"/>
                    <a:lumOff val="40000"/>
                    <a:alpha val="60000"/>
                  </a:schemeClr>
                </a:gs>
              </a:gsLst>
              <a:lin ang="5400000" scaled="0"/>
              <a:tileRect/>
            </a:gradFill>
          </p:grpSpPr>
          <p:sp>
            <p:nvSpPr>
              <p:cNvPr id="25614" name="Freeform 32">
                <a:extLst>
                  <a:ext uri="{FF2B5EF4-FFF2-40B4-BE49-F238E27FC236}">
                    <a16:creationId xmlns:a16="http://schemas.microsoft.com/office/drawing/2014/main" id="{AF1753DD-4CEF-45EC-B952-90EA8895D7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1483975" y="0"/>
                <a:ext cx="417513" cy="512763"/>
              </a:xfrm>
              <a:custGeom>
                <a:avLst/>
                <a:gdLst/>
                <a:ahLst/>
                <a:cxnLst/>
                <a:rect l="0" t="0" r="r" b="b"/>
                <a:pathLst>
                  <a:path w="263" h="323">
                    <a:moveTo>
                      <a:pt x="12" y="323"/>
                    </a:moveTo>
                    <a:lnTo>
                      <a:pt x="0" y="314"/>
                    </a:lnTo>
                    <a:lnTo>
                      <a:pt x="203" y="108"/>
                    </a:lnTo>
                    <a:lnTo>
                      <a:pt x="248" y="0"/>
                    </a:lnTo>
                    <a:lnTo>
                      <a:pt x="263" y="6"/>
                    </a:lnTo>
                    <a:lnTo>
                      <a:pt x="218" y="117"/>
                    </a:lnTo>
                    <a:lnTo>
                      <a:pt x="218" y="117"/>
                    </a:lnTo>
                    <a:lnTo>
                      <a:pt x="12" y="323"/>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5615" name="Freeform 33">
                <a:extLst>
                  <a:ext uri="{FF2B5EF4-FFF2-40B4-BE49-F238E27FC236}">
                    <a16:creationId xmlns:a16="http://schemas.microsoft.com/office/drawing/2014/main" id="{5B9356DB-C1BE-4D76-8FA7-4FBAA12D1D33}"/>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364912" y="474663"/>
                <a:ext cx="157163" cy="152400"/>
              </a:xfrm>
              <a:custGeom>
                <a:avLst/>
                <a:gdLst/>
                <a:ahLst/>
                <a:cxnLst/>
                <a:rect l="0" t="0" r="r" b="b"/>
                <a:pathLst>
                  <a:path w="33" h="32">
                    <a:moveTo>
                      <a:pt x="17" y="32"/>
                    </a:moveTo>
                    <a:cubicBezTo>
                      <a:pt x="13" y="32"/>
                      <a:pt x="9" y="30"/>
                      <a:pt x="6" y="27"/>
                    </a:cubicBezTo>
                    <a:cubicBezTo>
                      <a:pt x="0" y="21"/>
                      <a:pt x="0" y="11"/>
                      <a:pt x="6" y="5"/>
                    </a:cubicBezTo>
                    <a:cubicBezTo>
                      <a:pt x="9" y="2"/>
                      <a:pt x="13" y="0"/>
                      <a:pt x="17" y="0"/>
                    </a:cubicBezTo>
                    <a:cubicBezTo>
                      <a:pt x="21" y="0"/>
                      <a:pt x="25" y="2"/>
                      <a:pt x="28" y="5"/>
                    </a:cubicBezTo>
                    <a:cubicBezTo>
                      <a:pt x="31" y="8"/>
                      <a:pt x="33" y="12"/>
                      <a:pt x="33" y="16"/>
                    </a:cubicBezTo>
                    <a:cubicBezTo>
                      <a:pt x="33" y="20"/>
                      <a:pt x="31" y="24"/>
                      <a:pt x="28" y="27"/>
                    </a:cubicBezTo>
                    <a:cubicBezTo>
                      <a:pt x="25" y="30"/>
                      <a:pt x="21" y="32"/>
                      <a:pt x="17" y="32"/>
                    </a:cubicBezTo>
                    <a:close/>
                    <a:moveTo>
                      <a:pt x="17" y="4"/>
                    </a:moveTo>
                    <a:cubicBezTo>
                      <a:pt x="14" y="4"/>
                      <a:pt x="11" y="6"/>
                      <a:pt x="9" y="8"/>
                    </a:cubicBezTo>
                    <a:cubicBezTo>
                      <a:pt x="4" y="12"/>
                      <a:pt x="4" y="20"/>
                      <a:pt x="9" y="24"/>
                    </a:cubicBezTo>
                    <a:cubicBezTo>
                      <a:pt x="11" y="27"/>
                      <a:pt x="14" y="28"/>
                      <a:pt x="17" y="28"/>
                    </a:cubicBezTo>
                    <a:cubicBezTo>
                      <a:pt x="20" y="28"/>
                      <a:pt x="23" y="27"/>
                      <a:pt x="26" y="24"/>
                    </a:cubicBezTo>
                    <a:cubicBezTo>
                      <a:pt x="30" y="20"/>
                      <a:pt x="30" y="12"/>
                      <a:pt x="26" y="8"/>
                    </a:cubicBezTo>
                    <a:cubicBezTo>
                      <a:pt x="23" y="6"/>
                      <a:pt x="20" y="4"/>
                      <a:pt x="17"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5616" name="Freeform 34">
                <a:extLst>
                  <a:ext uri="{FF2B5EF4-FFF2-40B4-BE49-F238E27FC236}">
                    <a16:creationId xmlns:a16="http://schemas.microsoft.com/office/drawing/2014/main" id="{C4F59561-572D-42BA-A6FD-F3AFA1A394D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631612" y="1539875"/>
                <a:ext cx="188913"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5617" name="Freeform 35">
                <a:extLst>
                  <a:ext uri="{FF2B5EF4-FFF2-40B4-BE49-F238E27FC236}">
                    <a16:creationId xmlns:a16="http://schemas.microsoft.com/office/drawing/2014/main" id="{BB7A51A1-D509-4494-BAE2-1B96CAD4DB3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1531600" y="5694363"/>
                <a:ext cx="298450" cy="1154113"/>
              </a:xfrm>
              <a:custGeom>
                <a:avLst/>
                <a:gdLst/>
                <a:ahLst/>
                <a:cxnLst/>
                <a:rect l="0" t="0" r="r" b="b"/>
                <a:pathLst>
                  <a:path w="188" h="727">
                    <a:moveTo>
                      <a:pt x="15" y="727"/>
                    </a:moveTo>
                    <a:lnTo>
                      <a:pt x="0" y="727"/>
                    </a:lnTo>
                    <a:lnTo>
                      <a:pt x="0" y="407"/>
                    </a:lnTo>
                    <a:lnTo>
                      <a:pt x="0" y="407"/>
                    </a:lnTo>
                    <a:lnTo>
                      <a:pt x="176" y="0"/>
                    </a:lnTo>
                    <a:lnTo>
                      <a:pt x="188" y="6"/>
                    </a:lnTo>
                    <a:lnTo>
                      <a:pt x="15" y="410"/>
                    </a:lnTo>
                    <a:lnTo>
                      <a:pt x="15" y="727"/>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5618" name="Freeform 36">
                <a:extLst>
                  <a:ext uri="{FF2B5EF4-FFF2-40B4-BE49-F238E27FC236}">
                    <a16:creationId xmlns:a16="http://schemas.microsoft.com/office/drawing/2014/main" id="{D3FE0B5A-55DE-4E56-8E9B-B92D1DB9A89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772900" y="5551488"/>
                <a:ext cx="157163" cy="155575"/>
              </a:xfrm>
              <a:custGeom>
                <a:avLst/>
                <a:gdLst/>
                <a:ahLst/>
                <a:cxnLst/>
                <a:rect l="0" t="0" r="r" b="b"/>
                <a:pathLst>
                  <a:path w="33" h="33">
                    <a:moveTo>
                      <a:pt x="17" y="33"/>
                    </a:moveTo>
                    <a:cubicBezTo>
                      <a:pt x="8" y="33"/>
                      <a:pt x="0" y="25"/>
                      <a:pt x="0" y="16"/>
                    </a:cubicBezTo>
                    <a:cubicBezTo>
                      <a:pt x="0" y="7"/>
                      <a:pt x="8" y="0"/>
                      <a:pt x="17" y="0"/>
                    </a:cubicBezTo>
                    <a:cubicBezTo>
                      <a:pt x="26" y="0"/>
                      <a:pt x="33" y="7"/>
                      <a:pt x="33" y="16"/>
                    </a:cubicBezTo>
                    <a:cubicBezTo>
                      <a:pt x="33" y="25"/>
                      <a:pt x="26" y="33"/>
                      <a:pt x="17" y="33"/>
                    </a:cubicBezTo>
                    <a:close/>
                    <a:moveTo>
                      <a:pt x="17" y="4"/>
                    </a:moveTo>
                    <a:cubicBezTo>
                      <a:pt x="10" y="4"/>
                      <a:pt x="4" y="9"/>
                      <a:pt x="4" y="16"/>
                    </a:cubicBezTo>
                    <a:cubicBezTo>
                      <a:pt x="4" y="23"/>
                      <a:pt x="10" y="29"/>
                      <a:pt x="17" y="29"/>
                    </a:cubicBezTo>
                    <a:cubicBezTo>
                      <a:pt x="23" y="29"/>
                      <a:pt x="29" y="23"/>
                      <a:pt x="29" y="16"/>
                    </a:cubicBezTo>
                    <a:cubicBezTo>
                      <a:pt x="29" y="9"/>
                      <a:pt x="23" y="4"/>
                      <a:pt x="17"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5619" name="Freeform 37">
                <a:extLst>
                  <a:ext uri="{FF2B5EF4-FFF2-40B4-BE49-F238E27FC236}">
                    <a16:creationId xmlns:a16="http://schemas.microsoft.com/office/drawing/2014/main" id="{F125661C-3A0E-4B6E-B2AB-1B08C892517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1710987" y="4763"/>
                <a:ext cx="304800" cy="1544638"/>
              </a:xfrm>
              <a:custGeom>
                <a:avLst/>
                <a:gdLst/>
                <a:ahLst/>
                <a:cxnLst/>
                <a:rect l="0" t="0" r="r" b="b"/>
                <a:pathLst>
                  <a:path w="192" h="973">
                    <a:moveTo>
                      <a:pt x="15" y="973"/>
                    </a:moveTo>
                    <a:lnTo>
                      <a:pt x="0" y="973"/>
                    </a:lnTo>
                    <a:lnTo>
                      <a:pt x="0" y="790"/>
                    </a:lnTo>
                    <a:lnTo>
                      <a:pt x="174" y="614"/>
                    </a:lnTo>
                    <a:lnTo>
                      <a:pt x="174" y="0"/>
                    </a:lnTo>
                    <a:lnTo>
                      <a:pt x="192" y="0"/>
                    </a:lnTo>
                    <a:lnTo>
                      <a:pt x="192" y="620"/>
                    </a:lnTo>
                    <a:lnTo>
                      <a:pt x="15" y="796"/>
                    </a:lnTo>
                    <a:lnTo>
                      <a:pt x="15" y="973"/>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5620" name="Freeform 38">
                <a:extLst>
                  <a:ext uri="{FF2B5EF4-FFF2-40B4-BE49-F238E27FC236}">
                    <a16:creationId xmlns:a16="http://schemas.microsoft.com/office/drawing/2014/main" id="{39304006-EE77-438A-A0D1-537322356C1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636375" y="4867275"/>
                <a:ext cx="188913"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5621" name="Freeform 39">
                <a:extLst>
                  <a:ext uri="{FF2B5EF4-FFF2-40B4-BE49-F238E27FC236}">
                    <a16:creationId xmlns:a16="http://schemas.microsoft.com/office/drawing/2014/main" id="{C6031DEB-4109-4049-82CF-DD06483A2CA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1441112" y="5046663"/>
                <a:ext cx="307975" cy="1801813"/>
              </a:xfrm>
              <a:custGeom>
                <a:avLst/>
                <a:gdLst/>
                <a:ahLst/>
                <a:cxnLst/>
                <a:rect l="0" t="0" r="r" b="b"/>
                <a:pathLst>
                  <a:path w="194" h="1135">
                    <a:moveTo>
                      <a:pt x="18" y="1135"/>
                    </a:moveTo>
                    <a:lnTo>
                      <a:pt x="0" y="1135"/>
                    </a:lnTo>
                    <a:lnTo>
                      <a:pt x="0" y="354"/>
                    </a:lnTo>
                    <a:lnTo>
                      <a:pt x="176" y="177"/>
                    </a:lnTo>
                    <a:lnTo>
                      <a:pt x="176" y="0"/>
                    </a:lnTo>
                    <a:lnTo>
                      <a:pt x="194" y="0"/>
                    </a:lnTo>
                    <a:lnTo>
                      <a:pt x="194" y="183"/>
                    </a:lnTo>
                    <a:lnTo>
                      <a:pt x="18" y="360"/>
                    </a:lnTo>
                    <a:lnTo>
                      <a:pt x="18" y="113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5622" name="Freeform 40">
                <a:extLst>
                  <a:ext uri="{FF2B5EF4-FFF2-40B4-BE49-F238E27FC236}">
                    <a16:creationId xmlns:a16="http://schemas.microsoft.com/office/drawing/2014/main" id="{65FC2657-18D6-4490-88D6-32E6B1C6FB1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849100" y="64166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5623" name="Rectangle 41">
                <a:extLst>
                  <a:ext uri="{FF2B5EF4-FFF2-40B4-BE49-F238E27FC236}">
                    <a16:creationId xmlns:a16="http://schemas.microsoft.com/office/drawing/2014/main" id="{20BEA03B-3EAD-4FA2-BC9D-25A14D635CF6}"/>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939587" y="6596063"/>
                <a:ext cx="23813" cy="252413"/>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tr-TR"/>
              </a:p>
            </p:txBody>
          </p:sp>
        </p:grpSp>
      </p:grpSp>
      <p:sp>
        <p:nvSpPr>
          <p:cNvPr id="25602" name="Rectangle 4">
            <a:extLst>
              <a:ext uri="{FF2B5EF4-FFF2-40B4-BE49-F238E27FC236}">
                <a16:creationId xmlns:a16="http://schemas.microsoft.com/office/drawing/2014/main" id="{70BCA90D-25B4-A8DB-4A2F-6685B7042D90}"/>
              </a:ext>
            </a:extLst>
          </p:cNvPr>
          <p:cNvSpPr>
            <a:spLocks noGrp="1" noChangeArrowheads="1"/>
          </p:cNvSpPr>
          <p:nvPr>
            <p:ph type="title"/>
          </p:nvPr>
        </p:nvSpPr>
        <p:spPr>
          <a:xfrm>
            <a:off x="1141413" y="618518"/>
            <a:ext cx="9905998" cy="1478570"/>
          </a:xfrm>
        </p:spPr>
        <p:txBody>
          <a:bodyPr vert="horz" lIns="91440" tIns="45720" rIns="91440" bIns="45720" rtlCol="0" anchor="ctr">
            <a:normAutofit/>
          </a:bodyPr>
          <a:lstStyle/>
          <a:p>
            <a:r>
              <a:rPr lang="en-US" altLang="en-US" b="1"/>
              <a:t>Yüzey Elektrotları</a:t>
            </a:r>
          </a:p>
        </p:txBody>
      </p:sp>
      <p:pic>
        <p:nvPicPr>
          <p:cNvPr id="25604" name="Picture 7">
            <a:extLst>
              <a:ext uri="{FF2B5EF4-FFF2-40B4-BE49-F238E27FC236}">
                <a16:creationId xmlns:a16="http://schemas.microsoft.com/office/drawing/2014/main" id="{139373D9-3A5E-7D09-7E85-902F8E7B88FD}"/>
              </a:ext>
            </a:extLst>
          </p:cNvPr>
          <p:cNvPicPr>
            <a:picLocks noGrp="1" noChangeAspect="1" noChangeArrowheads="1"/>
          </p:cNvPicPr>
          <p:nvPr>
            <p:ph sz="half" idx="2"/>
          </p:nvPr>
        </p:nvPicPr>
        <p:blipFill>
          <a:blip r:embed="rId4">
            <a:extLst>
              <a:ext uri="{28A0092B-C50C-407E-A947-70E740481C1C}">
                <a14:useLocalDpi xmlns:a14="http://schemas.microsoft.com/office/drawing/2010/main" val="0"/>
              </a:ext>
            </a:extLst>
          </a:blip>
          <a:stretch>
            <a:fillRect/>
          </a:stretch>
        </p:blipFill>
        <p:spPr>
          <a:xfrm>
            <a:off x="1141411" y="2414532"/>
            <a:ext cx="3494597" cy="3219560"/>
          </a:xfrm>
          <a:prstGeom prst="round2DiagRect">
            <a:avLst>
              <a:gd name="adj1" fmla="val 5608"/>
              <a:gd name="adj2" fmla="val 0"/>
            </a:avLst>
          </a:prstGeom>
          <a:noFill/>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pic>
      <p:sp>
        <p:nvSpPr>
          <p:cNvPr id="25603" name="Rectangle 5">
            <a:extLst>
              <a:ext uri="{FF2B5EF4-FFF2-40B4-BE49-F238E27FC236}">
                <a16:creationId xmlns:a16="http://schemas.microsoft.com/office/drawing/2014/main" id="{1693DF92-FA50-E7AE-3046-B40E54586137}"/>
              </a:ext>
            </a:extLst>
          </p:cNvPr>
          <p:cNvSpPr>
            <a:spLocks noGrp="1" noChangeArrowheads="1"/>
          </p:cNvSpPr>
          <p:nvPr>
            <p:ph type="body" sz="half" idx="1"/>
          </p:nvPr>
        </p:nvSpPr>
        <p:spPr>
          <a:xfrm>
            <a:off x="5034579" y="2249487"/>
            <a:ext cx="6012832" cy="3541714"/>
          </a:xfrm>
        </p:spPr>
        <p:txBody>
          <a:bodyPr vert="horz" lIns="91440" tIns="45720" rIns="91440" bIns="45720" rtlCol="0">
            <a:normAutofit/>
          </a:bodyPr>
          <a:lstStyle/>
          <a:p>
            <a:pPr>
              <a:lnSpc>
                <a:spcPct val="110000"/>
              </a:lnSpc>
            </a:pPr>
            <a:r>
              <a:rPr lang="en-US" altLang="en-US" sz="1700" b="1"/>
              <a:t>İğne Elektrotlar</a:t>
            </a:r>
          </a:p>
          <a:p>
            <a:pPr>
              <a:lnSpc>
                <a:spcPct val="110000"/>
              </a:lnSpc>
            </a:pPr>
            <a:r>
              <a:rPr lang="en-US" altLang="en-US" sz="1700"/>
              <a:t>Emici elektrotlar iğne elektrot şeklinde de kullanılır.</a:t>
            </a:r>
          </a:p>
          <a:p>
            <a:pPr>
              <a:lnSpc>
                <a:spcPct val="110000"/>
              </a:lnSpc>
            </a:pPr>
            <a:r>
              <a:rPr lang="en-US" altLang="en-US" sz="1700"/>
              <a:t>Bu elektrotlar, bir dokuya batırılarak hem uyarı amaçlı hem de dokudan elde edilen sinyali kayıt amaçlı olarak kullanılır. </a:t>
            </a:r>
          </a:p>
          <a:p>
            <a:pPr>
              <a:lnSpc>
                <a:spcPct val="110000"/>
              </a:lnSpc>
            </a:pPr>
            <a:r>
              <a:rPr lang="en-US" altLang="en-US" sz="1700"/>
              <a:t>Vücut yüzeyindeki yağ veya hava nedeniyle diğer elektrotlarla ulaşılamayan zor bölgelerdeki elektriksel sinyaller, bu tip elektrotlar yardımıyla daha kolay algılanabilir.</a:t>
            </a:r>
          </a:p>
          <a:p>
            <a:pPr>
              <a:lnSpc>
                <a:spcPct val="110000"/>
              </a:lnSpc>
            </a:pPr>
            <a:r>
              <a:rPr lang="en-US" altLang="en-US" sz="1700"/>
              <a:t>Bağırsak, sinirler, kaslar ve gözde kullanılırlar.</a:t>
            </a:r>
          </a:p>
        </p:txBody>
      </p:sp>
      <p:sp>
        <p:nvSpPr>
          <p:cNvPr id="2" name="Alt Bilgi Yer Tutucusu 1">
            <a:extLst>
              <a:ext uri="{FF2B5EF4-FFF2-40B4-BE49-F238E27FC236}">
                <a16:creationId xmlns:a16="http://schemas.microsoft.com/office/drawing/2014/main" id="{33D720C7-5A38-0006-D7AB-3EC4952A1289}"/>
              </a:ext>
            </a:extLst>
          </p:cNvPr>
          <p:cNvSpPr>
            <a:spLocks noGrp="1"/>
          </p:cNvSpPr>
          <p:nvPr>
            <p:ph type="ftr" sz="quarter" idx="11"/>
          </p:nvPr>
        </p:nvSpPr>
        <p:spPr/>
        <p:txBody>
          <a:bodyPr/>
          <a:lstStyle/>
          <a:p>
            <a:pPr>
              <a:defRPr/>
            </a:pPr>
            <a:r>
              <a:rPr lang="en-US" altLang="en-US"/>
              <a:t>MEHMET FATİH KARAKAŞ</a:t>
            </a:r>
          </a:p>
        </p:txBody>
      </p:sp>
    </p:spTree>
    <p:extLst>
      <p:ext uri="{BB962C8B-B14F-4D97-AF65-F5344CB8AC3E}">
        <p14:creationId xmlns:p14="http://schemas.microsoft.com/office/powerpoint/2010/main" val="389795683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bg>
      <p:bgPr>
        <a:blipFill>
          <a:blip r:embed="rId2">
            <a:duotone>
              <a:schemeClr val="bg2">
                <a:shade val="88000"/>
                <a:hueMod val="106000"/>
                <a:satMod val="140000"/>
                <a:lumMod val="54000"/>
              </a:schemeClr>
              <a:schemeClr val="bg2">
                <a:tint val="98000"/>
                <a:hueMod val="90000"/>
                <a:satMod val="150000"/>
                <a:lumMod val="160000"/>
              </a:schemeClr>
            </a:duotone>
          </a:blip>
          <a:stretch/>
        </a:blipFill>
        <a:effectLst/>
      </p:bgPr>
    </p:bg>
    <p:spTree>
      <p:nvGrpSpPr>
        <p:cNvPr id="1" name=""/>
        <p:cNvGrpSpPr/>
        <p:nvPr/>
      </p:nvGrpSpPr>
      <p:grpSpPr>
        <a:xfrm>
          <a:off x="0" y="0"/>
          <a:ext cx="0" cy="0"/>
          <a:chOff x="0" y="0"/>
          <a:chExt cx="0" cy="0"/>
        </a:xfrm>
      </p:grpSpPr>
      <p:pic>
        <p:nvPicPr>
          <p:cNvPr id="28682" name="Picture 2">
            <a:extLst>
              <a:ext uri="{FF2B5EF4-FFF2-40B4-BE49-F238E27FC236}">
                <a16:creationId xmlns:a16="http://schemas.microsoft.com/office/drawing/2014/main" id="{FD3BFD04-77D1-4FB5-A159-35084E2C6149}"/>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alphaModFix amt="30000"/>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xmlns:p14="http://schemas.microsoft.com/office/powerpoint/2010/main" xmlns:a16="http://schemas.microsoft.com/office/drawing/2014/main" xmlns="">
                <a:solidFill>
                  <a:srgbClr val="FFFFFF"/>
                </a:solidFill>
              </a14:hiddenFill>
            </a:ext>
          </a:extLst>
        </p:spPr>
      </p:pic>
      <p:grpSp>
        <p:nvGrpSpPr>
          <p:cNvPr id="28684" name="Group 28683">
            <a:extLst>
              <a:ext uri="{FF2B5EF4-FFF2-40B4-BE49-F238E27FC236}">
                <a16:creationId xmlns:a16="http://schemas.microsoft.com/office/drawing/2014/main" id="{30B85FB2-B686-4546-B01D-17A122BACAF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4288" y="0"/>
            <a:ext cx="12053888" cy="6858001"/>
            <a:chOff x="-14288" y="0"/>
            <a:chExt cx="12053888" cy="6858001"/>
          </a:xfrm>
        </p:grpSpPr>
        <p:grpSp>
          <p:nvGrpSpPr>
            <p:cNvPr id="28685" name="Group 28684">
              <a:extLst>
                <a:ext uri="{FF2B5EF4-FFF2-40B4-BE49-F238E27FC236}">
                  <a16:creationId xmlns:a16="http://schemas.microsoft.com/office/drawing/2014/main" id="{45CCB97F-DB3B-4939-ABF0-CEDED724964E}"/>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14288" y="0"/>
              <a:ext cx="1220788" cy="6858001"/>
              <a:chOff x="-14288" y="0"/>
              <a:chExt cx="1220788" cy="6858001"/>
            </a:xfrm>
            <a:gradFill flip="none" rotWithShape="1">
              <a:gsLst>
                <a:gs pos="0">
                  <a:schemeClr val="tx2"/>
                </a:gs>
                <a:gs pos="100000">
                  <a:schemeClr val="bg2">
                    <a:lumMod val="60000"/>
                    <a:lumOff val="40000"/>
                  </a:schemeClr>
                </a:gs>
              </a:gsLst>
              <a:lin ang="5400000" scaled="0"/>
              <a:tileRect/>
            </a:gradFill>
          </p:grpSpPr>
          <p:sp>
            <p:nvSpPr>
              <p:cNvPr id="28697" name="Rectangle 5">
                <a:extLst>
                  <a:ext uri="{FF2B5EF4-FFF2-40B4-BE49-F238E27FC236}">
                    <a16:creationId xmlns:a16="http://schemas.microsoft.com/office/drawing/2014/main" id="{9DEDF1F5-B144-4E61-A93B-DF131E62CEF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4300" y="4763"/>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tr-TR"/>
              </a:p>
            </p:txBody>
          </p:sp>
          <p:sp>
            <p:nvSpPr>
              <p:cNvPr id="28698" name="Freeform 6">
                <a:extLst>
                  <a:ext uri="{FF2B5EF4-FFF2-40B4-BE49-F238E27FC236}">
                    <a16:creationId xmlns:a16="http://schemas.microsoft.com/office/drawing/2014/main" id="{AB937A00-7D28-489C-BF2D-85C9FE13301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8699" name="Freeform 7">
                <a:extLst>
                  <a:ext uri="{FF2B5EF4-FFF2-40B4-BE49-F238E27FC236}">
                    <a16:creationId xmlns:a16="http://schemas.microsoft.com/office/drawing/2014/main" id="{9B6FDA50-4B9D-47D9-8807-59651FD0D3F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8700" name="Freeform 8">
                <a:extLst>
                  <a:ext uri="{FF2B5EF4-FFF2-40B4-BE49-F238E27FC236}">
                    <a16:creationId xmlns:a16="http://schemas.microsoft.com/office/drawing/2014/main" id="{BFBE3212-C518-48C0-A538-22E13450EEC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8701" name="Freeform 9">
                <a:extLst>
                  <a:ext uri="{FF2B5EF4-FFF2-40B4-BE49-F238E27FC236}">
                    <a16:creationId xmlns:a16="http://schemas.microsoft.com/office/drawing/2014/main" id="{DB66EBCA-80AB-4133-A201-9F8134577F3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8702" name="Freeform 10">
                <a:extLst>
                  <a:ext uri="{FF2B5EF4-FFF2-40B4-BE49-F238E27FC236}">
                    <a16:creationId xmlns:a16="http://schemas.microsoft.com/office/drawing/2014/main" id="{BE2107C9-8602-4900-B4B4-D13611B68B3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8703" name="Freeform 11">
                <a:extLst>
                  <a:ext uri="{FF2B5EF4-FFF2-40B4-BE49-F238E27FC236}">
                    <a16:creationId xmlns:a16="http://schemas.microsoft.com/office/drawing/2014/main" id="{24B5E7BF-E3D5-41ED-908A-569FA6DE45D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8704" name="Freeform 12">
                <a:extLst>
                  <a:ext uri="{FF2B5EF4-FFF2-40B4-BE49-F238E27FC236}">
                    <a16:creationId xmlns:a16="http://schemas.microsoft.com/office/drawing/2014/main" id="{D270C773-B463-4311-BB4C-DC4C44FDAA92}"/>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8705" name="Freeform 13">
                <a:extLst>
                  <a:ext uri="{FF2B5EF4-FFF2-40B4-BE49-F238E27FC236}">
                    <a16:creationId xmlns:a16="http://schemas.microsoft.com/office/drawing/2014/main" id="{6BC18564-A239-4C4B-B7D5-4A3769CE3DA3}"/>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8706" name="Freeform 14">
                <a:extLst>
                  <a:ext uri="{FF2B5EF4-FFF2-40B4-BE49-F238E27FC236}">
                    <a16:creationId xmlns:a16="http://schemas.microsoft.com/office/drawing/2014/main" id="{3D9A7A0F-04F5-4EF6-B884-50AE0610F12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8707" name="Freeform 15">
                <a:extLst>
                  <a:ext uri="{FF2B5EF4-FFF2-40B4-BE49-F238E27FC236}">
                    <a16:creationId xmlns:a16="http://schemas.microsoft.com/office/drawing/2014/main" id="{7E0D4876-341D-4983-815A-4AEDD46F6FD3}"/>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8708" name="Line 16">
                <a:extLst>
                  <a:ext uri="{FF2B5EF4-FFF2-40B4-BE49-F238E27FC236}">
                    <a16:creationId xmlns:a16="http://schemas.microsoft.com/office/drawing/2014/main" id="{5BEF60E7-344C-49D0-8748-3A3A37BD3F40}"/>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4763" y="9525"/>
                <a:ext cx="0" cy="0"/>
              </a:xfrm>
              <a:prstGeom prst="line">
                <a:avLst/>
              </a:prstGeom>
              <a:grpFill/>
              <a:ln w="15" cap="flat">
                <a:solidFill>
                  <a:srgbClr val="FFFFFF"/>
                </a:solidFill>
                <a:prstDash val="solid"/>
                <a:miter lim="800000"/>
                <a:headEnd/>
                <a:tailEnd/>
              </a:ln>
            </p:spPr>
            <p:txBody>
              <a:bodyPr/>
              <a:lstStyle/>
              <a:p>
                <a:endParaRPr lang="tr-TR"/>
              </a:p>
            </p:txBody>
          </p:sp>
          <p:sp>
            <p:nvSpPr>
              <p:cNvPr id="28709" name="Freeform 17">
                <a:extLst>
                  <a:ext uri="{FF2B5EF4-FFF2-40B4-BE49-F238E27FC236}">
                    <a16:creationId xmlns:a16="http://schemas.microsoft.com/office/drawing/2014/main" id="{FB606D79-EB93-49B4-9387-4302CC9F3E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8710" name="Freeform 18">
                <a:extLst>
                  <a:ext uri="{FF2B5EF4-FFF2-40B4-BE49-F238E27FC236}">
                    <a16:creationId xmlns:a16="http://schemas.microsoft.com/office/drawing/2014/main" id="{BF49C646-5DA1-4717-B05F-99AB8E046EA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8711" name="Freeform 19">
                <a:extLst>
                  <a:ext uri="{FF2B5EF4-FFF2-40B4-BE49-F238E27FC236}">
                    <a16:creationId xmlns:a16="http://schemas.microsoft.com/office/drawing/2014/main" id="{ADE02A67-7AE8-4FC3-B101-230871F1DFF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8712" name="Freeform 20">
                <a:extLst>
                  <a:ext uri="{FF2B5EF4-FFF2-40B4-BE49-F238E27FC236}">
                    <a16:creationId xmlns:a16="http://schemas.microsoft.com/office/drawing/2014/main" id="{72BAD5DE-952F-4D28-96DE-61ECA1FFE2B8}"/>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8713" name="Rectangle 21">
                <a:extLst>
                  <a:ext uri="{FF2B5EF4-FFF2-40B4-BE49-F238E27FC236}">
                    <a16:creationId xmlns:a16="http://schemas.microsoft.com/office/drawing/2014/main" id="{51BB8E4C-85FF-4480-A425-F9C672FCD70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33350" y="4662488"/>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tr-TR"/>
              </a:p>
            </p:txBody>
          </p:sp>
          <p:sp>
            <p:nvSpPr>
              <p:cNvPr id="28714" name="Freeform 22">
                <a:extLst>
                  <a:ext uri="{FF2B5EF4-FFF2-40B4-BE49-F238E27FC236}">
                    <a16:creationId xmlns:a16="http://schemas.microsoft.com/office/drawing/2014/main" id="{3E649AA8-8534-4C24-BA83-9C0F4D9C09B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8715" name="Freeform 23">
                <a:extLst>
                  <a:ext uri="{FF2B5EF4-FFF2-40B4-BE49-F238E27FC236}">
                    <a16:creationId xmlns:a16="http://schemas.microsoft.com/office/drawing/2014/main" id="{3A3C2D0A-7FF6-4F97-99B9-973E5E8381A1}"/>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8716" name="Freeform 24">
                <a:extLst>
                  <a:ext uri="{FF2B5EF4-FFF2-40B4-BE49-F238E27FC236}">
                    <a16:creationId xmlns:a16="http://schemas.microsoft.com/office/drawing/2014/main" id="{1D33A404-96DB-40D1-A361-5C09D2FF758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8717" name="Freeform 25">
                <a:extLst>
                  <a:ext uri="{FF2B5EF4-FFF2-40B4-BE49-F238E27FC236}">
                    <a16:creationId xmlns:a16="http://schemas.microsoft.com/office/drawing/2014/main" id="{B67A8029-EDD8-46B3-A24F-3484B84ADA1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8718" name="Freeform 26">
                <a:extLst>
                  <a:ext uri="{FF2B5EF4-FFF2-40B4-BE49-F238E27FC236}">
                    <a16:creationId xmlns:a16="http://schemas.microsoft.com/office/drawing/2014/main" id="{2C111128-EAC0-4125-BEAF-48D4861BE2D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8719" name="Freeform 27">
                <a:extLst>
                  <a:ext uri="{FF2B5EF4-FFF2-40B4-BE49-F238E27FC236}">
                    <a16:creationId xmlns:a16="http://schemas.microsoft.com/office/drawing/2014/main" id="{90EF503E-0E60-484F-8786-498B5244877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8720" name="Freeform 28">
                <a:extLst>
                  <a:ext uri="{FF2B5EF4-FFF2-40B4-BE49-F238E27FC236}">
                    <a16:creationId xmlns:a16="http://schemas.microsoft.com/office/drawing/2014/main" id="{BAEB64C1-8AA2-4861-8AFD-01864EF2384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8721" name="Freeform 29">
                <a:extLst>
                  <a:ext uri="{FF2B5EF4-FFF2-40B4-BE49-F238E27FC236}">
                    <a16:creationId xmlns:a16="http://schemas.microsoft.com/office/drawing/2014/main" id="{7B868A5A-03B3-474C-AB72-31AB04835E7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8722" name="Freeform 30">
                <a:extLst>
                  <a:ext uri="{FF2B5EF4-FFF2-40B4-BE49-F238E27FC236}">
                    <a16:creationId xmlns:a16="http://schemas.microsoft.com/office/drawing/2014/main" id="{C09ACD48-1E0F-4BCB-9028-0B79C43DE55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8723" name="Freeform 31">
                <a:extLst>
                  <a:ext uri="{FF2B5EF4-FFF2-40B4-BE49-F238E27FC236}">
                    <a16:creationId xmlns:a16="http://schemas.microsoft.com/office/drawing/2014/main" id="{B5D4FF3D-341E-4DFE-B4CD-9916246F59D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grpSp>
        <p:grpSp>
          <p:nvGrpSpPr>
            <p:cNvPr id="28686" name="Group 28685">
              <a:extLst>
                <a:ext uri="{FF2B5EF4-FFF2-40B4-BE49-F238E27FC236}">
                  <a16:creationId xmlns:a16="http://schemas.microsoft.com/office/drawing/2014/main" id="{3E7B0719-8F32-457D-83EB-E0A00622B484}"/>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11364912" y="0"/>
              <a:ext cx="674688" cy="6848476"/>
              <a:chOff x="11364912" y="0"/>
              <a:chExt cx="674688" cy="6848476"/>
            </a:xfrm>
            <a:gradFill flip="none" rotWithShape="1">
              <a:gsLst>
                <a:gs pos="0">
                  <a:schemeClr val="tx2">
                    <a:alpha val="80000"/>
                  </a:schemeClr>
                </a:gs>
                <a:gs pos="100000">
                  <a:schemeClr val="bg2">
                    <a:lumMod val="60000"/>
                    <a:lumOff val="40000"/>
                    <a:alpha val="60000"/>
                  </a:schemeClr>
                </a:gs>
              </a:gsLst>
              <a:lin ang="5400000" scaled="0"/>
              <a:tileRect/>
            </a:gradFill>
          </p:grpSpPr>
          <p:sp>
            <p:nvSpPr>
              <p:cNvPr id="28687" name="Freeform 32">
                <a:extLst>
                  <a:ext uri="{FF2B5EF4-FFF2-40B4-BE49-F238E27FC236}">
                    <a16:creationId xmlns:a16="http://schemas.microsoft.com/office/drawing/2014/main" id="{E056FF60-EFE3-4685-95A1-AEDB7F5626F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1483975" y="0"/>
                <a:ext cx="417513" cy="512763"/>
              </a:xfrm>
              <a:custGeom>
                <a:avLst/>
                <a:gdLst/>
                <a:ahLst/>
                <a:cxnLst/>
                <a:rect l="0" t="0" r="r" b="b"/>
                <a:pathLst>
                  <a:path w="263" h="323">
                    <a:moveTo>
                      <a:pt x="12" y="323"/>
                    </a:moveTo>
                    <a:lnTo>
                      <a:pt x="0" y="314"/>
                    </a:lnTo>
                    <a:lnTo>
                      <a:pt x="203" y="108"/>
                    </a:lnTo>
                    <a:lnTo>
                      <a:pt x="248" y="0"/>
                    </a:lnTo>
                    <a:lnTo>
                      <a:pt x="263" y="6"/>
                    </a:lnTo>
                    <a:lnTo>
                      <a:pt x="218" y="117"/>
                    </a:lnTo>
                    <a:lnTo>
                      <a:pt x="218" y="117"/>
                    </a:lnTo>
                    <a:lnTo>
                      <a:pt x="12" y="323"/>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8688" name="Freeform 33">
                <a:extLst>
                  <a:ext uri="{FF2B5EF4-FFF2-40B4-BE49-F238E27FC236}">
                    <a16:creationId xmlns:a16="http://schemas.microsoft.com/office/drawing/2014/main" id="{5E9EA8FB-5CA0-4030-853C-54B499304931}"/>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364912" y="474663"/>
                <a:ext cx="157163" cy="152400"/>
              </a:xfrm>
              <a:custGeom>
                <a:avLst/>
                <a:gdLst/>
                <a:ahLst/>
                <a:cxnLst/>
                <a:rect l="0" t="0" r="r" b="b"/>
                <a:pathLst>
                  <a:path w="33" h="32">
                    <a:moveTo>
                      <a:pt x="17" y="32"/>
                    </a:moveTo>
                    <a:cubicBezTo>
                      <a:pt x="13" y="32"/>
                      <a:pt x="9" y="30"/>
                      <a:pt x="6" y="27"/>
                    </a:cubicBezTo>
                    <a:cubicBezTo>
                      <a:pt x="0" y="21"/>
                      <a:pt x="0" y="11"/>
                      <a:pt x="6" y="5"/>
                    </a:cubicBezTo>
                    <a:cubicBezTo>
                      <a:pt x="9" y="2"/>
                      <a:pt x="13" y="0"/>
                      <a:pt x="17" y="0"/>
                    </a:cubicBezTo>
                    <a:cubicBezTo>
                      <a:pt x="21" y="0"/>
                      <a:pt x="25" y="2"/>
                      <a:pt x="28" y="5"/>
                    </a:cubicBezTo>
                    <a:cubicBezTo>
                      <a:pt x="31" y="8"/>
                      <a:pt x="33" y="12"/>
                      <a:pt x="33" y="16"/>
                    </a:cubicBezTo>
                    <a:cubicBezTo>
                      <a:pt x="33" y="20"/>
                      <a:pt x="31" y="24"/>
                      <a:pt x="28" y="27"/>
                    </a:cubicBezTo>
                    <a:cubicBezTo>
                      <a:pt x="25" y="30"/>
                      <a:pt x="21" y="32"/>
                      <a:pt x="17" y="32"/>
                    </a:cubicBezTo>
                    <a:close/>
                    <a:moveTo>
                      <a:pt x="17" y="4"/>
                    </a:moveTo>
                    <a:cubicBezTo>
                      <a:pt x="14" y="4"/>
                      <a:pt x="11" y="6"/>
                      <a:pt x="9" y="8"/>
                    </a:cubicBezTo>
                    <a:cubicBezTo>
                      <a:pt x="4" y="12"/>
                      <a:pt x="4" y="20"/>
                      <a:pt x="9" y="24"/>
                    </a:cubicBezTo>
                    <a:cubicBezTo>
                      <a:pt x="11" y="27"/>
                      <a:pt x="14" y="28"/>
                      <a:pt x="17" y="28"/>
                    </a:cubicBezTo>
                    <a:cubicBezTo>
                      <a:pt x="20" y="28"/>
                      <a:pt x="23" y="27"/>
                      <a:pt x="26" y="24"/>
                    </a:cubicBezTo>
                    <a:cubicBezTo>
                      <a:pt x="30" y="20"/>
                      <a:pt x="30" y="12"/>
                      <a:pt x="26" y="8"/>
                    </a:cubicBezTo>
                    <a:cubicBezTo>
                      <a:pt x="23" y="6"/>
                      <a:pt x="20" y="4"/>
                      <a:pt x="17"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8689" name="Freeform 34">
                <a:extLst>
                  <a:ext uri="{FF2B5EF4-FFF2-40B4-BE49-F238E27FC236}">
                    <a16:creationId xmlns:a16="http://schemas.microsoft.com/office/drawing/2014/main" id="{387B387A-44A6-42A0-BACA-71AC19FCA041}"/>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631612" y="1539875"/>
                <a:ext cx="188913"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8690" name="Freeform 35">
                <a:extLst>
                  <a:ext uri="{FF2B5EF4-FFF2-40B4-BE49-F238E27FC236}">
                    <a16:creationId xmlns:a16="http://schemas.microsoft.com/office/drawing/2014/main" id="{4424F11E-20C0-4CFE-BE79-CDE4469FED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1531600" y="5694363"/>
                <a:ext cx="298450" cy="1154113"/>
              </a:xfrm>
              <a:custGeom>
                <a:avLst/>
                <a:gdLst/>
                <a:ahLst/>
                <a:cxnLst/>
                <a:rect l="0" t="0" r="r" b="b"/>
                <a:pathLst>
                  <a:path w="188" h="727">
                    <a:moveTo>
                      <a:pt x="15" y="727"/>
                    </a:moveTo>
                    <a:lnTo>
                      <a:pt x="0" y="727"/>
                    </a:lnTo>
                    <a:lnTo>
                      <a:pt x="0" y="407"/>
                    </a:lnTo>
                    <a:lnTo>
                      <a:pt x="0" y="407"/>
                    </a:lnTo>
                    <a:lnTo>
                      <a:pt x="176" y="0"/>
                    </a:lnTo>
                    <a:lnTo>
                      <a:pt x="188" y="6"/>
                    </a:lnTo>
                    <a:lnTo>
                      <a:pt x="15" y="410"/>
                    </a:lnTo>
                    <a:lnTo>
                      <a:pt x="15" y="727"/>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8691" name="Freeform 36">
                <a:extLst>
                  <a:ext uri="{FF2B5EF4-FFF2-40B4-BE49-F238E27FC236}">
                    <a16:creationId xmlns:a16="http://schemas.microsoft.com/office/drawing/2014/main" id="{7BEDF974-EB25-4769-BDD6-F16430FF2C3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772900" y="5551488"/>
                <a:ext cx="157163" cy="155575"/>
              </a:xfrm>
              <a:custGeom>
                <a:avLst/>
                <a:gdLst/>
                <a:ahLst/>
                <a:cxnLst/>
                <a:rect l="0" t="0" r="r" b="b"/>
                <a:pathLst>
                  <a:path w="33" h="33">
                    <a:moveTo>
                      <a:pt x="17" y="33"/>
                    </a:moveTo>
                    <a:cubicBezTo>
                      <a:pt x="8" y="33"/>
                      <a:pt x="0" y="25"/>
                      <a:pt x="0" y="16"/>
                    </a:cubicBezTo>
                    <a:cubicBezTo>
                      <a:pt x="0" y="7"/>
                      <a:pt x="8" y="0"/>
                      <a:pt x="17" y="0"/>
                    </a:cubicBezTo>
                    <a:cubicBezTo>
                      <a:pt x="26" y="0"/>
                      <a:pt x="33" y="7"/>
                      <a:pt x="33" y="16"/>
                    </a:cubicBezTo>
                    <a:cubicBezTo>
                      <a:pt x="33" y="25"/>
                      <a:pt x="26" y="33"/>
                      <a:pt x="17" y="33"/>
                    </a:cubicBezTo>
                    <a:close/>
                    <a:moveTo>
                      <a:pt x="17" y="4"/>
                    </a:moveTo>
                    <a:cubicBezTo>
                      <a:pt x="10" y="4"/>
                      <a:pt x="4" y="9"/>
                      <a:pt x="4" y="16"/>
                    </a:cubicBezTo>
                    <a:cubicBezTo>
                      <a:pt x="4" y="23"/>
                      <a:pt x="10" y="29"/>
                      <a:pt x="17" y="29"/>
                    </a:cubicBezTo>
                    <a:cubicBezTo>
                      <a:pt x="23" y="29"/>
                      <a:pt x="29" y="23"/>
                      <a:pt x="29" y="16"/>
                    </a:cubicBezTo>
                    <a:cubicBezTo>
                      <a:pt x="29" y="9"/>
                      <a:pt x="23" y="4"/>
                      <a:pt x="17"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8692" name="Freeform 37">
                <a:extLst>
                  <a:ext uri="{FF2B5EF4-FFF2-40B4-BE49-F238E27FC236}">
                    <a16:creationId xmlns:a16="http://schemas.microsoft.com/office/drawing/2014/main" id="{7AD36026-D842-4FF4-905B-CEA8481F55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1710987" y="4763"/>
                <a:ext cx="304800" cy="1544638"/>
              </a:xfrm>
              <a:custGeom>
                <a:avLst/>
                <a:gdLst/>
                <a:ahLst/>
                <a:cxnLst/>
                <a:rect l="0" t="0" r="r" b="b"/>
                <a:pathLst>
                  <a:path w="192" h="973">
                    <a:moveTo>
                      <a:pt x="15" y="973"/>
                    </a:moveTo>
                    <a:lnTo>
                      <a:pt x="0" y="973"/>
                    </a:lnTo>
                    <a:lnTo>
                      <a:pt x="0" y="790"/>
                    </a:lnTo>
                    <a:lnTo>
                      <a:pt x="174" y="614"/>
                    </a:lnTo>
                    <a:lnTo>
                      <a:pt x="174" y="0"/>
                    </a:lnTo>
                    <a:lnTo>
                      <a:pt x="192" y="0"/>
                    </a:lnTo>
                    <a:lnTo>
                      <a:pt x="192" y="620"/>
                    </a:lnTo>
                    <a:lnTo>
                      <a:pt x="15" y="796"/>
                    </a:lnTo>
                    <a:lnTo>
                      <a:pt x="15" y="973"/>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8693" name="Freeform 38">
                <a:extLst>
                  <a:ext uri="{FF2B5EF4-FFF2-40B4-BE49-F238E27FC236}">
                    <a16:creationId xmlns:a16="http://schemas.microsoft.com/office/drawing/2014/main" id="{5EBAAB58-B39B-410E-97BA-4D33B0A9C0E3}"/>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636375" y="4867275"/>
                <a:ext cx="188913"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8694" name="Freeform 39">
                <a:extLst>
                  <a:ext uri="{FF2B5EF4-FFF2-40B4-BE49-F238E27FC236}">
                    <a16:creationId xmlns:a16="http://schemas.microsoft.com/office/drawing/2014/main" id="{57F900A9-A201-4C4D-9229-14F784AECE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1441112" y="5046663"/>
                <a:ext cx="307975" cy="1801813"/>
              </a:xfrm>
              <a:custGeom>
                <a:avLst/>
                <a:gdLst/>
                <a:ahLst/>
                <a:cxnLst/>
                <a:rect l="0" t="0" r="r" b="b"/>
                <a:pathLst>
                  <a:path w="194" h="1135">
                    <a:moveTo>
                      <a:pt x="18" y="1135"/>
                    </a:moveTo>
                    <a:lnTo>
                      <a:pt x="0" y="1135"/>
                    </a:lnTo>
                    <a:lnTo>
                      <a:pt x="0" y="354"/>
                    </a:lnTo>
                    <a:lnTo>
                      <a:pt x="176" y="177"/>
                    </a:lnTo>
                    <a:lnTo>
                      <a:pt x="176" y="0"/>
                    </a:lnTo>
                    <a:lnTo>
                      <a:pt x="194" y="0"/>
                    </a:lnTo>
                    <a:lnTo>
                      <a:pt x="194" y="183"/>
                    </a:lnTo>
                    <a:lnTo>
                      <a:pt x="18" y="360"/>
                    </a:lnTo>
                    <a:lnTo>
                      <a:pt x="18" y="113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8695" name="Freeform 40">
                <a:extLst>
                  <a:ext uri="{FF2B5EF4-FFF2-40B4-BE49-F238E27FC236}">
                    <a16:creationId xmlns:a16="http://schemas.microsoft.com/office/drawing/2014/main" id="{EFF4B280-5D63-4917-8757-8088E70BA2B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849100" y="64166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8696" name="Rectangle 41">
                <a:extLst>
                  <a:ext uri="{FF2B5EF4-FFF2-40B4-BE49-F238E27FC236}">
                    <a16:creationId xmlns:a16="http://schemas.microsoft.com/office/drawing/2014/main" id="{9CD67EA3-2BB1-4AE4-AFF9-BE18B6161B6C}"/>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939587" y="6596063"/>
                <a:ext cx="23813" cy="252413"/>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tr-TR"/>
              </a:p>
            </p:txBody>
          </p:sp>
        </p:grpSp>
      </p:grpSp>
      <p:sp>
        <p:nvSpPr>
          <p:cNvPr id="28674" name="Rectangle 6">
            <a:extLst>
              <a:ext uri="{FF2B5EF4-FFF2-40B4-BE49-F238E27FC236}">
                <a16:creationId xmlns:a16="http://schemas.microsoft.com/office/drawing/2014/main" id="{ADBC6D2F-27E7-20A7-29F6-D752C488F021}"/>
              </a:ext>
            </a:extLst>
          </p:cNvPr>
          <p:cNvSpPr>
            <a:spLocks noGrp="1" noChangeArrowheads="1"/>
          </p:cNvSpPr>
          <p:nvPr>
            <p:ph type="title"/>
          </p:nvPr>
        </p:nvSpPr>
        <p:spPr>
          <a:xfrm>
            <a:off x="5128643" y="618518"/>
            <a:ext cx="6188402" cy="1478570"/>
          </a:xfrm>
        </p:spPr>
        <p:txBody>
          <a:bodyPr vert="horz" lIns="91440" tIns="45720" rIns="91440" bIns="45720" rtlCol="0" anchor="ctr">
            <a:normAutofit/>
          </a:bodyPr>
          <a:lstStyle/>
          <a:p>
            <a:r>
              <a:rPr lang="en-US" altLang="en-US" b="1"/>
              <a:t>Yüzey</a:t>
            </a:r>
            <a:r>
              <a:rPr lang="en-US" altLang="en-US" b="1" dirty="0"/>
              <a:t> </a:t>
            </a:r>
            <a:r>
              <a:rPr lang="en-US" altLang="en-US" b="1"/>
              <a:t>Elektrotları</a:t>
            </a:r>
          </a:p>
        </p:txBody>
      </p:sp>
      <p:sp>
        <p:nvSpPr>
          <p:cNvPr id="28725" name="Round Diagonal Corner Rectangle 6">
            <a:extLst>
              <a:ext uri="{FF2B5EF4-FFF2-40B4-BE49-F238E27FC236}">
                <a16:creationId xmlns:a16="http://schemas.microsoft.com/office/drawing/2014/main" id="{C169E84F-4748-4D61-A105-357962627A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14579" y="808057"/>
            <a:ext cx="3821429" cy="5234394"/>
          </a:xfrm>
          <a:prstGeom prst="round2DiagRect">
            <a:avLst>
              <a:gd name="adj1" fmla="val 11323"/>
              <a:gd name="adj2" fmla="val 0"/>
            </a:avLst>
          </a:prstGeom>
          <a:solidFill>
            <a:srgbClr val="FFFFFF"/>
          </a:solidFill>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8677" name="Picture 10">
            <a:extLst>
              <a:ext uri="{FF2B5EF4-FFF2-40B4-BE49-F238E27FC236}">
                <a16:creationId xmlns:a16="http://schemas.microsoft.com/office/drawing/2014/main" id="{94376C1A-A516-6017-E0DE-1D0D62F3EE60}"/>
              </a:ext>
            </a:extLst>
          </p:cNvPr>
          <p:cNvPicPr>
            <a:picLocks noGrp="1" noChangeAspect="1" noChangeArrowheads="1"/>
          </p:cNvPicPr>
          <p:nvPr>
            <p:ph sz="quarter" idx="3"/>
          </p:nvPr>
        </p:nvPicPr>
        <p:blipFill>
          <a:blip r:embed="rId4">
            <a:extLst>
              <a:ext uri="{28A0092B-C50C-407E-A947-70E740481C1C}">
                <a14:useLocalDpi xmlns:a14="http://schemas.microsoft.com/office/drawing/2010/main" val="0"/>
              </a:ext>
            </a:extLst>
          </a:blip>
          <a:stretch>
            <a:fillRect/>
          </a:stretch>
        </p:blipFill>
        <p:spPr>
          <a:xfrm>
            <a:off x="1126617" y="1188714"/>
            <a:ext cx="3178638" cy="2104168"/>
          </a:xfrm>
          <a:prstGeom prst="rect">
            <a:avLst/>
          </a:prstGeom>
          <a:noFill/>
        </p:spPr>
      </p:pic>
      <p:pic>
        <p:nvPicPr>
          <p:cNvPr id="28676" name="Picture 9">
            <a:extLst>
              <a:ext uri="{FF2B5EF4-FFF2-40B4-BE49-F238E27FC236}">
                <a16:creationId xmlns:a16="http://schemas.microsoft.com/office/drawing/2014/main" id="{26731293-64D8-0FD9-1324-E00DC8D6C346}"/>
              </a:ext>
            </a:extLst>
          </p:cNvPr>
          <p:cNvPicPr>
            <a:picLocks noGrp="1" noChangeAspect="1" noChangeArrowheads="1"/>
          </p:cNvPicPr>
          <p:nvPr>
            <p:ph sz="quarter" idx="2"/>
          </p:nvPr>
        </p:nvPicPr>
        <p:blipFill>
          <a:blip r:embed="rId5">
            <a:extLst>
              <a:ext uri="{28A0092B-C50C-407E-A947-70E740481C1C}">
                <a14:useLocalDpi xmlns:a14="http://schemas.microsoft.com/office/drawing/2010/main" val="0"/>
              </a:ext>
            </a:extLst>
          </a:blip>
          <a:stretch>
            <a:fillRect/>
          </a:stretch>
        </p:blipFill>
        <p:spPr>
          <a:xfrm>
            <a:off x="1126616" y="3848728"/>
            <a:ext cx="3178638" cy="1526027"/>
          </a:xfrm>
          <a:prstGeom prst="rect">
            <a:avLst/>
          </a:prstGeom>
          <a:noFill/>
        </p:spPr>
      </p:pic>
      <p:sp>
        <p:nvSpPr>
          <p:cNvPr id="28675" name="Rectangle 3">
            <a:extLst>
              <a:ext uri="{FF2B5EF4-FFF2-40B4-BE49-F238E27FC236}">
                <a16:creationId xmlns:a16="http://schemas.microsoft.com/office/drawing/2014/main" id="{6F4C2E15-179A-4983-11FF-2E32B3504D4F}"/>
              </a:ext>
            </a:extLst>
          </p:cNvPr>
          <p:cNvSpPr>
            <a:spLocks noGrp="1" noChangeArrowheads="1"/>
          </p:cNvSpPr>
          <p:nvPr>
            <p:ph type="body" sz="half" idx="1"/>
          </p:nvPr>
        </p:nvSpPr>
        <p:spPr>
          <a:xfrm>
            <a:off x="5128643" y="2249487"/>
            <a:ext cx="6188402" cy="3541714"/>
          </a:xfrm>
        </p:spPr>
        <p:txBody>
          <a:bodyPr vert="horz" lIns="91440" tIns="45720" rIns="91440" bIns="45720" rtlCol="0">
            <a:normAutofit/>
          </a:bodyPr>
          <a:lstStyle/>
          <a:p>
            <a:pPr>
              <a:lnSpc>
                <a:spcPct val="110000"/>
              </a:lnSpc>
            </a:pPr>
            <a:r>
              <a:rPr lang="en-US" altLang="en-US" sz="2000" b="1"/>
              <a:t>Tümüyle Atılabilir (Tek Kullanımlık) Elektrot</a:t>
            </a:r>
          </a:p>
          <a:p>
            <a:pPr>
              <a:lnSpc>
                <a:spcPct val="110000"/>
              </a:lnSpc>
            </a:pPr>
            <a:r>
              <a:rPr lang="en-US" altLang="en-US" sz="2000"/>
              <a:t>Bu elektrotlar, EKG ölçümlerinde çok kullanılan ve bir kere kullanıldıktan sonr atılan(disposable) elektrotlardır</a:t>
            </a:r>
          </a:p>
          <a:p>
            <a:pPr>
              <a:lnSpc>
                <a:spcPct val="110000"/>
              </a:lnSpc>
            </a:pPr>
            <a:r>
              <a:rPr lang="en-US" altLang="en-US" sz="2000"/>
              <a:t>Elektrolit, gümüş/gümüşklorür (Ag/AgCl) elektrot tabanının hemen altında, elektroda yapışık durumda, jel emdirilmiş sünger olarak imal edilir.</a:t>
            </a:r>
          </a:p>
          <a:p>
            <a:pPr>
              <a:lnSpc>
                <a:spcPct val="110000"/>
              </a:lnSpc>
            </a:pPr>
            <a:r>
              <a:rPr lang="en-US" altLang="en-US" sz="2000"/>
              <a:t>Bu elektrotların en büyük avantajı hijyenik olmalarıdır. Dolayısıyla temizleme problemi ve başka hastaya mikrop taşıma riski yoktur</a:t>
            </a:r>
          </a:p>
        </p:txBody>
      </p:sp>
      <p:sp>
        <p:nvSpPr>
          <p:cNvPr id="2" name="Alt Bilgi Yer Tutucusu 1">
            <a:extLst>
              <a:ext uri="{FF2B5EF4-FFF2-40B4-BE49-F238E27FC236}">
                <a16:creationId xmlns:a16="http://schemas.microsoft.com/office/drawing/2014/main" id="{C7D5CB3D-697F-8D03-0B56-661F5FF19B6F}"/>
              </a:ext>
            </a:extLst>
          </p:cNvPr>
          <p:cNvSpPr>
            <a:spLocks noGrp="1"/>
          </p:cNvSpPr>
          <p:nvPr>
            <p:ph type="ftr" sz="quarter" idx="11"/>
          </p:nvPr>
        </p:nvSpPr>
        <p:spPr/>
        <p:txBody>
          <a:bodyPr/>
          <a:lstStyle/>
          <a:p>
            <a:pPr>
              <a:defRPr/>
            </a:pPr>
            <a:r>
              <a:rPr lang="en-US" altLang="en-US"/>
              <a:t>MEHMET FATİH KARAKAŞ</a:t>
            </a:r>
          </a:p>
        </p:txBody>
      </p:sp>
    </p:spTree>
    <p:extLst>
      <p:ext uri="{BB962C8B-B14F-4D97-AF65-F5344CB8AC3E}">
        <p14:creationId xmlns:p14="http://schemas.microsoft.com/office/powerpoint/2010/main" val="62724593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bg>
      <p:bgPr>
        <a:blipFill>
          <a:blip r:embed="rId2">
            <a:duotone>
              <a:schemeClr val="bg2">
                <a:shade val="88000"/>
                <a:hueMod val="106000"/>
                <a:satMod val="140000"/>
                <a:lumMod val="54000"/>
              </a:schemeClr>
              <a:schemeClr val="bg2">
                <a:tint val="98000"/>
                <a:hueMod val="90000"/>
                <a:satMod val="150000"/>
                <a:lumMod val="160000"/>
              </a:schemeClr>
            </a:duotone>
          </a:blip>
          <a:stretch/>
        </a:blipFill>
        <a:effectLst/>
      </p:bgPr>
    </p:bg>
    <p:spTree>
      <p:nvGrpSpPr>
        <p:cNvPr id="1" name=""/>
        <p:cNvGrpSpPr/>
        <p:nvPr/>
      </p:nvGrpSpPr>
      <p:grpSpPr>
        <a:xfrm>
          <a:off x="0" y="0"/>
          <a:ext cx="0" cy="0"/>
          <a:chOff x="0" y="0"/>
          <a:chExt cx="0" cy="0"/>
        </a:xfrm>
      </p:grpSpPr>
      <p:pic>
        <p:nvPicPr>
          <p:cNvPr id="29706" name="Picture 2">
            <a:extLst>
              <a:ext uri="{FF2B5EF4-FFF2-40B4-BE49-F238E27FC236}">
                <a16:creationId xmlns:a16="http://schemas.microsoft.com/office/drawing/2014/main" id="{FD3BFD04-77D1-4FB5-A159-35084E2C6149}"/>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alphaModFix amt="30000"/>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xmlns:p14="http://schemas.microsoft.com/office/powerpoint/2010/main" xmlns:a16="http://schemas.microsoft.com/office/drawing/2014/main" xmlns="">
                <a:solidFill>
                  <a:srgbClr val="FFFFFF"/>
                </a:solidFill>
              </a14:hiddenFill>
            </a:ext>
          </a:extLst>
        </p:spPr>
      </p:pic>
      <p:grpSp>
        <p:nvGrpSpPr>
          <p:cNvPr id="29708" name="Group 29707">
            <a:extLst>
              <a:ext uri="{FF2B5EF4-FFF2-40B4-BE49-F238E27FC236}">
                <a16:creationId xmlns:a16="http://schemas.microsoft.com/office/drawing/2014/main" id="{30B85FB2-B686-4546-B01D-17A122BACAF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4288" y="0"/>
            <a:ext cx="12053888" cy="6858001"/>
            <a:chOff x="-14288" y="0"/>
            <a:chExt cx="12053888" cy="6858001"/>
          </a:xfrm>
        </p:grpSpPr>
        <p:grpSp>
          <p:nvGrpSpPr>
            <p:cNvPr id="29709" name="Group 29708">
              <a:extLst>
                <a:ext uri="{FF2B5EF4-FFF2-40B4-BE49-F238E27FC236}">
                  <a16:creationId xmlns:a16="http://schemas.microsoft.com/office/drawing/2014/main" id="{45CCB97F-DB3B-4939-ABF0-CEDED724964E}"/>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14288" y="0"/>
              <a:ext cx="1220788" cy="6858001"/>
              <a:chOff x="-14288" y="0"/>
              <a:chExt cx="1220788" cy="6858001"/>
            </a:xfrm>
            <a:gradFill flip="none" rotWithShape="1">
              <a:gsLst>
                <a:gs pos="0">
                  <a:schemeClr val="tx2"/>
                </a:gs>
                <a:gs pos="100000">
                  <a:schemeClr val="bg2">
                    <a:lumMod val="60000"/>
                    <a:lumOff val="40000"/>
                  </a:schemeClr>
                </a:gs>
              </a:gsLst>
              <a:lin ang="5400000" scaled="0"/>
              <a:tileRect/>
            </a:gradFill>
          </p:grpSpPr>
          <p:sp>
            <p:nvSpPr>
              <p:cNvPr id="29721" name="Rectangle 5">
                <a:extLst>
                  <a:ext uri="{FF2B5EF4-FFF2-40B4-BE49-F238E27FC236}">
                    <a16:creationId xmlns:a16="http://schemas.microsoft.com/office/drawing/2014/main" id="{9DEDF1F5-B144-4E61-A93B-DF131E62CEF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4300" y="4763"/>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tr-TR"/>
              </a:p>
            </p:txBody>
          </p:sp>
          <p:sp>
            <p:nvSpPr>
              <p:cNvPr id="29722" name="Freeform 6">
                <a:extLst>
                  <a:ext uri="{FF2B5EF4-FFF2-40B4-BE49-F238E27FC236}">
                    <a16:creationId xmlns:a16="http://schemas.microsoft.com/office/drawing/2014/main" id="{AB937A00-7D28-489C-BF2D-85C9FE13301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9723" name="Freeform 7">
                <a:extLst>
                  <a:ext uri="{FF2B5EF4-FFF2-40B4-BE49-F238E27FC236}">
                    <a16:creationId xmlns:a16="http://schemas.microsoft.com/office/drawing/2014/main" id="{9B6FDA50-4B9D-47D9-8807-59651FD0D3F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9724" name="Freeform 8">
                <a:extLst>
                  <a:ext uri="{FF2B5EF4-FFF2-40B4-BE49-F238E27FC236}">
                    <a16:creationId xmlns:a16="http://schemas.microsoft.com/office/drawing/2014/main" id="{BFBE3212-C518-48C0-A538-22E13450EEC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9725" name="Freeform 9">
                <a:extLst>
                  <a:ext uri="{FF2B5EF4-FFF2-40B4-BE49-F238E27FC236}">
                    <a16:creationId xmlns:a16="http://schemas.microsoft.com/office/drawing/2014/main" id="{DB66EBCA-80AB-4133-A201-9F8134577F3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9726" name="Freeform 10">
                <a:extLst>
                  <a:ext uri="{FF2B5EF4-FFF2-40B4-BE49-F238E27FC236}">
                    <a16:creationId xmlns:a16="http://schemas.microsoft.com/office/drawing/2014/main" id="{BE2107C9-8602-4900-B4B4-D13611B68B3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9727" name="Freeform 11">
                <a:extLst>
                  <a:ext uri="{FF2B5EF4-FFF2-40B4-BE49-F238E27FC236}">
                    <a16:creationId xmlns:a16="http://schemas.microsoft.com/office/drawing/2014/main" id="{24B5E7BF-E3D5-41ED-908A-569FA6DE45D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9728" name="Freeform 12">
                <a:extLst>
                  <a:ext uri="{FF2B5EF4-FFF2-40B4-BE49-F238E27FC236}">
                    <a16:creationId xmlns:a16="http://schemas.microsoft.com/office/drawing/2014/main" id="{D270C773-B463-4311-BB4C-DC4C44FDAA92}"/>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9729" name="Freeform 13">
                <a:extLst>
                  <a:ext uri="{FF2B5EF4-FFF2-40B4-BE49-F238E27FC236}">
                    <a16:creationId xmlns:a16="http://schemas.microsoft.com/office/drawing/2014/main" id="{6BC18564-A239-4C4B-B7D5-4A3769CE3DA3}"/>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9730" name="Freeform 14">
                <a:extLst>
                  <a:ext uri="{FF2B5EF4-FFF2-40B4-BE49-F238E27FC236}">
                    <a16:creationId xmlns:a16="http://schemas.microsoft.com/office/drawing/2014/main" id="{3D9A7A0F-04F5-4EF6-B884-50AE0610F12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9731" name="Freeform 15">
                <a:extLst>
                  <a:ext uri="{FF2B5EF4-FFF2-40B4-BE49-F238E27FC236}">
                    <a16:creationId xmlns:a16="http://schemas.microsoft.com/office/drawing/2014/main" id="{7E0D4876-341D-4983-815A-4AEDD46F6FD3}"/>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9732" name="Line 16">
                <a:extLst>
                  <a:ext uri="{FF2B5EF4-FFF2-40B4-BE49-F238E27FC236}">
                    <a16:creationId xmlns:a16="http://schemas.microsoft.com/office/drawing/2014/main" id="{5BEF60E7-344C-49D0-8748-3A3A37BD3F40}"/>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4763" y="9525"/>
                <a:ext cx="0" cy="0"/>
              </a:xfrm>
              <a:prstGeom prst="line">
                <a:avLst/>
              </a:prstGeom>
              <a:grpFill/>
              <a:ln w="15" cap="flat">
                <a:solidFill>
                  <a:srgbClr val="FFFFFF"/>
                </a:solidFill>
                <a:prstDash val="solid"/>
                <a:miter lim="800000"/>
                <a:headEnd/>
                <a:tailEnd/>
              </a:ln>
            </p:spPr>
            <p:txBody>
              <a:bodyPr/>
              <a:lstStyle/>
              <a:p>
                <a:endParaRPr lang="tr-TR"/>
              </a:p>
            </p:txBody>
          </p:sp>
          <p:sp>
            <p:nvSpPr>
              <p:cNvPr id="29733" name="Freeform 17">
                <a:extLst>
                  <a:ext uri="{FF2B5EF4-FFF2-40B4-BE49-F238E27FC236}">
                    <a16:creationId xmlns:a16="http://schemas.microsoft.com/office/drawing/2014/main" id="{FB606D79-EB93-49B4-9387-4302CC9F3E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9734" name="Freeform 18">
                <a:extLst>
                  <a:ext uri="{FF2B5EF4-FFF2-40B4-BE49-F238E27FC236}">
                    <a16:creationId xmlns:a16="http://schemas.microsoft.com/office/drawing/2014/main" id="{BF49C646-5DA1-4717-B05F-99AB8E046EA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9735" name="Freeform 19">
                <a:extLst>
                  <a:ext uri="{FF2B5EF4-FFF2-40B4-BE49-F238E27FC236}">
                    <a16:creationId xmlns:a16="http://schemas.microsoft.com/office/drawing/2014/main" id="{ADE02A67-7AE8-4FC3-B101-230871F1DFF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9736" name="Freeform 20">
                <a:extLst>
                  <a:ext uri="{FF2B5EF4-FFF2-40B4-BE49-F238E27FC236}">
                    <a16:creationId xmlns:a16="http://schemas.microsoft.com/office/drawing/2014/main" id="{72BAD5DE-952F-4D28-96DE-61ECA1FFE2B8}"/>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9737" name="Rectangle 21">
                <a:extLst>
                  <a:ext uri="{FF2B5EF4-FFF2-40B4-BE49-F238E27FC236}">
                    <a16:creationId xmlns:a16="http://schemas.microsoft.com/office/drawing/2014/main" id="{51BB8E4C-85FF-4480-A425-F9C672FCD70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33350" y="4662488"/>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tr-TR"/>
              </a:p>
            </p:txBody>
          </p:sp>
          <p:sp>
            <p:nvSpPr>
              <p:cNvPr id="29738" name="Freeform 22">
                <a:extLst>
                  <a:ext uri="{FF2B5EF4-FFF2-40B4-BE49-F238E27FC236}">
                    <a16:creationId xmlns:a16="http://schemas.microsoft.com/office/drawing/2014/main" id="{3E649AA8-8534-4C24-BA83-9C0F4D9C09B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9739" name="Freeform 23">
                <a:extLst>
                  <a:ext uri="{FF2B5EF4-FFF2-40B4-BE49-F238E27FC236}">
                    <a16:creationId xmlns:a16="http://schemas.microsoft.com/office/drawing/2014/main" id="{3A3C2D0A-7FF6-4F97-99B9-973E5E8381A1}"/>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9740" name="Freeform 24">
                <a:extLst>
                  <a:ext uri="{FF2B5EF4-FFF2-40B4-BE49-F238E27FC236}">
                    <a16:creationId xmlns:a16="http://schemas.microsoft.com/office/drawing/2014/main" id="{1D33A404-96DB-40D1-A361-5C09D2FF758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9741" name="Freeform 25">
                <a:extLst>
                  <a:ext uri="{FF2B5EF4-FFF2-40B4-BE49-F238E27FC236}">
                    <a16:creationId xmlns:a16="http://schemas.microsoft.com/office/drawing/2014/main" id="{B67A8029-EDD8-46B3-A24F-3484B84ADA1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9742" name="Freeform 26">
                <a:extLst>
                  <a:ext uri="{FF2B5EF4-FFF2-40B4-BE49-F238E27FC236}">
                    <a16:creationId xmlns:a16="http://schemas.microsoft.com/office/drawing/2014/main" id="{2C111128-EAC0-4125-BEAF-48D4861BE2D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9743" name="Freeform 27">
                <a:extLst>
                  <a:ext uri="{FF2B5EF4-FFF2-40B4-BE49-F238E27FC236}">
                    <a16:creationId xmlns:a16="http://schemas.microsoft.com/office/drawing/2014/main" id="{90EF503E-0E60-484F-8786-498B5244877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9744" name="Freeform 28">
                <a:extLst>
                  <a:ext uri="{FF2B5EF4-FFF2-40B4-BE49-F238E27FC236}">
                    <a16:creationId xmlns:a16="http://schemas.microsoft.com/office/drawing/2014/main" id="{BAEB64C1-8AA2-4861-8AFD-01864EF2384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9745" name="Freeform 29">
                <a:extLst>
                  <a:ext uri="{FF2B5EF4-FFF2-40B4-BE49-F238E27FC236}">
                    <a16:creationId xmlns:a16="http://schemas.microsoft.com/office/drawing/2014/main" id="{7B868A5A-03B3-474C-AB72-31AB04835E7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9746" name="Freeform 30">
                <a:extLst>
                  <a:ext uri="{FF2B5EF4-FFF2-40B4-BE49-F238E27FC236}">
                    <a16:creationId xmlns:a16="http://schemas.microsoft.com/office/drawing/2014/main" id="{C09ACD48-1E0F-4BCB-9028-0B79C43DE55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9747" name="Freeform 31">
                <a:extLst>
                  <a:ext uri="{FF2B5EF4-FFF2-40B4-BE49-F238E27FC236}">
                    <a16:creationId xmlns:a16="http://schemas.microsoft.com/office/drawing/2014/main" id="{B5D4FF3D-341E-4DFE-B4CD-9916246F59D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grpSp>
        <p:grpSp>
          <p:nvGrpSpPr>
            <p:cNvPr id="29710" name="Group 29709">
              <a:extLst>
                <a:ext uri="{FF2B5EF4-FFF2-40B4-BE49-F238E27FC236}">
                  <a16:creationId xmlns:a16="http://schemas.microsoft.com/office/drawing/2014/main" id="{3E7B0719-8F32-457D-83EB-E0A00622B484}"/>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11364912" y="0"/>
              <a:ext cx="674688" cy="6848476"/>
              <a:chOff x="11364912" y="0"/>
              <a:chExt cx="674688" cy="6848476"/>
            </a:xfrm>
            <a:gradFill flip="none" rotWithShape="1">
              <a:gsLst>
                <a:gs pos="0">
                  <a:schemeClr val="tx2">
                    <a:alpha val="80000"/>
                  </a:schemeClr>
                </a:gs>
                <a:gs pos="100000">
                  <a:schemeClr val="bg2">
                    <a:lumMod val="60000"/>
                    <a:lumOff val="40000"/>
                    <a:alpha val="60000"/>
                  </a:schemeClr>
                </a:gs>
              </a:gsLst>
              <a:lin ang="5400000" scaled="0"/>
              <a:tileRect/>
            </a:gradFill>
          </p:grpSpPr>
          <p:sp>
            <p:nvSpPr>
              <p:cNvPr id="29711" name="Freeform 32">
                <a:extLst>
                  <a:ext uri="{FF2B5EF4-FFF2-40B4-BE49-F238E27FC236}">
                    <a16:creationId xmlns:a16="http://schemas.microsoft.com/office/drawing/2014/main" id="{E056FF60-EFE3-4685-95A1-AEDB7F5626F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1483975" y="0"/>
                <a:ext cx="417513" cy="512763"/>
              </a:xfrm>
              <a:custGeom>
                <a:avLst/>
                <a:gdLst/>
                <a:ahLst/>
                <a:cxnLst/>
                <a:rect l="0" t="0" r="r" b="b"/>
                <a:pathLst>
                  <a:path w="263" h="323">
                    <a:moveTo>
                      <a:pt x="12" y="323"/>
                    </a:moveTo>
                    <a:lnTo>
                      <a:pt x="0" y="314"/>
                    </a:lnTo>
                    <a:lnTo>
                      <a:pt x="203" y="108"/>
                    </a:lnTo>
                    <a:lnTo>
                      <a:pt x="248" y="0"/>
                    </a:lnTo>
                    <a:lnTo>
                      <a:pt x="263" y="6"/>
                    </a:lnTo>
                    <a:lnTo>
                      <a:pt x="218" y="117"/>
                    </a:lnTo>
                    <a:lnTo>
                      <a:pt x="218" y="117"/>
                    </a:lnTo>
                    <a:lnTo>
                      <a:pt x="12" y="323"/>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9712" name="Freeform 33">
                <a:extLst>
                  <a:ext uri="{FF2B5EF4-FFF2-40B4-BE49-F238E27FC236}">
                    <a16:creationId xmlns:a16="http://schemas.microsoft.com/office/drawing/2014/main" id="{5E9EA8FB-5CA0-4030-853C-54B499304931}"/>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364912" y="474663"/>
                <a:ext cx="157163" cy="152400"/>
              </a:xfrm>
              <a:custGeom>
                <a:avLst/>
                <a:gdLst/>
                <a:ahLst/>
                <a:cxnLst/>
                <a:rect l="0" t="0" r="r" b="b"/>
                <a:pathLst>
                  <a:path w="33" h="32">
                    <a:moveTo>
                      <a:pt x="17" y="32"/>
                    </a:moveTo>
                    <a:cubicBezTo>
                      <a:pt x="13" y="32"/>
                      <a:pt x="9" y="30"/>
                      <a:pt x="6" y="27"/>
                    </a:cubicBezTo>
                    <a:cubicBezTo>
                      <a:pt x="0" y="21"/>
                      <a:pt x="0" y="11"/>
                      <a:pt x="6" y="5"/>
                    </a:cubicBezTo>
                    <a:cubicBezTo>
                      <a:pt x="9" y="2"/>
                      <a:pt x="13" y="0"/>
                      <a:pt x="17" y="0"/>
                    </a:cubicBezTo>
                    <a:cubicBezTo>
                      <a:pt x="21" y="0"/>
                      <a:pt x="25" y="2"/>
                      <a:pt x="28" y="5"/>
                    </a:cubicBezTo>
                    <a:cubicBezTo>
                      <a:pt x="31" y="8"/>
                      <a:pt x="33" y="12"/>
                      <a:pt x="33" y="16"/>
                    </a:cubicBezTo>
                    <a:cubicBezTo>
                      <a:pt x="33" y="20"/>
                      <a:pt x="31" y="24"/>
                      <a:pt x="28" y="27"/>
                    </a:cubicBezTo>
                    <a:cubicBezTo>
                      <a:pt x="25" y="30"/>
                      <a:pt x="21" y="32"/>
                      <a:pt x="17" y="32"/>
                    </a:cubicBezTo>
                    <a:close/>
                    <a:moveTo>
                      <a:pt x="17" y="4"/>
                    </a:moveTo>
                    <a:cubicBezTo>
                      <a:pt x="14" y="4"/>
                      <a:pt x="11" y="6"/>
                      <a:pt x="9" y="8"/>
                    </a:cubicBezTo>
                    <a:cubicBezTo>
                      <a:pt x="4" y="12"/>
                      <a:pt x="4" y="20"/>
                      <a:pt x="9" y="24"/>
                    </a:cubicBezTo>
                    <a:cubicBezTo>
                      <a:pt x="11" y="27"/>
                      <a:pt x="14" y="28"/>
                      <a:pt x="17" y="28"/>
                    </a:cubicBezTo>
                    <a:cubicBezTo>
                      <a:pt x="20" y="28"/>
                      <a:pt x="23" y="27"/>
                      <a:pt x="26" y="24"/>
                    </a:cubicBezTo>
                    <a:cubicBezTo>
                      <a:pt x="30" y="20"/>
                      <a:pt x="30" y="12"/>
                      <a:pt x="26" y="8"/>
                    </a:cubicBezTo>
                    <a:cubicBezTo>
                      <a:pt x="23" y="6"/>
                      <a:pt x="20" y="4"/>
                      <a:pt x="17"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9713" name="Freeform 34">
                <a:extLst>
                  <a:ext uri="{FF2B5EF4-FFF2-40B4-BE49-F238E27FC236}">
                    <a16:creationId xmlns:a16="http://schemas.microsoft.com/office/drawing/2014/main" id="{387B387A-44A6-42A0-BACA-71AC19FCA041}"/>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631612" y="1539875"/>
                <a:ext cx="188913"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9714" name="Freeform 35">
                <a:extLst>
                  <a:ext uri="{FF2B5EF4-FFF2-40B4-BE49-F238E27FC236}">
                    <a16:creationId xmlns:a16="http://schemas.microsoft.com/office/drawing/2014/main" id="{4424F11E-20C0-4CFE-BE79-CDE4469FED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1531600" y="5694363"/>
                <a:ext cx="298450" cy="1154113"/>
              </a:xfrm>
              <a:custGeom>
                <a:avLst/>
                <a:gdLst/>
                <a:ahLst/>
                <a:cxnLst/>
                <a:rect l="0" t="0" r="r" b="b"/>
                <a:pathLst>
                  <a:path w="188" h="727">
                    <a:moveTo>
                      <a:pt x="15" y="727"/>
                    </a:moveTo>
                    <a:lnTo>
                      <a:pt x="0" y="727"/>
                    </a:lnTo>
                    <a:lnTo>
                      <a:pt x="0" y="407"/>
                    </a:lnTo>
                    <a:lnTo>
                      <a:pt x="0" y="407"/>
                    </a:lnTo>
                    <a:lnTo>
                      <a:pt x="176" y="0"/>
                    </a:lnTo>
                    <a:lnTo>
                      <a:pt x="188" y="6"/>
                    </a:lnTo>
                    <a:lnTo>
                      <a:pt x="15" y="410"/>
                    </a:lnTo>
                    <a:lnTo>
                      <a:pt x="15" y="727"/>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9715" name="Freeform 36">
                <a:extLst>
                  <a:ext uri="{FF2B5EF4-FFF2-40B4-BE49-F238E27FC236}">
                    <a16:creationId xmlns:a16="http://schemas.microsoft.com/office/drawing/2014/main" id="{7BEDF974-EB25-4769-BDD6-F16430FF2C3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772900" y="5551488"/>
                <a:ext cx="157163" cy="155575"/>
              </a:xfrm>
              <a:custGeom>
                <a:avLst/>
                <a:gdLst/>
                <a:ahLst/>
                <a:cxnLst/>
                <a:rect l="0" t="0" r="r" b="b"/>
                <a:pathLst>
                  <a:path w="33" h="33">
                    <a:moveTo>
                      <a:pt x="17" y="33"/>
                    </a:moveTo>
                    <a:cubicBezTo>
                      <a:pt x="8" y="33"/>
                      <a:pt x="0" y="25"/>
                      <a:pt x="0" y="16"/>
                    </a:cubicBezTo>
                    <a:cubicBezTo>
                      <a:pt x="0" y="7"/>
                      <a:pt x="8" y="0"/>
                      <a:pt x="17" y="0"/>
                    </a:cubicBezTo>
                    <a:cubicBezTo>
                      <a:pt x="26" y="0"/>
                      <a:pt x="33" y="7"/>
                      <a:pt x="33" y="16"/>
                    </a:cubicBezTo>
                    <a:cubicBezTo>
                      <a:pt x="33" y="25"/>
                      <a:pt x="26" y="33"/>
                      <a:pt x="17" y="33"/>
                    </a:cubicBezTo>
                    <a:close/>
                    <a:moveTo>
                      <a:pt x="17" y="4"/>
                    </a:moveTo>
                    <a:cubicBezTo>
                      <a:pt x="10" y="4"/>
                      <a:pt x="4" y="9"/>
                      <a:pt x="4" y="16"/>
                    </a:cubicBezTo>
                    <a:cubicBezTo>
                      <a:pt x="4" y="23"/>
                      <a:pt x="10" y="29"/>
                      <a:pt x="17" y="29"/>
                    </a:cubicBezTo>
                    <a:cubicBezTo>
                      <a:pt x="23" y="29"/>
                      <a:pt x="29" y="23"/>
                      <a:pt x="29" y="16"/>
                    </a:cubicBezTo>
                    <a:cubicBezTo>
                      <a:pt x="29" y="9"/>
                      <a:pt x="23" y="4"/>
                      <a:pt x="17"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9716" name="Freeform 37">
                <a:extLst>
                  <a:ext uri="{FF2B5EF4-FFF2-40B4-BE49-F238E27FC236}">
                    <a16:creationId xmlns:a16="http://schemas.microsoft.com/office/drawing/2014/main" id="{7AD36026-D842-4FF4-905B-CEA8481F55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1710987" y="4763"/>
                <a:ext cx="304800" cy="1544638"/>
              </a:xfrm>
              <a:custGeom>
                <a:avLst/>
                <a:gdLst/>
                <a:ahLst/>
                <a:cxnLst/>
                <a:rect l="0" t="0" r="r" b="b"/>
                <a:pathLst>
                  <a:path w="192" h="973">
                    <a:moveTo>
                      <a:pt x="15" y="973"/>
                    </a:moveTo>
                    <a:lnTo>
                      <a:pt x="0" y="973"/>
                    </a:lnTo>
                    <a:lnTo>
                      <a:pt x="0" y="790"/>
                    </a:lnTo>
                    <a:lnTo>
                      <a:pt x="174" y="614"/>
                    </a:lnTo>
                    <a:lnTo>
                      <a:pt x="174" y="0"/>
                    </a:lnTo>
                    <a:lnTo>
                      <a:pt x="192" y="0"/>
                    </a:lnTo>
                    <a:lnTo>
                      <a:pt x="192" y="620"/>
                    </a:lnTo>
                    <a:lnTo>
                      <a:pt x="15" y="796"/>
                    </a:lnTo>
                    <a:lnTo>
                      <a:pt x="15" y="973"/>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9717" name="Freeform 38">
                <a:extLst>
                  <a:ext uri="{FF2B5EF4-FFF2-40B4-BE49-F238E27FC236}">
                    <a16:creationId xmlns:a16="http://schemas.microsoft.com/office/drawing/2014/main" id="{5EBAAB58-B39B-410E-97BA-4D33B0A9C0E3}"/>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636375" y="4867275"/>
                <a:ext cx="188913"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9718" name="Freeform 39">
                <a:extLst>
                  <a:ext uri="{FF2B5EF4-FFF2-40B4-BE49-F238E27FC236}">
                    <a16:creationId xmlns:a16="http://schemas.microsoft.com/office/drawing/2014/main" id="{57F900A9-A201-4C4D-9229-14F784AECE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1441112" y="5046663"/>
                <a:ext cx="307975" cy="1801813"/>
              </a:xfrm>
              <a:custGeom>
                <a:avLst/>
                <a:gdLst/>
                <a:ahLst/>
                <a:cxnLst/>
                <a:rect l="0" t="0" r="r" b="b"/>
                <a:pathLst>
                  <a:path w="194" h="1135">
                    <a:moveTo>
                      <a:pt x="18" y="1135"/>
                    </a:moveTo>
                    <a:lnTo>
                      <a:pt x="0" y="1135"/>
                    </a:lnTo>
                    <a:lnTo>
                      <a:pt x="0" y="354"/>
                    </a:lnTo>
                    <a:lnTo>
                      <a:pt x="176" y="177"/>
                    </a:lnTo>
                    <a:lnTo>
                      <a:pt x="176" y="0"/>
                    </a:lnTo>
                    <a:lnTo>
                      <a:pt x="194" y="0"/>
                    </a:lnTo>
                    <a:lnTo>
                      <a:pt x="194" y="183"/>
                    </a:lnTo>
                    <a:lnTo>
                      <a:pt x="18" y="360"/>
                    </a:lnTo>
                    <a:lnTo>
                      <a:pt x="18" y="113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9719" name="Freeform 40">
                <a:extLst>
                  <a:ext uri="{FF2B5EF4-FFF2-40B4-BE49-F238E27FC236}">
                    <a16:creationId xmlns:a16="http://schemas.microsoft.com/office/drawing/2014/main" id="{EFF4B280-5D63-4917-8757-8088E70BA2B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849100" y="64166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29720" name="Rectangle 41">
                <a:extLst>
                  <a:ext uri="{FF2B5EF4-FFF2-40B4-BE49-F238E27FC236}">
                    <a16:creationId xmlns:a16="http://schemas.microsoft.com/office/drawing/2014/main" id="{9CD67EA3-2BB1-4AE4-AFF9-BE18B6161B6C}"/>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939587" y="6596063"/>
                <a:ext cx="23813" cy="252413"/>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tr-TR"/>
              </a:p>
            </p:txBody>
          </p:sp>
        </p:grpSp>
      </p:grpSp>
      <p:sp>
        <p:nvSpPr>
          <p:cNvPr id="29698" name="Rectangle 4">
            <a:extLst>
              <a:ext uri="{FF2B5EF4-FFF2-40B4-BE49-F238E27FC236}">
                <a16:creationId xmlns:a16="http://schemas.microsoft.com/office/drawing/2014/main" id="{81873DBB-6FCC-8655-36DF-CE299FF6DAFD}"/>
              </a:ext>
            </a:extLst>
          </p:cNvPr>
          <p:cNvSpPr>
            <a:spLocks noGrp="1" noChangeArrowheads="1"/>
          </p:cNvSpPr>
          <p:nvPr>
            <p:ph type="title"/>
          </p:nvPr>
        </p:nvSpPr>
        <p:spPr>
          <a:xfrm>
            <a:off x="5128643" y="618518"/>
            <a:ext cx="6188402" cy="1478570"/>
          </a:xfrm>
        </p:spPr>
        <p:txBody>
          <a:bodyPr vert="horz" lIns="91440" tIns="45720" rIns="91440" bIns="45720" rtlCol="0" anchor="ctr">
            <a:normAutofit/>
          </a:bodyPr>
          <a:lstStyle/>
          <a:p>
            <a:r>
              <a:rPr lang="en-US" altLang="en-US" b="1"/>
              <a:t>Yüzey Elektrotları</a:t>
            </a:r>
          </a:p>
        </p:txBody>
      </p:sp>
      <p:sp>
        <p:nvSpPr>
          <p:cNvPr id="29749" name="Round Diagonal Corner Rectangle 6">
            <a:extLst>
              <a:ext uri="{FF2B5EF4-FFF2-40B4-BE49-F238E27FC236}">
                <a16:creationId xmlns:a16="http://schemas.microsoft.com/office/drawing/2014/main" id="{C169E84F-4748-4D61-A105-357962627A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14579" y="808057"/>
            <a:ext cx="3821429" cy="5234394"/>
          </a:xfrm>
          <a:prstGeom prst="round2DiagRect">
            <a:avLst>
              <a:gd name="adj1" fmla="val 11323"/>
              <a:gd name="adj2" fmla="val 0"/>
            </a:avLst>
          </a:prstGeom>
          <a:solidFill>
            <a:srgbClr val="FFFFFF"/>
          </a:solidFill>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9701" name="Picture 9">
            <a:extLst>
              <a:ext uri="{FF2B5EF4-FFF2-40B4-BE49-F238E27FC236}">
                <a16:creationId xmlns:a16="http://schemas.microsoft.com/office/drawing/2014/main" id="{359F07F7-9F89-8456-AA50-6E6214ADFCEA}"/>
              </a:ext>
            </a:extLst>
          </p:cNvPr>
          <p:cNvPicPr>
            <a:picLocks noGrp="1" noChangeAspect="1" noChangeArrowheads="1"/>
          </p:cNvPicPr>
          <p:nvPr>
            <p:ph sz="quarter" idx="3"/>
          </p:nvPr>
        </p:nvPicPr>
        <p:blipFill>
          <a:blip r:embed="rId4">
            <a:extLst>
              <a:ext uri="{28A0092B-C50C-407E-A947-70E740481C1C}">
                <a14:useLocalDpi xmlns:a14="http://schemas.microsoft.com/office/drawing/2010/main" val="0"/>
              </a:ext>
            </a:extLst>
          </a:blip>
          <a:stretch>
            <a:fillRect/>
          </a:stretch>
        </p:blipFill>
        <p:spPr>
          <a:xfrm>
            <a:off x="1550193" y="1137622"/>
            <a:ext cx="2331485" cy="2206352"/>
          </a:xfrm>
          <a:prstGeom prst="rect">
            <a:avLst/>
          </a:prstGeom>
          <a:noFill/>
        </p:spPr>
      </p:pic>
      <p:pic>
        <p:nvPicPr>
          <p:cNvPr id="29700" name="Picture 8">
            <a:extLst>
              <a:ext uri="{FF2B5EF4-FFF2-40B4-BE49-F238E27FC236}">
                <a16:creationId xmlns:a16="http://schemas.microsoft.com/office/drawing/2014/main" id="{E9DAE8CF-3A8F-6E47-CD9F-A51DE19B9CC5}"/>
              </a:ext>
            </a:extLst>
          </p:cNvPr>
          <p:cNvPicPr>
            <a:picLocks noGrp="1" noChangeAspect="1" noChangeArrowheads="1"/>
          </p:cNvPicPr>
          <p:nvPr>
            <p:ph sz="quarter" idx="2"/>
          </p:nvPr>
        </p:nvPicPr>
        <p:blipFill>
          <a:blip r:embed="rId5">
            <a:extLst>
              <a:ext uri="{28A0092B-C50C-407E-A947-70E740481C1C}">
                <a14:useLocalDpi xmlns:a14="http://schemas.microsoft.com/office/drawing/2010/main" val="0"/>
              </a:ext>
            </a:extLst>
          </a:blip>
          <a:stretch>
            <a:fillRect/>
          </a:stretch>
        </p:blipFill>
        <p:spPr>
          <a:xfrm>
            <a:off x="1126616" y="3708459"/>
            <a:ext cx="3178638" cy="1806564"/>
          </a:xfrm>
          <a:prstGeom prst="rect">
            <a:avLst/>
          </a:prstGeom>
          <a:noFill/>
        </p:spPr>
      </p:pic>
      <p:sp>
        <p:nvSpPr>
          <p:cNvPr id="29699" name="Rectangle 3">
            <a:extLst>
              <a:ext uri="{FF2B5EF4-FFF2-40B4-BE49-F238E27FC236}">
                <a16:creationId xmlns:a16="http://schemas.microsoft.com/office/drawing/2014/main" id="{E7F89684-C477-FF04-88AE-B4D5759580DE}"/>
              </a:ext>
            </a:extLst>
          </p:cNvPr>
          <p:cNvSpPr>
            <a:spLocks noGrp="1" noChangeArrowheads="1"/>
          </p:cNvSpPr>
          <p:nvPr>
            <p:ph type="body" sz="half" idx="1"/>
          </p:nvPr>
        </p:nvSpPr>
        <p:spPr>
          <a:xfrm>
            <a:off x="5128643" y="2249487"/>
            <a:ext cx="6188402" cy="3541714"/>
          </a:xfrm>
        </p:spPr>
        <p:txBody>
          <a:bodyPr vert="horz" lIns="91440" tIns="45720" rIns="91440" bIns="45720" rtlCol="0">
            <a:normAutofit/>
          </a:bodyPr>
          <a:lstStyle/>
          <a:p>
            <a:pPr>
              <a:lnSpc>
                <a:spcPct val="110000"/>
              </a:lnSpc>
            </a:pPr>
            <a:r>
              <a:rPr lang="en-US" altLang="en-US" sz="1900" b="1"/>
              <a:t>Bükülebilir (Flexible) Elektrotlar</a:t>
            </a:r>
          </a:p>
          <a:p>
            <a:pPr>
              <a:lnSpc>
                <a:spcPct val="110000"/>
              </a:lnSpc>
            </a:pPr>
            <a:r>
              <a:rPr lang="en-US" altLang="en-US" sz="1900"/>
              <a:t>Bu türden bir elektrot, düz olmayan vücut yüzeyinin şeklini alacak biçimde bükülüp esneyebilmektedir. Çok kullanılan tipi, bir yüzü kısmen gümüş (Ag) teller ile örülmüş, yapışabilir özelliğe sahip olan bir bant şeklinde olanıdır.</a:t>
            </a:r>
          </a:p>
          <a:p>
            <a:pPr>
              <a:lnSpc>
                <a:spcPct val="110000"/>
              </a:lnSpc>
            </a:pPr>
            <a:r>
              <a:rPr lang="en-US" altLang="en-US" sz="1900"/>
              <a:t>Hastanın günlük hareketlerini etkilemeyecek ve kısıtlamayacak esneklikte olanları vardır. </a:t>
            </a:r>
          </a:p>
          <a:p>
            <a:pPr>
              <a:lnSpc>
                <a:spcPct val="110000"/>
              </a:lnSpc>
            </a:pPr>
            <a:r>
              <a:rPr lang="en-US" altLang="en-US" sz="1900"/>
              <a:t>Bu elektrotların, elbise altında kullanılan tipleri olduğu gibi elbiseye iliştirilerek kullanılan tipleri de vardır.</a:t>
            </a:r>
          </a:p>
        </p:txBody>
      </p:sp>
      <p:sp>
        <p:nvSpPr>
          <p:cNvPr id="2" name="Alt Bilgi Yer Tutucusu 1">
            <a:extLst>
              <a:ext uri="{FF2B5EF4-FFF2-40B4-BE49-F238E27FC236}">
                <a16:creationId xmlns:a16="http://schemas.microsoft.com/office/drawing/2014/main" id="{F46E8173-C4EF-A7A3-07D8-B8CF6B754E56}"/>
              </a:ext>
            </a:extLst>
          </p:cNvPr>
          <p:cNvSpPr>
            <a:spLocks noGrp="1"/>
          </p:cNvSpPr>
          <p:nvPr>
            <p:ph type="ftr" sz="quarter" idx="11"/>
          </p:nvPr>
        </p:nvSpPr>
        <p:spPr/>
        <p:txBody>
          <a:bodyPr/>
          <a:lstStyle/>
          <a:p>
            <a:pPr>
              <a:defRPr/>
            </a:pPr>
            <a:r>
              <a:rPr lang="en-US" altLang="en-US"/>
              <a:t>MEHMET FATİH KARAKAŞ</a:t>
            </a:r>
          </a:p>
        </p:txBody>
      </p:sp>
    </p:spTree>
    <p:extLst>
      <p:ext uri="{BB962C8B-B14F-4D97-AF65-F5344CB8AC3E}">
        <p14:creationId xmlns:p14="http://schemas.microsoft.com/office/powerpoint/2010/main" val="338974487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728" name="Rectangle 30727">
            <a:extLst>
              <a:ext uri="{FF2B5EF4-FFF2-40B4-BE49-F238E27FC236}">
                <a16:creationId xmlns:a16="http://schemas.microsoft.com/office/drawing/2014/main" id="{046B922C-5BA7-4973-B12F-71A509E4BF1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003">
            <a:schemeClr val="dk2"/>
          </a:fillRef>
          <a:effectRef idx="0">
            <a:schemeClr val="accent1"/>
          </a:effectRef>
          <a:fontRef idx="minor">
            <a:schemeClr val="lt1"/>
          </a:fontRef>
        </p:style>
        <p:txBody>
          <a:bodyPr rtlCol="0" anchor="ctr"/>
          <a:lstStyle/>
          <a:p>
            <a:pPr algn="ctr"/>
            <a:endParaRPr lang="en-US"/>
          </a:p>
        </p:txBody>
      </p:sp>
      <p:grpSp>
        <p:nvGrpSpPr>
          <p:cNvPr id="30730" name="Group 30729">
            <a:extLst>
              <a:ext uri="{FF2B5EF4-FFF2-40B4-BE49-F238E27FC236}">
                <a16:creationId xmlns:a16="http://schemas.microsoft.com/office/drawing/2014/main" id="{96D34D8D-9EE9-4659-8C22-7551A95F96F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11902285" cy="6858001"/>
            <a:chOff x="0" y="0"/>
            <a:chExt cx="11902285" cy="6858001"/>
          </a:xfrm>
        </p:grpSpPr>
        <p:grpSp>
          <p:nvGrpSpPr>
            <p:cNvPr id="30731" name="Group 30730">
              <a:extLst>
                <a:ext uri="{FF2B5EF4-FFF2-40B4-BE49-F238E27FC236}">
                  <a16:creationId xmlns:a16="http://schemas.microsoft.com/office/drawing/2014/main" id="{3CA93C16-1147-4EB3-B4E7-3C43102494D0}"/>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0" y="0"/>
              <a:ext cx="1220788" cy="6858001"/>
              <a:chOff x="-14288" y="0"/>
              <a:chExt cx="1220788" cy="6858001"/>
            </a:xfrm>
            <a:gradFill flip="none" rotWithShape="1">
              <a:gsLst>
                <a:gs pos="0">
                  <a:schemeClr val="bg2"/>
                </a:gs>
                <a:gs pos="100000">
                  <a:schemeClr val="tx2">
                    <a:lumMod val="60000"/>
                    <a:lumOff val="40000"/>
                  </a:schemeClr>
                </a:gs>
              </a:gsLst>
              <a:lin ang="5400000" scaled="0"/>
              <a:tileRect/>
            </a:gradFill>
          </p:grpSpPr>
          <p:sp>
            <p:nvSpPr>
              <p:cNvPr id="30743" name="Rectangle 5">
                <a:extLst>
                  <a:ext uri="{FF2B5EF4-FFF2-40B4-BE49-F238E27FC236}">
                    <a16:creationId xmlns:a16="http://schemas.microsoft.com/office/drawing/2014/main" id="{C4779968-92AF-4B85-8C27-EBBFE1D69904}"/>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4300" y="4763"/>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tr-TR"/>
              </a:p>
            </p:txBody>
          </p:sp>
          <p:sp>
            <p:nvSpPr>
              <p:cNvPr id="30744" name="Freeform 6">
                <a:extLst>
                  <a:ext uri="{FF2B5EF4-FFF2-40B4-BE49-F238E27FC236}">
                    <a16:creationId xmlns:a16="http://schemas.microsoft.com/office/drawing/2014/main" id="{2C43E18D-7024-4F17-A664-E23BFBC12B7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0745" name="Freeform 7">
                <a:extLst>
                  <a:ext uri="{FF2B5EF4-FFF2-40B4-BE49-F238E27FC236}">
                    <a16:creationId xmlns:a16="http://schemas.microsoft.com/office/drawing/2014/main" id="{CA2ACEBA-081B-4B0B-AFB1-C596B834FDA3}"/>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0746" name="Freeform 8">
                <a:extLst>
                  <a:ext uri="{FF2B5EF4-FFF2-40B4-BE49-F238E27FC236}">
                    <a16:creationId xmlns:a16="http://schemas.microsoft.com/office/drawing/2014/main" id="{2AFBB163-514B-493A-983F-8BE96848F9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0747" name="Freeform 9">
                <a:extLst>
                  <a:ext uri="{FF2B5EF4-FFF2-40B4-BE49-F238E27FC236}">
                    <a16:creationId xmlns:a16="http://schemas.microsoft.com/office/drawing/2014/main" id="{7720326C-7DB1-4745-9015-3FA6990855B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0748" name="Freeform 10">
                <a:extLst>
                  <a:ext uri="{FF2B5EF4-FFF2-40B4-BE49-F238E27FC236}">
                    <a16:creationId xmlns:a16="http://schemas.microsoft.com/office/drawing/2014/main" id="{01D5FBDC-A284-440B-8D5F-84287B0A25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0749" name="Freeform 11">
                <a:extLst>
                  <a:ext uri="{FF2B5EF4-FFF2-40B4-BE49-F238E27FC236}">
                    <a16:creationId xmlns:a16="http://schemas.microsoft.com/office/drawing/2014/main" id="{517CE611-1CB0-442B-8998-98487209B0E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0750" name="Freeform 12">
                <a:extLst>
                  <a:ext uri="{FF2B5EF4-FFF2-40B4-BE49-F238E27FC236}">
                    <a16:creationId xmlns:a16="http://schemas.microsoft.com/office/drawing/2014/main" id="{EF0F0E46-9222-4FCF-A79E-9B4953C6F07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0751" name="Freeform 13">
                <a:extLst>
                  <a:ext uri="{FF2B5EF4-FFF2-40B4-BE49-F238E27FC236}">
                    <a16:creationId xmlns:a16="http://schemas.microsoft.com/office/drawing/2014/main" id="{371A87C3-0804-4AB9-8EAD-FBFF597ED823}"/>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0752" name="Freeform 14">
                <a:extLst>
                  <a:ext uri="{FF2B5EF4-FFF2-40B4-BE49-F238E27FC236}">
                    <a16:creationId xmlns:a16="http://schemas.microsoft.com/office/drawing/2014/main" id="{89F39433-8BC3-48D6-B705-F951DBDAABD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0753" name="Freeform 15">
                <a:extLst>
                  <a:ext uri="{FF2B5EF4-FFF2-40B4-BE49-F238E27FC236}">
                    <a16:creationId xmlns:a16="http://schemas.microsoft.com/office/drawing/2014/main" id="{AE671C9D-E91C-4143-A422-273B2F53F692}"/>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0754" name="Line 16">
                <a:extLst>
                  <a:ext uri="{FF2B5EF4-FFF2-40B4-BE49-F238E27FC236}">
                    <a16:creationId xmlns:a16="http://schemas.microsoft.com/office/drawing/2014/main" id="{83A72EA3-8833-41C6-9333-6A04C1C08DFB}"/>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4763" y="9525"/>
                <a:ext cx="0" cy="0"/>
              </a:xfrm>
              <a:prstGeom prst="line">
                <a:avLst/>
              </a:prstGeom>
              <a:grpFill/>
              <a:ln w="15" cap="flat">
                <a:solidFill>
                  <a:srgbClr val="FFFFFF"/>
                </a:solidFill>
                <a:prstDash val="solid"/>
                <a:miter lim="800000"/>
                <a:headEnd/>
                <a:tailEnd/>
              </a:ln>
            </p:spPr>
            <p:txBody>
              <a:bodyPr/>
              <a:lstStyle/>
              <a:p>
                <a:endParaRPr lang="tr-TR"/>
              </a:p>
            </p:txBody>
          </p:sp>
          <p:sp>
            <p:nvSpPr>
              <p:cNvPr id="30755" name="Freeform 17">
                <a:extLst>
                  <a:ext uri="{FF2B5EF4-FFF2-40B4-BE49-F238E27FC236}">
                    <a16:creationId xmlns:a16="http://schemas.microsoft.com/office/drawing/2014/main" id="{2C0D7AAB-DC9C-4B37-A50E-A7185DE92E4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0756" name="Freeform 18">
                <a:extLst>
                  <a:ext uri="{FF2B5EF4-FFF2-40B4-BE49-F238E27FC236}">
                    <a16:creationId xmlns:a16="http://schemas.microsoft.com/office/drawing/2014/main" id="{6E7D9D6B-3455-4363-934B-FA2D682931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0757" name="Freeform 19">
                <a:extLst>
                  <a:ext uri="{FF2B5EF4-FFF2-40B4-BE49-F238E27FC236}">
                    <a16:creationId xmlns:a16="http://schemas.microsoft.com/office/drawing/2014/main" id="{FFFFCA54-2217-4DAE-B791-4A6CA7DE0BD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0758" name="Freeform 20">
                <a:extLst>
                  <a:ext uri="{FF2B5EF4-FFF2-40B4-BE49-F238E27FC236}">
                    <a16:creationId xmlns:a16="http://schemas.microsoft.com/office/drawing/2014/main" id="{BAE43BA5-C104-4FBB-B1C6-C210D3CC5320}"/>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0759" name="Rectangle 21">
                <a:extLst>
                  <a:ext uri="{FF2B5EF4-FFF2-40B4-BE49-F238E27FC236}">
                    <a16:creationId xmlns:a16="http://schemas.microsoft.com/office/drawing/2014/main" id="{3BDB2330-DF01-460D-83FB-00C37965CD5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33350" y="4662488"/>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tr-TR"/>
              </a:p>
            </p:txBody>
          </p:sp>
          <p:sp>
            <p:nvSpPr>
              <p:cNvPr id="30760" name="Freeform 22">
                <a:extLst>
                  <a:ext uri="{FF2B5EF4-FFF2-40B4-BE49-F238E27FC236}">
                    <a16:creationId xmlns:a16="http://schemas.microsoft.com/office/drawing/2014/main" id="{51261093-9B7F-4406-B2F8-0F5BE7676A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0761" name="Freeform 23">
                <a:extLst>
                  <a:ext uri="{FF2B5EF4-FFF2-40B4-BE49-F238E27FC236}">
                    <a16:creationId xmlns:a16="http://schemas.microsoft.com/office/drawing/2014/main" id="{9971E195-2AB6-4CB6-9BD7-A8407B5C8097}"/>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0762" name="Freeform 24">
                <a:extLst>
                  <a:ext uri="{FF2B5EF4-FFF2-40B4-BE49-F238E27FC236}">
                    <a16:creationId xmlns:a16="http://schemas.microsoft.com/office/drawing/2014/main" id="{A3D843E7-8A86-4676-9C98-DECE0DFF674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0763" name="Freeform 25">
                <a:extLst>
                  <a:ext uri="{FF2B5EF4-FFF2-40B4-BE49-F238E27FC236}">
                    <a16:creationId xmlns:a16="http://schemas.microsoft.com/office/drawing/2014/main" id="{FAF42817-AB3E-40FA-997F-EAC1411F465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0764" name="Freeform 26">
                <a:extLst>
                  <a:ext uri="{FF2B5EF4-FFF2-40B4-BE49-F238E27FC236}">
                    <a16:creationId xmlns:a16="http://schemas.microsoft.com/office/drawing/2014/main" id="{50ED3298-A6DC-4825-93B1-68DB8CB629A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0765" name="Freeform 27">
                <a:extLst>
                  <a:ext uri="{FF2B5EF4-FFF2-40B4-BE49-F238E27FC236}">
                    <a16:creationId xmlns:a16="http://schemas.microsoft.com/office/drawing/2014/main" id="{2B951778-3B6B-4BB9-9D89-2ED650C8204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0766" name="Freeform 28">
                <a:extLst>
                  <a:ext uri="{FF2B5EF4-FFF2-40B4-BE49-F238E27FC236}">
                    <a16:creationId xmlns:a16="http://schemas.microsoft.com/office/drawing/2014/main" id="{8F3ED9A8-A83F-463A-8C2E-E83977D9A9C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0767" name="Freeform 29">
                <a:extLst>
                  <a:ext uri="{FF2B5EF4-FFF2-40B4-BE49-F238E27FC236}">
                    <a16:creationId xmlns:a16="http://schemas.microsoft.com/office/drawing/2014/main" id="{9A0C113E-781D-4083-86C0-EC936092D277}"/>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0768" name="Freeform 30">
                <a:extLst>
                  <a:ext uri="{FF2B5EF4-FFF2-40B4-BE49-F238E27FC236}">
                    <a16:creationId xmlns:a16="http://schemas.microsoft.com/office/drawing/2014/main" id="{B63D60EF-1E99-4D4C-BF11-AAF8ABEB86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0769" name="Freeform 31">
                <a:extLst>
                  <a:ext uri="{FF2B5EF4-FFF2-40B4-BE49-F238E27FC236}">
                    <a16:creationId xmlns:a16="http://schemas.microsoft.com/office/drawing/2014/main" id="{50403E41-7079-49EA-8D0B-4F678552D9B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grpSp>
        <p:grpSp>
          <p:nvGrpSpPr>
            <p:cNvPr id="30732" name="Group 30731">
              <a:extLst>
                <a:ext uri="{FF2B5EF4-FFF2-40B4-BE49-F238E27FC236}">
                  <a16:creationId xmlns:a16="http://schemas.microsoft.com/office/drawing/2014/main" id="{E3B2C458-4D37-49A0-A94E-D516E05C3CC4}"/>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11227597" y="0"/>
              <a:ext cx="674688" cy="6848476"/>
              <a:chOff x="11364912" y="0"/>
              <a:chExt cx="674688" cy="6848476"/>
            </a:xfrm>
            <a:gradFill flip="none" rotWithShape="1">
              <a:gsLst>
                <a:gs pos="0">
                  <a:schemeClr val="bg2"/>
                </a:gs>
                <a:gs pos="100000">
                  <a:schemeClr val="tx2">
                    <a:lumMod val="60000"/>
                    <a:lumOff val="40000"/>
                  </a:schemeClr>
                </a:gs>
              </a:gsLst>
              <a:lin ang="5400000" scaled="0"/>
              <a:tileRect/>
            </a:gradFill>
          </p:grpSpPr>
          <p:sp>
            <p:nvSpPr>
              <p:cNvPr id="30733" name="Freeform 32">
                <a:extLst>
                  <a:ext uri="{FF2B5EF4-FFF2-40B4-BE49-F238E27FC236}">
                    <a16:creationId xmlns:a16="http://schemas.microsoft.com/office/drawing/2014/main" id="{C1B10016-E0C4-4526-A466-9911541D26E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1483975" y="0"/>
                <a:ext cx="417513" cy="512763"/>
              </a:xfrm>
              <a:custGeom>
                <a:avLst/>
                <a:gdLst/>
                <a:ahLst/>
                <a:cxnLst/>
                <a:rect l="0" t="0" r="r" b="b"/>
                <a:pathLst>
                  <a:path w="263" h="323">
                    <a:moveTo>
                      <a:pt x="12" y="323"/>
                    </a:moveTo>
                    <a:lnTo>
                      <a:pt x="0" y="314"/>
                    </a:lnTo>
                    <a:lnTo>
                      <a:pt x="203" y="108"/>
                    </a:lnTo>
                    <a:lnTo>
                      <a:pt x="248" y="0"/>
                    </a:lnTo>
                    <a:lnTo>
                      <a:pt x="263" y="6"/>
                    </a:lnTo>
                    <a:lnTo>
                      <a:pt x="218" y="117"/>
                    </a:lnTo>
                    <a:lnTo>
                      <a:pt x="218" y="117"/>
                    </a:lnTo>
                    <a:lnTo>
                      <a:pt x="12" y="323"/>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0734" name="Freeform 33">
                <a:extLst>
                  <a:ext uri="{FF2B5EF4-FFF2-40B4-BE49-F238E27FC236}">
                    <a16:creationId xmlns:a16="http://schemas.microsoft.com/office/drawing/2014/main" id="{D574C3F0-FC2B-43A3-94B2-75D305FBF7D0}"/>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364912" y="474663"/>
                <a:ext cx="157163" cy="152400"/>
              </a:xfrm>
              <a:custGeom>
                <a:avLst/>
                <a:gdLst/>
                <a:ahLst/>
                <a:cxnLst/>
                <a:rect l="0" t="0" r="r" b="b"/>
                <a:pathLst>
                  <a:path w="33" h="32">
                    <a:moveTo>
                      <a:pt x="17" y="32"/>
                    </a:moveTo>
                    <a:cubicBezTo>
                      <a:pt x="13" y="32"/>
                      <a:pt x="9" y="30"/>
                      <a:pt x="6" y="27"/>
                    </a:cubicBezTo>
                    <a:cubicBezTo>
                      <a:pt x="0" y="21"/>
                      <a:pt x="0" y="11"/>
                      <a:pt x="6" y="5"/>
                    </a:cubicBezTo>
                    <a:cubicBezTo>
                      <a:pt x="9" y="2"/>
                      <a:pt x="13" y="0"/>
                      <a:pt x="17" y="0"/>
                    </a:cubicBezTo>
                    <a:cubicBezTo>
                      <a:pt x="21" y="0"/>
                      <a:pt x="25" y="2"/>
                      <a:pt x="28" y="5"/>
                    </a:cubicBezTo>
                    <a:cubicBezTo>
                      <a:pt x="31" y="8"/>
                      <a:pt x="33" y="12"/>
                      <a:pt x="33" y="16"/>
                    </a:cubicBezTo>
                    <a:cubicBezTo>
                      <a:pt x="33" y="20"/>
                      <a:pt x="31" y="24"/>
                      <a:pt x="28" y="27"/>
                    </a:cubicBezTo>
                    <a:cubicBezTo>
                      <a:pt x="25" y="30"/>
                      <a:pt x="21" y="32"/>
                      <a:pt x="17" y="32"/>
                    </a:cubicBezTo>
                    <a:close/>
                    <a:moveTo>
                      <a:pt x="17" y="4"/>
                    </a:moveTo>
                    <a:cubicBezTo>
                      <a:pt x="14" y="4"/>
                      <a:pt x="11" y="6"/>
                      <a:pt x="9" y="8"/>
                    </a:cubicBezTo>
                    <a:cubicBezTo>
                      <a:pt x="4" y="12"/>
                      <a:pt x="4" y="20"/>
                      <a:pt x="9" y="24"/>
                    </a:cubicBezTo>
                    <a:cubicBezTo>
                      <a:pt x="11" y="27"/>
                      <a:pt x="14" y="28"/>
                      <a:pt x="17" y="28"/>
                    </a:cubicBezTo>
                    <a:cubicBezTo>
                      <a:pt x="20" y="28"/>
                      <a:pt x="23" y="27"/>
                      <a:pt x="26" y="24"/>
                    </a:cubicBezTo>
                    <a:cubicBezTo>
                      <a:pt x="30" y="20"/>
                      <a:pt x="30" y="12"/>
                      <a:pt x="26" y="8"/>
                    </a:cubicBezTo>
                    <a:cubicBezTo>
                      <a:pt x="23" y="6"/>
                      <a:pt x="20" y="4"/>
                      <a:pt x="17"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0735" name="Freeform 34">
                <a:extLst>
                  <a:ext uri="{FF2B5EF4-FFF2-40B4-BE49-F238E27FC236}">
                    <a16:creationId xmlns:a16="http://schemas.microsoft.com/office/drawing/2014/main" id="{D92A5F66-F404-433B-BDBE-5E0DFF40D65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631612" y="1539875"/>
                <a:ext cx="188913"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0736" name="Freeform 35">
                <a:extLst>
                  <a:ext uri="{FF2B5EF4-FFF2-40B4-BE49-F238E27FC236}">
                    <a16:creationId xmlns:a16="http://schemas.microsoft.com/office/drawing/2014/main" id="{0A0BDF81-64CC-431D-81B1-A21938C054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1531600" y="5694363"/>
                <a:ext cx="298450" cy="1154113"/>
              </a:xfrm>
              <a:custGeom>
                <a:avLst/>
                <a:gdLst/>
                <a:ahLst/>
                <a:cxnLst/>
                <a:rect l="0" t="0" r="r" b="b"/>
                <a:pathLst>
                  <a:path w="188" h="727">
                    <a:moveTo>
                      <a:pt x="15" y="727"/>
                    </a:moveTo>
                    <a:lnTo>
                      <a:pt x="0" y="727"/>
                    </a:lnTo>
                    <a:lnTo>
                      <a:pt x="0" y="407"/>
                    </a:lnTo>
                    <a:lnTo>
                      <a:pt x="0" y="407"/>
                    </a:lnTo>
                    <a:lnTo>
                      <a:pt x="176" y="0"/>
                    </a:lnTo>
                    <a:lnTo>
                      <a:pt x="188" y="6"/>
                    </a:lnTo>
                    <a:lnTo>
                      <a:pt x="15" y="410"/>
                    </a:lnTo>
                    <a:lnTo>
                      <a:pt x="15" y="727"/>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0737" name="Freeform 36">
                <a:extLst>
                  <a:ext uri="{FF2B5EF4-FFF2-40B4-BE49-F238E27FC236}">
                    <a16:creationId xmlns:a16="http://schemas.microsoft.com/office/drawing/2014/main" id="{42871530-50EC-42C2-879A-AE8154DADC0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772900" y="5551488"/>
                <a:ext cx="157163" cy="155575"/>
              </a:xfrm>
              <a:custGeom>
                <a:avLst/>
                <a:gdLst/>
                <a:ahLst/>
                <a:cxnLst/>
                <a:rect l="0" t="0" r="r" b="b"/>
                <a:pathLst>
                  <a:path w="33" h="33">
                    <a:moveTo>
                      <a:pt x="17" y="33"/>
                    </a:moveTo>
                    <a:cubicBezTo>
                      <a:pt x="8" y="33"/>
                      <a:pt x="0" y="25"/>
                      <a:pt x="0" y="16"/>
                    </a:cubicBezTo>
                    <a:cubicBezTo>
                      <a:pt x="0" y="7"/>
                      <a:pt x="8" y="0"/>
                      <a:pt x="17" y="0"/>
                    </a:cubicBezTo>
                    <a:cubicBezTo>
                      <a:pt x="26" y="0"/>
                      <a:pt x="33" y="7"/>
                      <a:pt x="33" y="16"/>
                    </a:cubicBezTo>
                    <a:cubicBezTo>
                      <a:pt x="33" y="25"/>
                      <a:pt x="26" y="33"/>
                      <a:pt x="17" y="33"/>
                    </a:cubicBezTo>
                    <a:close/>
                    <a:moveTo>
                      <a:pt x="17" y="4"/>
                    </a:moveTo>
                    <a:cubicBezTo>
                      <a:pt x="10" y="4"/>
                      <a:pt x="4" y="9"/>
                      <a:pt x="4" y="16"/>
                    </a:cubicBezTo>
                    <a:cubicBezTo>
                      <a:pt x="4" y="23"/>
                      <a:pt x="10" y="29"/>
                      <a:pt x="17" y="29"/>
                    </a:cubicBezTo>
                    <a:cubicBezTo>
                      <a:pt x="23" y="29"/>
                      <a:pt x="29" y="23"/>
                      <a:pt x="29" y="16"/>
                    </a:cubicBezTo>
                    <a:cubicBezTo>
                      <a:pt x="29" y="9"/>
                      <a:pt x="23" y="4"/>
                      <a:pt x="17"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0738" name="Freeform 37">
                <a:extLst>
                  <a:ext uri="{FF2B5EF4-FFF2-40B4-BE49-F238E27FC236}">
                    <a16:creationId xmlns:a16="http://schemas.microsoft.com/office/drawing/2014/main" id="{53AF2F2A-B148-4906-B90D-6E22239784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1710987" y="4763"/>
                <a:ext cx="304800" cy="1544638"/>
              </a:xfrm>
              <a:custGeom>
                <a:avLst/>
                <a:gdLst/>
                <a:ahLst/>
                <a:cxnLst/>
                <a:rect l="0" t="0" r="r" b="b"/>
                <a:pathLst>
                  <a:path w="192" h="973">
                    <a:moveTo>
                      <a:pt x="15" y="973"/>
                    </a:moveTo>
                    <a:lnTo>
                      <a:pt x="0" y="973"/>
                    </a:lnTo>
                    <a:lnTo>
                      <a:pt x="0" y="790"/>
                    </a:lnTo>
                    <a:lnTo>
                      <a:pt x="174" y="614"/>
                    </a:lnTo>
                    <a:lnTo>
                      <a:pt x="174" y="0"/>
                    </a:lnTo>
                    <a:lnTo>
                      <a:pt x="192" y="0"/>
                    </a:lnTo>
                    <a:lnTo>
                      <a:pt x="192" y="620"/>
                    </a:lnTo>
                    <a:lnTo>
                      <a:pt x="15" y="796"/>
                    </a:lnTo>
                    <a:lnTo>
                      <a:pt x="15" y="973"/>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0739" name="Freeform 38">
                <a:extLst>
                  <a:ext uri="{FF2B5EF4-FFF2-40B4-BE49-F238E27FC236}">
                    <a16:creationId xmlns:a16="http://schemas.microsoft.com/office/drawing/2014/main" id="{9A79EAA4-6F5D-4A2C-B688-CD29C2217C0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636375" y="4867275"/>
                <a:ext cx="188913"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0740" name="Freeform 39">
                <a:extLst>
                  <a:ext uri="{FF2B5EF4-FFF2-40B4-BE49-F238E27FC236}">
                    <a16:creationId xmlns:a16="http://schemas.microsoft.com/office/drawing/2014/main" id="{B9CE5833-22CF-4408-9338-4B7749FEA3D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1441112" y="5046663"/>
                <a:ext cx="307975" cy="1801813"/>
              </a:xfrm>
              <a:custGeom>
                <a:avLst/>
                <a:gdLst/>
                <a:ahLst/>
                <a:cxnLst/>
                <a:rect l="0" t="0" r="r" b="b"/>
                <a:pathLst>
                  <a:path w="194" h="1135">
                    <a:moveTo>
                      <a:pt x="18" y="1135"/>
                    </a:moveTo>
                    <a:lnTo>
                      <a:pt x="0" y="1135"/>
                    </a:lnTo>
                    <a:lnTo>
                      <a:pt x="0" y="354"/>
                    </a:lnTo>
                    <a:lnTo>
                      <a:pt x="176" y="177"/>
                    </a:lnTo>
                    <a:lnTo>
                      <a:pt x="176" y="0"/>
                    </a:lnTo>
                    <a:lnTo>
                      <a:pt x="194" y="0"/>
                    </a:lnTo>
                    <a:lnTo>
                      <a:pt x="194" y="183"/>
                    </a:lnTo>
                    <a:lnTo>
                      <a:pt x="18" y="360"/>
                    </a:lnTo>
                    <a:lnTo>
                      <a:pt x="18" y="113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0741" name="Freeform 40">
                <a:extLst>
                  <a:ext uri="{FF2B5EF4-FFF2-40B4-BE49-F238E27FC236}">
                    <a16:creationId xmlns:a16="http://schemas.microsoft.com/office/drawing/2014/main" id="{316A985A-7ADD-4BEE-A7B6-E5B49E1839E7}"/>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849100" y="64166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0742" name="Rectangle 41">
                <a:extLst>
                  <a:ext uri="{FF2B5EF4-FFF2-40B4-BE49-F238E27FC236}">
                    <a16:creationId xmlns:a16="http://schemas.microsoft.com/office/drawing/2014/main" id="{352CFA3F-5CFE-412E-9196-C966F34579DC}"/>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939587" y="6596063"/>
                <a:ext cx="23813" cy="252413"/>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tr-TR"/>
              </a:p>
            </p:txBody>
          </p:sp>
        </p:grpSp>
      </p:grpSp>
      <p:pic>
        <p:nvPicPr>
          <p:cNvPr id="30771" name="Picture 2">
            <a:extLst>
              <a:ext uri="{FF2B5EF4-FFF2-40B4-BE49-F238E27FC236}">
                <a16:creationId xmlns:a16="http://schemas.microsoft.com/office/drawing/2014/main" id="{2FB01CCF-839B-4126-9BF9-132C64D8A1AA}"/>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2">
            <a:alphaModFix amt="30000"/>
            <a:extLst>
              <a:ext uri="{28A0092B-C50C-407E-A947-70E740481C1C}">
                <a14:useLocalDpi xmlns:a14="http://schemas.microsoft.com/office/drawing/2010/main" val="0"/>
              </a:ext>
            </a:extLst>
          </a:blip>
          <a:srcRect/>
          <a:stretch>
            <a:fillRect/>
          </a:stretch>
        </p:blipFill>
        <p:spPr bwMode="auto">
          <a:xfrm>
            <a:off x="0" y="0"/>
            <a:ext cx="12192003" cy="6858001"/>
          </a:xfrm>
          <a:prstGeom prst="rect">
            <a:avLst/>
          </a:prstGeom>
          <a:noFill/>
          <a:extLst>
            <a:ext uri="{909E8E84-426E-40dd-AFC4-6F175D3DCCD1}">
              <a14:hiddenFill xmlns:a14="http://schemas.microsoft.com/office/drawing/2010/main" xmlns:p14="http://schemas.microsoft.com/office/powerpoint/2010/main" xmlns:a16="http://schemas.microsoft.com/office/drawing/2014/main" xmlns="">
                <a:solidFill>
                  <a:srgbClr val="FFFFFF"/>
                </a:solidFill>
              </a14:hiddenFill>
            </a:ext>
          </a:extLst>
        </p:spPr>
      </p:pic>
      <p:sp>
        <p:nvSpPr>
          <p:cNvPr id="30722" name="Rectangle 2">
            <a:extLst>
              <a:ext uri="{FF2B5EF4-FFF2-40B4-BE49-F238E27FC236}">
                <a16:creationId xmlns:a16="http://schemas.microsoft.com/office/drawing/2014/main" id="{EFCA44B2-6468-CECC-3B63-39BD200FA3F2}"/>
              </a:ext>
            </a:extLst>
          </p:cNvPr>
          <p:cNvSpPr>
            <a:spLocks noGrp="1" noChangeArrowheads="1"/>
          </p:cNvSpPr>
          <p:nvPr>
            <p:ph type="title"/>
          </p:nvPr>
        </p:nvSpPr>
        <p:spPr>
          <a:xfrm>
            <a:off x="5128643" y="618518"/>
            <a:ext cx="6188402" cy="1478570"/>
          </a:xfrm>
        </p:spPr>
        <p:txBody>
          <a:bodyPr>
            <a:normAutofit/>
          </a:bodyPr>
          <a:lstStyle/>
          <a:p>
            <a:pPr eaLnBrk="1" hangingPunct="1"/>
            <a:r>
              <a:rPr lang="en-US" altLang="en-US" b="1">
                <a:solidFill>
                  <a:srgbClr val="FFFFFF"/>
                </a:solidFill>
              </a:rPr>
              <a:t>Yüzey Elektrotları</a:t>
            </a:r>
          </a:p>
        </p:txBody>
      </p:sp>
      <p:sp useBgFill="1">
        <p:nvSpPr>
          <p:cNvPr id="30773" name="Round Diagonal Corner Rectangle 6">
            <a:extLst>
              <a:ext uri="{FF2B5EF4-FFF2-40B4-BE49-F238E27FC236}">
                <a16:creationId xmlns:a16="http://schemas.microsoft.com/office/drawing/2014/main" id="{F2B1468C-8227-4785-8776-7BDBDDF08F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14579" y="808057"/>
            <a:ext cx="3821429" cy="5234394"/>
          </a:xfrm>
          <a:prstGeom prst="round2DiagRect">
            <a:avLst>
              <a:gd name="adj1" fmla="val 11323"/>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11">
            <a:extLst>
              <a:ext uri="{FF2B5EF4-FFF2-40B4-BE49-F238E27FC236}">
                <a16:creationId xmlns:a16="http://schemas.microsoft.com/office/drawing/2014/main" id="{D832A093-C448-86BF-DC6F-2AB21E0ACD73}"/>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a:xfrm>
            <a:off x="1126617" y="2597226"/>
            <a:ext cx="3178638" cy="1658087"/>
          </a:xfrm>
          <a:prstGeom prst="rect">
            <a:avLst/>
          </a:prstGeom>
          <a:noFill/>
        </p:spPr>
      </p:pic>
      <p:sp>
        <p:nvSpPr>
          <p:cNvPr id="30723" name="Rectangle 3">
            <a:extLst>
              <a:ext uri="{FF2B5EF4-FFF2-40B4-BE49-F238E27FC236}">
                <a16:creationId xmlns:a16="http://schemas.microsoft.com/office/drawing/2014/main" id="{3CE177BC-0CC6-9F42-2F09-4D2C43717F51}"/>
              </a:ext>
            </a:extLst>
          </p:cNvPr>
          <p:cNvSpPr>
            <a:spLocks noGrp="1" noChangeArrowheads="1"/>
          </p:cNvSpPr>
          <p:nvPr>
            <p:ph idx="1"/>
          </p:nvPr>
        </p:nvSpPr>
        <p:spPr>
          <a:xfrm>
            <a:off x="5128643" y="2249487"/>
            <a:ext cx="6188402" cy="3541714"/>
          </a:xfrm>
        </p:spPr>
        <p:txBody>
          <a:bodyPr>
            <a:normAutofit/>
          </a:bodyPr>
          <a:lstStyle/>
          <a:p>
            <a:pPr eaLnBrk="1" hangingPunct="1">
              <a:lnSpc>
                <a:spcPct val="110000"/>
              </a:lnSpc>
            </a:pPr>
            <a:r>
              <a:rPr lang="tr-TR" altLang="en-US" sz="1500" b="1">
                <a:solidFill>
                  <a:srgbClr val="FFFFFF"/>
                </a:solidFill>
              </a:rPr>
              <a:t>Kuru Elektrotlar</a:t>
            </a:r>
            <a:endParaRPr lang="tr-TR" altLang="en-US" sz="1500">
              <a:solidFill>
                <a:srgbClr val="FFFFFF"/>
              </a:solidFill>
            </a:endParaRPr>
          </a:p>
          <a:p>
            <a:pPr eaLnBrk="1" hangingPunct="1">
              <a:lnSpc>
                <a:spcPct val="110000"/>
              </a:lnSpc>
            </a:pPr>
            <a:r>
              <a:rPr lang="en-US" altLang="en-US" sz="1500">
                <a:solidFill>
                  <a:srgbClr val="FFFFFF"/>
                </a:solidFill>
              </a:rPr>
              <a:t>Yüzey elektrotlarının bu gruba girenleri, jel ya da pasta gerektirmeksizin deri üzerine</a:t>
            </a:r>
            <a:r>
              <a:rPr lang="tr-TR" altLang="en-US" sz="1500">
                <a:solidFill>
                  <a:srgbClr val="FFFFFF"/>
                </a:solidFill>
              </a:rPr>
              <a:t> </a:t>
            </a:r>
            <a:r>
              <a:rPr lang="en-US" altLang="en-US" sz="1500">
                <a:solidFill>
                  <a:srgbClr val="FFFFFF"/>
                </a:solidFill>
              </a:rPr>
              <a:t>direkt olarak uygulanabilir niteliktedir. </a:t>
            </a:r>
            <a:endParaRPr lang="tr-TR" altLang="en-US" sz="1500">
              <a:solidFill>
                <a:srgbClr val="FFFFFF"/>
              </a:solidFill>
            </a:endParaRPr>
          </a:p>
          <a:p>
            <a:pPr eaLnBrk="1" hangingPunct="1">
              <a:lnSpc>
                <a:spcPct val="110000"/>
              </a:lnSpc>
            </a:pPr>
            <a:r>
              <a:rPr lang="en-US" altLang="en-US" sz="1500">
                <a:solidFill>
                  <a:srgbClr val="FFFFFF"/>
                </a:solidFill>
              </a:rPr>
              <a:t>Bu kuru</a:t>
            </a:r>
            <a:r>
              <a:rPr lang="tr-TR" altLang="en-US" sz="1500">
                <a:solidFill>
                  <a:srgbClr val="FFFFFF"/>
                </a:solidFill>
              </a:rPr>
              <a:t> </a:t>
            </a:r>
            <a:r>
              <a:rPr lang="en-US" altLang="en-US" sz="1500">
                <a:solidFill>
                  <a:srgbClr val="FFFFFF"/>
                </a:solidFill>
              </a:rPr>
              <a:t>(dry) elektrot sisteminde elektrot-elektrolit ilişkisi bulunmadığından dış deri, elektrot yüzeyi</a:t>
            </a:r>
            <a:r>
              <a:rPr lang="tr-TR" altLang="en-US" sz="1500">
                <a:solidFill>
                  <a:srgbClr val="FFFFFF"/>
                </a:solidFill>
              </a:rPr>
              <a:t> </a:t>
            </a:r>
            <a:r>
              <a:rPr lang="en-US" altLang="en-US" sz="1500">
                <a:solidFill>
                  <a:srgbClr val="FFFFFF"/>
                </a:solidFill>
              </a:rPr>
              <a:t>ile daha iyi iletken durumunda olan dermis arasında bir yalıtkan durumundadır. </a:t>
            </a:r>
            <a:endParaRPr lang="tr-TR" altLang="en-US" sz="1500">
              <a:solidFill>
                <a:srgbClr val="FFFFFF"/>
              </a:solidFill>
            </a:endParaRPr>
          </a:p>
          <a:p>
            <a:pPr eaLnBrk="1" hangingPunct="1">
              <a:lnSpc>
                <a:spcPct val="110000"/>
              </a:lnSpc>
            </a:pPr>
            <a:r>
              <a:rPr lang="en-US" altLang="en-US" sz="1500">
                <a:solidFill>
                  <a:srgbClr val="FFFFFF"/>
                </a:solidFill>
              </a:rPr>
              <a:t>Üst deri iyice temizlenmeden kuru elektrot deri yüzeyin</a:t>
            </a:r>
            <a:r>
              <a:rPr lang="tr-TR" altLang="en-US" sz="1500">
                <a:solidFill>
                  <a:srgbClr val="FFFFFF"/>
                </a:solidFill>
              </a:rPr>
              <a:t>e </a:t>
            </a:r>
            <a:r>
              <a:rPr lang="en-US" altLang="en-US" sz="1500">
                <a:solidFill>
                  <a:srgbClr val="FFFFFF"/>
                </a:solidFill>
              </a:rPr>
              <a:t>uygulandığından temas yüzeyinde oluşan direnç de büyük olur</a:t>
            </a:r>
            <a:r>
              <a:rPr lang="tr-TR" altLang="en-US" sz="1500">
                <a:solidFill>
                  <a:srgbClr val="FFFFFF"/>
                </a:solidFill>
              </a:rPr>
              <a:t>. </a:t>
            </a:r>
          </a:p>
          <a:p>
            <a:pPr eaLnBrk="1" hangingPunct="1">
              <a:lnSpc>
                <a:spcPct val="110000"/>
              </a:lnSpc>
            </a:pPr>
            <a:r>
              <a:rPr lang="tr-TR" altLang="en-US" sz="1500">
                <a:solidFill>
                  <a:srgbClr val="FFFFFF"/>
                </a:solidFill>
              </a:rPr>
              <a:t>Bu nedenle bu tip elektrotların bağlandığı kuvvetlendiricilerin de giriş dirençleri aynı oranda büyük olmalıdır.</a:t>
            </a:r>
          </a:p>
          <a:p>
            <a:pPr eaLnBrk="1" hangingPunct="1">
              <a:lnSpc>
                <a:spcPct val="110000"/>
              </a:lnSpc>
              <a:buFontTx/>
              <a:buNone/>
            </a:pPr>
            <a:endParaRPr lang="en-US" altLang="en-US" sz="1500">
              <a:solidFill>
                <a:srgbClr val="FFFFFF"/>
              </a:solidFill>
            </a:endParaRPr>
          </a:p>
        </p:txBody>
      </p:sp>
      <p:sp>
        <p:nvSpPr>
          <p:cNvPr id="3" name="Alt Bilgi Yer Tutucusu 2">
            <a:extLst>
              <a:ext uri="{FF2B5EF4-FFF2-40B4-BE49-F238E27FC236}">
                <a16:creationId xmlns:a16="http://schemas.microsoft.com/office/drawing/2014/main" id="{D03EEC30-C082-973C-C934-9EE290110544}"/>
              </a:ext>
            </a:extLst>
          </p:cNvPr>
          <p:cNvSpPr>
            <a:spLocks noGrp="1"/>
          </p:cNvSpPr>
          <p:nvPr>
            <p:ph type="ftr" sz="quarter" idx="11"/>
          </p:nvPr>
        </p:nvSpPr>
        <p:spPr/>
        <p:txBody>
          <a:bodyPr/>
          <a:lstStyle/>
          <a:p>
            <a:r>
              <a:rPr lang="en-US"/>
              <a:t>MEHMET FATİH KARAKAŞ</a:t>
            </a:r>
            <a:endParaRPr lang="en-US" dirty="0"/>
          </a:p>
        </p:txBody>
      </p:sp>
    </p:spTree>
    <p:extLst>
      <p:ext uri="{BB962C8B-B14F-4D97-AF65-F5344CB8AC3E}">
        <p14:creationId xmlns:p14="http://schemas.microsoft.com/office/powerpoint/2010/main" val="2867935266"/>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bg>
      <p:bgPr>
        <a:blipFill>
          <a:blip r:embed="rId2">
            <a:duotone>
              <a:schemeClr val="bg2">
                <a:shade val="88000"/>
                <a:hueMod val="106000"/>
                <a:satMod val="140000"/>
                <a:lumMod val="54000"/>
              </a:schemeClr>
              <a:schemeClr val="bg2">
                <a:tint val="98000"/>
                <a:hueMod val="90000"/>
                <a:satMod val="150000"/>
                <a:lumMod val="160000"/>
              </a:schemeClr>
            </a:duotone>
          </a:blip>
          <a:stretch/>
        </a:blipFill>
        <a:effectLst/>
      </p:bgPr>
    </p:bg>
    <p:spTree>
      <p:nvGrpSpPr>
        <p:cNvPr id="1" name=""/>
        <p:cNvGrpSpPr/>
        <p:nvPr/>
      </p:nvGrpSpPr>
      <p:grpSpPr>
        <a:xfrm>
          <a:off x="0" y="0"/>
          <a:ext cx="0" cy="0"/>
          <a:chOff x="0" y="0"/>
          <a:chExt cx="0" cy="0"/>
        </a:xfrm>
      </p:grpSpPr>
      <p:pic>
        <p:nvPicPr>
          <p:cNvPr id="32779" name="Picture 2">
            <a:extLst>
              <a:ext uri="{FF2B5EF4-FFF2-40B4-BE49-F238E27FC236}">
                <a16:creationId xmlns:a16="http://schemas.microsoft.com/office/drawing/2014/main" id="{BD682E6D-6B2A-4E23-9DB2-A87CFD5EF6A9}"/>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alphaModFix amt="30000"/>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xmlns:p14="http://schemas.microsoft.com/office/powerpoint/2010/main" xmlns:a16="http://schemas.microsoft.com/office/drawing/2014/main" xmlns="">
                <a:solidFill>
                  <a:srgbClr val="FFFFFF"/>
                </a:solidFill>
              </a14:hiddenFill>
            </a:ext>
          </a:extLst>
        </p:spPr>
      </p:pic>
      <p:grpSp>
        <p:nvGrpSpPr>
          <p:cNvPr id="32781" name="Group 32780">
            <a:extLst>
              <a:ext uri="{FF2B5EF4-FFF2-40B4-BE49-F238E27FC236}">
                <a16:creationId xmlns:a16="http://schemas.microsoft.com/office/drawing/2014/main" id="{82818B62-F7FE-4423-B47F-BEADB95859C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4288" y="0"/>
            <a:ext cx="12053888" cy="6858001"/>
            <a:chOff x="-14288" y="0"/>
            <a:chExt cx="12053888" cy="6858001"/>
          </a:xfrm>
        </p:grpSpPr>
        <p:grpSp>
          <p:nvGrpSpPr>
            <p:cNvPr id="32782" name="Group 32781">
              <a:extLst>
                <a:ext uri="{FF2B5EF4-FFF2-40B4-BE49-F238E27FC236}">
                  <a16:creationId xmlns:a16="http://schemas.microsoft.com/office/drawing/2014/main" id="{08D8F34A-2048-4710-885B-6020E3A52AAC}"/>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14288" y="0"/>
              <a:ext cx="1220788" cy="6858001"/>
              <a:chOff x="-14288" y="0"/>
              <a:chExt cx="1220788" cy="6858001"/>
            </a:xfrm>
            <a:gradFill flip="none" rotWithShape="1">
              <a:gsLst>
                <a:gs pos="0">
                  <a:schemeClr val="tx2"/>
                </a:gs>
                <a:gs pos="100000">
                  <a:schemeClr val="bg2">
                    <a:lumMod val="60000"/>
                    <a:lumOff val="40000"/>
                  </a:schemeClr>
                </a:gs>
              </a:gsLst>
              <a:lin ang="5400000" scaled="0"/>
              <a:tileRect/>
            </a:gradFill>
          </p:grpSpPr>
          <p:sp>
            <p:nvSpPr>
              <p:cNvPr id="32794" name="Rectangle 5">
                <a:extLst>
                  <a:ext uri="{FF2B5EF4-FFF2-40B4-BE49-F238E27FC236}">
                    <a16:creationId xmlns:a16="http://schemas.microsoft.com/office/drawing/2014/main" id="{2BD59528-B946-437E-964B-E07B68C39568}"/>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4300" y="4763"/>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tr-TR"/>
              </a:p>
            </p:txBody>
          </p:sp>
          <p:sp>
            <p:nvSpPr>
              <p:cNvPr id="32795" name="Freeform 6">
                <a:extLst>
                  <a:ext uri="{FF2B5EF4-FFF2-40B4-BE49-F238E27FC236}">
                    <a16:creationId xmlns:a16="http://schemas.microsoft.com/office/drawing/2014/main" id="{E501D201-A6EF-40DD-A904-37280298A27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2796" name="Freeform 7">
                <a:extLst>
                  <a:ext uri="{FF2B5EF4-FFF2-40B4-BE49-F238E27FC236}">
                    <a16:creationId xmlns:a16="http://schemas.microsoft.com/office/drawing/2014/main" id="{700C9926-C507-4642-A28B-4381982F274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2797" name="Freeform 8">
                <a:extLst>
                  <a:ext uri="{FF2B5EF4-FFF2-40B4-BE49-F238E27FC236}">
                    <a16:creationId xmlns:a16="http://schemas.microsoft.com/office/drawing/2014/main" id="{F9C0AC4B-084B-44C7-9BB3-84B1AA7A6E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2798" name="Freeform 9">
                <a:extLst>
                  <a:ext uri="{FF2B5EF4-FFF2-40B4-BE49-F238E27FC236}">
                    <a16:creationId xmlns:a16="http://schemas.microsoft.com/office/drawing/2014/main" id="{765B71B8-526D-4CE9-9B29-380B4A63D641}"/>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2799" name="Freeform 10">
                <a:extLst>
                  <a:ext uri="{FF2B5EF4-FFF2-40B4-BE49-F238E27FC236}">
                    <a16:creationId xmlns:a16="http://schemas.microsoft.com/office/drawing/2014/main" id="{A5E131F6-E6F7-4C93-B2AC-6BEE7210A37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2800" name="Freeform 11">
                <a:extLst>
                  <a:ext uri="{FF2B5EF4-FFF2-40B4-BE49-F238E27FC236}">
                    <a16:creationId xmlns:a16="http://schemas.microsoft.com/office/drawing/2014/main" id="{36F8025F-A8BE-4215-AD98-F0E163D56E0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2801" name="Freeform 12">
                <a:extLst>
                  <a:ext uri="{FF2B5EF4-FFF2-40B4-BE49-F238E27FC236}">
                    <a16:creationId xmlns:a16="http://schemas.microsoft.com/office/drawing/2014/main" id="{3FEE64BF-FE95-4329-8B60-ADB566F8C4B0}"/>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2802" name="Freeform 13">
                <a:extLst>
                  <a:ext uri="{FF2B5EF4-FFF2-40B4-BE49-F238E27FC236}">
                    <a16:creationId xmlns:a16="http://schemas.microsoft.com/office/drawing/2014/main" id="{742D24D5-73EA-4F42-A61D-FE001B1A9B9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2803" name="Freeform 14">
                <a:extLst>
                  <a:ext uri="{FF2B5EF4-FFF2-40B4-BE49-F238E27FC236}">
                    <a16:creationId xmlns:a16="http://schemas.microsoft.com/office/drawing/2014/main" id="{DC35DA0C-8EC9-48BE-A38B-B626CD2DB29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2804" name="Freeform 15">
                <a:extLst>
                  <a:ext uri="{FF2B5EF4-FFF2-40B4-BE49-F238E27FC236}">
                    <a16:creationId xmlns:a16="http://schemas.microsoft.com/office/drawing/2014/main" id="{FFD82B19-6C16-4221-83B3-40342C74D90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2805" name="Line 16">
                <a:extLst>
                  <a:ext uri="{FF2B5EF4-FFF2-40B4-BE49-F238E27FC236}">
                    <a16:creationId xmlns:a16="http://schemas.microsoft.com/office/drawing/2014/main" id="{91BC2DD8-6333-4604-A9AD-AF058EBC6344}"/>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4763" y="9525"/>
                <a:ext cx="0" cy="0"/>
              </a:xfrm>
              <a:prstGeom prst="line">
                <a:avLst/>
              </a:prstGeom>
              <a:grpFill/>
              <a:ln w="15" cap="flat">
                <a:solidFill>
                  <a:srgbClr val="FFFFFF"/>
                </a:solidFill>
                <a:prstDash val="solid"/>
                <a:miter lim="800000"/>
                <a:headEnd/>
                <a:tailEnd/>
              </a:ln>
            </p:spPr>
            <p:txBody>
              <a:bodyPr/>
              <a:lstStyle/>
              <a:p>
                <a:endParaRPr lang="tr-TR"/>
              </a:p>
            </p:txBody>
          </p:sp>
          <p:sp>
            <p:nvSpPr>
              <p:cNvPr id="32806" name="Freeform 17">
                <a:extLst>
                  <a:ext uri="{FF2B5EF4-FFF2-40B4-BE49-F238E27FC236}">
                    <a16:creationId xmlns:a16="http://schemas.microsoft.com/office/drawing/2014/main" id="{867B3042-26EF-40D4-BB69-1CE99C56917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2807" name="Freeform 18">
                <a:extLst>
                  <a:ext uri="{FF2B5EF4-FFF2-40B4-BE49-F238E27FC236}">
                    <a16:creationId xmlns:a16="http://schemas.microsoft.com/office/drawing/2014/main" id="{C54FD8EB-2552-4089-A064-A979E29F463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2808" name="Freeform 19">
                <a:extLst>
                  <a:ext uri="{FF2B5EF4-FFF2-40B4-BE49-F238E27FC236}">
                    <a16:creationId xmlns:a16="http://schemas.microsoft.com/office/drawing/2014/main" id="{B906D2FC-267D-4E9E-AB79-A3F9F71DD58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2809" name="Freeform 20">
                <a:extLst>
                  <a:ext uri="{FF2B5EF4-FFF2-40B4-BE49-F238E27FC236}">
                    <a16:creationId xmlns:a16="http://schemas.microsoft.com/office/drawing/2014/main" id="{0414425E-C29B-4586-B8DF-6868ECC2E1E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2810" name="Rectangle 21">
                <a:extLst>
                  <a:ext uri="{FF2B5EF4-FFF2-40B4-BE49-F238E27FC236}">
                    <a16:creationId xmlns:a16="http://schemas.microsoft.com/office/drawing/2014/main" id="{CDBE75E0-D1A8-46A2-BEAA-A0291988ADC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33350" y="4662488"/>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tr-TR"/>
              </a:p>
            </p:txBody>
          </p:sp>
          <p:sp>
            <p:nvSpPr>
              <p:cNvPr id="32811" name="Freeform 22">
                <a:extLst>
                  <a:ext uri="{FF2B5EF4-FFF2-40B4-BE49-F238E27FC236}">
                    <a16:creationId xmlns:a16="http://schemas.microsoft.com/office/drawing/2014/main" id="{43D2C92D-C4E9-4828-9F80-084603E71A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2812" name="Freeform 23">
                <a:extLst>
                  <a:ext uri="{FF2B5EF4-FFF2-40B4-BE49-F238E27FC236}">
                    <a16:creationId xmlns:a16="http://schemas.microsoft.com/office/drawing/2014/main" id="{746EAB08-DCFC-4A40-99E8-E8E3ED92DCC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2813" name="Freeform 24">
                <a:extLst>
                  <a:ext uri="{FF2B5EF4-FFF2-40B4-BE49-F238E27FC236}">
                    <a16:creationId xmlns:a16="http://schemas.microsoft.com/office/drawing/2014/main" id="{C11CD8F1-C1C6-4E75-AC97-3EDEF9F33E9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2814" name="Freeform 25">
                <a:extLst>
                  <a:ext uri="{FF2B5EF4-FFF2-40B4-BE49-F238E27FC236}">
                    <a16:creationId xmlns:a16="http://schemas.microsoft.com/office/drawing/2014/main" id="{2C0D5227-1C13-4FC8-B5E4-8F31CE08F16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2815" name="Freeform 26">
                <a:extLst>
                  <a:ext uri="{FF2B5EF4-FFF2-40B4-BE49-F238E27FC236}">
                    <a16:creationId xmlns:a16="http://schemas.microsoft.com/office/drawing/2014/main" id="{FCE27CDF-D928-46AC-AA53-9B9D3A2D5C2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2816" name="Freeform 27">
                <a:extLst>
                  <a:ext uri="{FF2B5EF4-FFF2-40B4-BE49-F238E27FC236}">
                    <a16:creationId xmlns:a16="http://schemas.microsoft.com/office/drawing/2014/main" id="{CA2F8135-1DDF-47CC-9187-B929982C5D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2817" name="Freeform 28">
                <a:extLst>
                  <a:ext uri="{FF2B5EF4-FFF2-40B4-BE49-F238E27FC236}">
                    <a16:creationId xmlns:a16="http://schemas.microsoft.com/office/drawing/2014/main" id="{9F3AE01D-F193-4221-9EFA-B46875265213}"/>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2818" name="Freeform 29">
                <a:extLst>
                  <a:ext uri="{FF2B5EF4-FFF2-40B4-BE49-F238E27FC236}">
                    <a16:creationId xmlns:a16="http://schemas.microsoft.com/office/drawing/2014/main" id="{7808422C-2145-4A5B-BD80-D18FF720CB00}"/>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2819" name="Freeform 30">
                <a:extLst>
                  <a:ext uri="{FF2B5EF4-FFF2-40B4-BE49-F238E27FC236}">
                    <a16:creationId xmlns:a16="http://schemas.microsoft.com/office/drawing/2014/main" id="{987F6D2E-7C49-41A2-9B29-C6E1A365F1F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2820" name="Freeform 31">
                <a:extLst>
                  <a:ext uri="{FF2B5EF4-FFF2-40B4-BE49-F238E27FC236}">
                    <a16:creationId xmlns:a16="http://schemas.microsoft.com/office/drawing/2014/main" id="{26F1D2B4-D9F2-4D30-AF5B-E0F0F8B4FED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grpSp>
        <p:grpSp>
          <p:nvGrpSpPr>
            <p:cNvPr id="32783" name="Group 32782">
              <a:extLst>
                <a:ext uri="{FF2B5EF4-FFF2-40B4-BE49-F238E27FC236}">
                  <a16:creationId xmlns:a16="http://schemas.microsoft.com/office/drawing/2014/main" id="{E8E1273E-EDE2-4A3A-B711-7C633D6F04D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11364912" y="0"/>
              <a:ext cx="674688" cy="6848476"/>
              <a:chOff x="11364912" y="0"/>
              <a:chExt cx="674688" cy="6848476"/>
            </a:xfrm>
            <a:gradFill flip="none" rotWithShape="1">
              <a:gsLst>
                <a:gs pos="0">
                  <a:schemeClr val="tx2">
                    <a:alpha val="80000"/>
                  </a:schemeClr>
                </a:gs>
                <a:gs pos="100000">
                  <a:schemeClr val="bg2">
                    <a:lumMod val="60000"/>
                    <a:lumOff val="40000"/>
                    <a:alpha val="60000"/>
                  </a:schemeClr>
                </a:gs>
              </a:gsLst>
              <a:lin ang="5400000" scaled="0"/>
              <a:tileRect/>
            </a:gradFill>
          </p:grpSpPr>
          <p:sp>
            <p:nvSpPr>
              <p:cNvPr id="32784" name="Freeform 32">
                <a:extLst>
                  <a:ext uri="{FF2B5EF4-FFF2-40B4-BE49-F238E27FC236}">
                    <a16:creationId xmlns:a16="http://schemas.microsoft.com/office/drawing/2014/main" id="{B63B0065-EB02-4B15-A2D1-8BF654B8A38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1483975" y="0"/>
                <a:ext cx="417513" cy="512763"/>
              </a:xfrm>
              <a:custGeom>
                <a:avLst/>
                <a:gdLst/>
                <a:ahLst/>
                <a:cxnLst/>
                <a:rect l="0" t="0" r="r" b="b"/>
                <a:pathLst>
                  <a:path w="263" h="323">
                    <a:moveTo>
                      <a:pt x="12" y="323"/>
                    </a:moveTo>
                    <a:lnTo>
                      <a:pt x="0" y="314"/>
                    </a:lnTo>
                    <a:lnTo>
                      <a:pt x="203" y="108"/>
                    </a:lnTo>
                    <a:lnTo>
                      <a:pt x="248" y="0"/>
                    </a:lnTo>
                    <a:lnTo>
                      <a:pt x="263" y="6"/>
                    </a:lnTo>
                    <a:lnTo>
                      <a:pt x="218" y="117"/>
                    </a:lnTo>
                    <a:lnTo>
                      <a:pt x="218" y="117"/>
                    </a:lnTo>
                    <a:lnTo>
                      <a:pt x="12" y="323"/>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2785" name="Freeform 33">
                <a:extLst>
                  <a:ext uri="{FF2B5EF4-FFF2-40B4-BE49-F238E27FC236}">
                    <a16:creationId xmlns:a16="http://schemas.microsoft.com/office/drawing/2014/main" id="{E57426CB-66F7-4E49-A669-66628242C99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364912" y="474663"/>
                <a:ext cx="157163" cy="152400"/>
              </a:xfrm>
              <a:custGeom>
                <a:avLst/>
                <a:gdLst/>
                <a:ahLst/>
                <a:cxnLst/>
                <a:rect l="0" t="0" r="r" b="b"/>
                <a:pathLst>
                  <a:path w="33" h="32">
                    <a:moveTo>
                      <a:pt x="17" y="32"/>
                    </a:moveTo>
                    <a:cubicBezTo>
                      <a:pt x="13" y="32"/>
                      <a:pt x="9" y="30"/>
                      <a:pt x="6" y="27"/>
                    </a:cubicBezTo>
                    <a:cubicBezTo>
                      <a:pt x="0" y="21"/>
                      <a:pt x="0" y="11"/>
                      <a:pt x="6" y="5"/>
                    </a:cubicBezTo>
                    <a:cubicBezTo>
                      <a:pt x="9" y="2"/>
                      <a:pt x="13" y="0"/>
                      <a:pt x="17" y="0"/>
                    </a:cubicBezTo>
                    <a:cubicBezTo>
                      <a:pt x="21" y="0"/>
                      <a:pt x="25" y="2"/>
                      <a:pt x="28" y="5"/>
                    </a:cubicBezTo>
                    <a:cubicBezTo>
                      <a:pt x="31" y="8"/>
                      <a:pt x="33" y="12"/>
                      <a:pt x="33" y="16"/>
                    </a:cubicBezTo>
                    <a:cubicBezTo>
                      <a:pt x="33" y="20"/>
                      <a:pt x="31" y="24"/>
                      <a:pt x="28" y="27"/>
                    </a:cubicBezTo>
                    <a:cubicBezTo>
                      <a:pt x="25" y="30"/>
                      <a:pt x="21" y="32"/>
                      <a:pt x="17" y="32"/>
                    </a:cubicBezTo>
                    <a:close/>
                    <a:moveTo>
                      <a:pt x="17" y="4"/>
                    </a:moveTo>
                    <a:cubicBezTo>
                      <a:pt x="14" y="4"/>
                      <a:pt x="11" y="6"/>
                      <a:pt x="9" y="8"/>
                    </a:cubicBezTo>
                    <a:cubicBezTo>
                      <a:pt x="4" y="12"/>
                      <a:pt x="4" y="20"/>
                      <a:pt x="9" y="24"/>
                    </a:cubicBezTo>
                    <a:cubicBezTo>
                      <a:pt x="11" y="27"/>
                      <a:pt x="14" y="28"/>
                      <a:pt x="17" y="28"/>
                    </a:cubicBezTo>
                    <a:cubicBezTo>
                      <a:pt x="20" y="28"/>
                      <a:pt x="23" y="27"/>
                      <a:pt x="26" y="24"/>
                    </a:cubicBezTo>
                    <a:cubicBezTo>
                      <a:pt x="30" y="20"/>
                      <a:pt x="30" y="12"/>
                      <a:pt x="26" y="8"/>
                    </a:cubicBezTo>
                    <a:cubicBezTo>
                      <a:pt x="23" y="6"/>
                      <a:pt x="20" y="4"/>
                      <a:pt x="17"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2786" name="Freeform 34">
                <a:extLst>
                  <a:ext uri="{FF2B5EF4-FFF2-40B4-BE49-F238E27FC236}">
                    <a16:creationId xmlns:a16="http://schemas.microsoft.com/office/drawing/2014/main" id="{13E7D034-6F93-4C3D-B0D4-5C7112065EF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631612" y="1539875"/>
                <a:ext cx="188913"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2787" name="Freeform 35">
                <a:extLst>
                  <a:ext uri="{FF2B5EF4-FFF2-40B4-BE49-F238E27FC236}">
                    <a16:creationId xmlns:a16="http://schemas.microsoft.com/office/drawing/2014/main" id="{544587B9-2C96-4F49-9D32-4B9561513F8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1531600" y="5694363"/>
                <a:ext cx="298450" cy="1154113"/>
              </a:xfrm>
              <a:custGeom>
                <a:avLst/>
                <a:gdLst/>
                <a:ahLst/>
                <a:cxnLst/>
                <a:rect l="0" t="0" r="r" b="b"/>
                <a:pathLst>
                  <a:path w="188" h="727">
                    <a:moveTo>
                      <a:pt x="15" y="727"/>
                    </a:moveTo>
                    <a:lnTo>
                      <a:pt x="0" y="727"/>
                    </a:lnTo>
                    <a:lnTo>
                      <a:pt x="0" y="407"/>
                    </a:lnTo>
                    <a:lnTo>
                      <a:pt x="0" y="407"/>
                    </a:lnTo>
                    <a:lnTo>
                      <a:pt x="176" y="0"/>
                    </a:lnTo>
                    <a:lnTo>
                      <a:pt x="188" y="6"/>
                    </a:lnTo>
                    <a:lnTo>
                      <a:pt x="15" y="410"/>
                    </a:lnTo>
                    <a:lnTo>
                      <a:pt x="15" y="727"/>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2788" name="Freeform 36">
                <a:extLst>
                  <a:ext uri="{FF2B5EF4-FFF2-40B4-BE49-F238E27FC236}">
                    <a16:creationId xmlns:a16="http://schemas.microsoft.com/office/drawing/2014/main" id="{89C0C949-76C7-4C92-9296-CD1C2EF760F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772900" y="5551488"/>
                <a:ext cx="157163" cy="155575"/>
              </a:xfrm>
              <a:custGeom>
                <a:avLst/>
                <a:gdLst/>
                <a:ahLst/>
                <a:cxnLst/>
                <a:rect l="0" t="0" r="r" b="b"/>
                <a:pathLst>
                  <a:path w="33" h="33">
                    <a:moveTo>
                      <a:pt x="17" y="33"/>
                    </a:moveTo>
                    <a:cubicBezTo>
                      <a:pt x="8" y="33"/>
                      <a:pt x="0" y="25"/>
                      <a:pt x="0" y="16"/>
                    </a:cubicBezTo>
                    <a:cubicBezTo>
                      <a:pt x="0" y="7"/>
                      <a:pt x="8" y="0"/>
                      <a:pt x="17" y="0"/>
                    </a:cubicBezTo>
                    <a:cubicBezTo>
                      <a:pt x="26" y="0"/>
                      <a:pt x="33" y="7"/>
                      <a:pt x="33" y="16"/>
                    </a:cubicBezTo>
                    <a:cubicBezTo>
                      <a:pt x="33" y="25"/>
                      <a:pt x="26" y="33"/>
                      <a:pt x="17" y="33"/>
                    </a:cubicBezTo>
                    <a:close/>
                    <a:moveTo>
                      <a:pt x="17" y="4"/>
                    </a:moveTo>
                    <a:cubicBezTo>
                      <a:pt x="10" y="4"/>
                      <a:pt x="4" y="9"/>
                      <a:pt x="4" y="16"/>
                    </a:cubicBezTo>
                    <a:cubicBezTo>
                      <a:pt x="4" y="23"/>
                      <a:pt x="10" y="29"/>
                      <a:pt x="17" y="29"/>
                    </a:cubicBezTo>
                    <a:cubicBezTo>
                      <a:pt x="23" y="29"/>
                      <a:pt x="29" y="23"/>
                      <a:pt x="29" y="16"/>
                    </a:cubicBezTo>
                    <a:cubicBezTo>
                      <a:pt x="29" y="9"/>
                      <a:pt x="23" y="4"/>
                      <a:pt x="17"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2789" name="Freeform 37">
                <a:extLst>
                  <a:ext uri="{FF2B5EF4-FFF2-40B4-BE49-F238E27FC236}">
                    <a16:creationId xmlns:a16="http://schemas.microsoft.com/office/drawing/2014/main" id="{88A24927-AAB9-451E-B0A0-A405AA62A8E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1710987" y="4763"/>
                <a:ext cx="304800" cy="1544638"/>
              </a:xfrm>
              <a:custGeom>
                <a:avLst/>
                <a:gdLst/>
                <a:ahLst/>
                <a:cxnLst/>
                <a:rect l="0" t="0" r="r" b="b"/>
                <a:pathLst>
                  <a:path w="192" h="973">
                    <a:moveTo>
                      <a:pt x="15" y="973"/>
                    </a:moveTo>
                    <a:lnTo>
                      <a:pt x="0" y="973"/>
                    </a:lnTo>
                    <a:lnTo>
                      <a:pt x="0" y="790"/>
                    </a:lnTo>
                    <a:lnTo>
                      <a:pt x="174" y="614"/>
                    </a:lnTo>
                    <a:lnTo>
                      <a:pt x="174" y="0"/>
                    </a:lnTo>
                    <a:lnTo>
                      <a:pt x="192" y="0"/>
                    </a:lnTo>
                    <a:lnTo>
                      <a:pt x="192" y="620"/>
                    </a:lnTo>
                    <a:lnTo>
                      <a:pt x="15" y="796"/>
                    </a:lnTo>
                    <a:lnTo>
                      <a:pt x="15" y="973"/>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2790" name="Freeform 38">
                <a:extLst>
                  <a:ext uri="{FF2B5EF4-FFF2-40B4-BE49-F238E27FC236}">
                    <a16:creationId xmlns:a16="http://schemas.microsoft.com/office/drawing/2014/main" id="{EB081E7B-E0CD-441B-B79D-E93D2AEBD607}"/>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636375" y="4867275"/>
                <a:ext cx="188913"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2791" name="Freeform 39">
                <a:extLst>
                  <a:ext uri="{FF2B5EF4-FFF2-40B4-BE49-F238E27FC236}">
                    <a16:creationId xmlns:a16="http://schemas.microsoft.com/office/drawing/2014/main" id="{7D5730F8-66D4-4B1F-B8ED-FF90B6DF2D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1441112" y="5046663"/>
                <a:ext cx="307975" cy="1801813"/>
              </a:xfrm>
              <a:custGeom>
                <a:avLst/>
                <a:gdLst/>
                <a:ahLst/>
                <a:cxnLst/>
                <a:rect l="0" t="0" r="r" b="b"/>
                <a:pathLst>
                  <a:path w="194" h="1135">
                    <a:moveTo>
                      <a:pt x="18" y="1135"/>
                    </a:moveTo>
                    <a:lnTo>
                      <a:pt x="0" y="1135"/>
                    </a:lnTo>
                    <a:lnTo>
                      <a:pt x="0" y="354"/>
                    </a:lnTo>
                    <a:lnTo>
                      <a:pt x="176" y="177"/>
                    </a:lnTo>
                    <a:lnTo>
                      <a:pt x="176" y="0"/>
                    </a:lnTo>
                    <a:lnTo>
                      <a:pt x="194" y="0"/>
                    </a:lnTo>
                    <a:lnTo>
                      <a:pt x="194" y="183"/>
                    </a:lnTo>
                    <a:lnTo>
                      <a:pt x="18" y="360"/>
                    </a:lnTo>
                    <a:lnTo>
                      <a:pt x="18" y="113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2792" name="Freeform 40">
                <a:extLst>
                  <a:ext uri="{FF2B5EF4-FFF2-40B4-BE49-F238E27FC236}">
                    <a16:creationId xmlns:a16="http://schemas.microsoft.com/office/drawing/2014/main" id="{889A6C05-5677-4961-9C01-68C74E42B78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849100" y="64166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2793" name="Rectangle 41">
                <a:extLst>
                  <a:ext uri="{FF2B5EF4-FFF2-40B4-BE49-F238E27FC236}">
                    <a16:creationId xmlns:a16="http://schemas.microsoft.com/office/drawing/2014/main" id="{8C7CB0DC-7079-4F28-81F7-057DE28ED852}"/>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939587" y="6596063"/>
                <a:ext cx="23813" cy="252413"/>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tr-TR"/>
              </a:p>
            </p:txBody>
          </p:sp>
        </p:grpSp>
      </p:grpSp>
      <p:sp>
        <p:nvSpPr>
          <p:cNvPr id="32770" name="Rectangle 2">
            <a:extLst>
              <a:ext uri="{FF2B5EF4-FFF2-40B4-BE49-F238E27FC236}">
                <a16:creationId xmlns:a16="http://schemas.microsoft.com/office/drawing/2014/main" id="{E33099A4-49B8-8852-1D25-6832E567215C}"/>
              </a:ext>
            </a:extLst>
          </p:cNvPr>
          <p:cNvSpPr>
            <a:spLocks noGrp="1" noChangeArrowheads="1"/>
          </p:cNvSpPr>
          <p:nvPr>
            <p:ph type="title"/>
          </p:nvPr>
        </p:nvSpPr>
        <p:spPr>
          <a:xfrm>
            <a:off x="3657599" y="618518"/>
            <a:ext cx="7389811" cy="1478570"/>
          </a:xfrm>
        </p:spPr>
        <p:txBody>
          <a:bodyPr vert="horz" lIns="91440" tIns="45720" rIns="91440" bIns="45720" rtlCol="0" anchor="ctr">
            <a:normAutofit/>
          </a:bodyPr>
          <a:lstStyle/>
          <a:p>
            <a:r>
              <a:rPr lang="en-US" altLang="en-US" b="1" dirty="0"/>
              <a:t>D</a:t>
            </a:r>
            <a:r>
              <a:rPr lang="tr-TR" altLang="en-US" b="1" dirty="0"/>
              <a:t>A</a:t>
            </a:r>
            <a:r>
              <a:rPr lang="en-US" altLang="en-US" b="1" dirty="0" err="1"/>
              <a:t>hili</a:t>
            </a:r>
            <a:r>
              <a:rPr lang="en-US" altLang="en-US" b="1" dirty="0"/>
              <a:t> </a:t>
            </a:r>
            <a:r>
              <a:rPr lang="en-US" altLang="en-US" b="1" dirty="0" err="1"/>
              <a:t>Elektrotlar</a:t>
            </a:r>
            <a:endParaRPr lang="en-US" altLang="en-US" b="1" dirty="0"/>
          </a:p>
        </p:txBody>
      </p:sp>
      <p:sp>
        <p:nvSpPr>
          <p:cNvPr id="32822" name="Round Single Corner Rectangle 16">
            <a:extLst>
              <a:ext uri="{FF2B5EF4-FFF2-40B4-BE49-F238E27FC236}">
                <a16:creationId xmlns:a16="http://schemas.microsoft.com/office/drawing/2014/main" id="{04B7EA48-2154-4E59-9F36-6BC72DA8F3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04973" y="643467"/>
            <a:ext cx="2559744" cy="1706538"/>
          </a:xfrm>
          <a:prstGeom prst="round1Rect">
            <a:avLst>
              <a:gd name="adj" fmla="val 14792"/>
            </a:avLst>
          </a:prstGeom>
          <a:solidFill>
            <a:srgbClr val="FFFFFF"/>
          </a:solidFill>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2772" name="Picture 6">
            <a:extLst>
              <a:ext uri="{FF2B5EF4-FFF2-40B4-BE49-F238E27FC236}">
                <a16:creationId xmlns:a16="http://schemas.microsoft.com/office/drawing/2014/main" id="{56F39C64-F72A-E735-1046-627664143CBC}"/>
              </a:ext>
            </a:extLst>
          </p:cNvPr>
          <p:cNvPicPr>
            <a:picLocks noGrp="1" noChangeAspect="1" noChangeArrowheads="1"/>
          </p:cNvPicPr>
          <p:nvPr>
            <p:ph sz="quarter" idx="2"/>
          </p:nvPr>
        </p:nvPicPr>
        <p:blipFill>
          <a:blip r:embed="rId4">
            <a:extLst>
              <a:ext uri="{28A0092B-C50C-407E-A947-70E740481C1C}">
                <a14:useLocalDpi xmlns:a14="http://schemas.microsoft.com/office/drawing/2010/main" val="0"/>
              </a:ext>
            </a:extLst>
          </a:blip>
          <a:stretch>
            <a:fillRect/>
          </a:stretch>
        </p:blipFill>
        <p:spPr>
          <a:xfrm>
            <a:off x="1161663" y="808396"/>
            <a:ext cx="1840344" cy="1380744"/>
          </a:xfrm>
          <a:prstGeom prst="rect">
            <a:avLst/>
          </a:prstGeom>
          <a:noFill/>
        </p:spPr>
      </p:pic>
      <p:sp>
        <p:nvSpPr>
          <p:cNvPr id="32824" name="Round Diagonal Corner Rectangle 12">
            <a:extLst>
              <a:ext uri="{FF2B5EF4-FFF2-40B4-BE49-F238E27FC236}">
                <a16:creationId xmlns:a16="http://schemas.microsoft.com/office/drawing/2014/main" id="{50CB2E6E-5C9B-4D63-A7B7-EB4BDD2C7F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98953" y="2554110"/>
            <a:ext cx="2565764" cy="1710603"/>
          </a:xfrm>
          <a:prstGeom prst="round2DiagRect">
            <a:avLst>
              <a:gd name="adj1" fmla="val 0"/>
              <a:gd name="adj2" fmla="val 0"/>
            </a:avLst>
          </a:prstGeom>
          <a:solidFill>
            <a:srgbClr val="FFFFFF"/>
          </a:solidFill>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2774" name="Picture 8">
            <a:extLst>
              <a:ext uri="{FF2B5EF4-FFF2-40B4-BE49-F238E27FC236}">
                <a16:creationId xmlns:a16="http://schemas.microsoft.com/office/drawing/2014/main" id="{0C25EAF6-9094-F8FF-4F3C-1036C2D0BC7A}"/>
              </a:ext>
            </a:extLst>
          </p:cNvPr>
          <p:cNvPicPr>
            <a:picLocks noChangeAspect="1" noChangeArrowheads="1"/>
          </p:cNvPicPr>
          <p:nvPr/>
        </p:nvPicPr>
        <p:blipFill>
          <a:blip r:embed="rId5">
            <a:extLst>
              <a:ext uri="{28A0092B-C50C-407E-A947-70E740481C1C}">
                <a14:useLocalDpi xmlns:a14="http://schemas.microsoft.com/office/drawing/2010/main" val="0"/>
              </a:ext>
            </a:extLst>
          </a:blip>
          <a:stretch>
            <a:fillRect/>
          </a:stretch>
        </p:blipFill>
        <p:spPr bwMode="auto">
          <a:xfrm>
            <a:off x="1094553" y="2719039"/>
            <a:ext cx="1974564" cy="1380744"/>
          </a:xfrm>
          <a:prstGeom prst="rect">
            <a:avLst/>
          </a:prstGeom>
          <a:noFill/>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2826" name="Round Single Corner Rectangle 18">
            <a:extLst>
              <a:ext uri="{FF2B5EF4-FFF2-40B4-BE49-F238E27FC236}">
                <a16:creationId xmlns:a16="http://schemas.microsoft.com/office/drawing/2014/main" id="{D9F3B175-D9A0-4272-8A14-1E8E1F83A1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804973" y="4472883"/>
            <a:ext cx="2559744" cy="1706538"/>
          </a:xfrm>
          <a:prstGeom prst="round1Rect">
            <a:avLst>
              <a:gd name="adj" fmla="val 14792"/>
            </a:avLst>
          </a:prstGeom>
          <a:solidFill>
            <a:srgbClr val="FFFFFF"/>
          </a:solidFill>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2773" name="Picture 7">
            <a:extLst>
              <a:ext uri="{FF2B5EF4-FFF2-40B4-BE49-F238E27FC236}">
                <a16:creationId xmlns:a16="http://schemas.microsoft.com/office/drawing/2014/main" id="{770868D8-D917-B68C-5A56-794A5522E7AA}"/>
              </a:ext>
            </a:extLst>
          </p:cNvPr>
          <p:cNvPicPr>
            <a:picLocks noGrp="1" noChangeAspect="1" noChangeArrowheads="1"/>
          </p:cNvPicPr>
          <p:nvPr>
            <p:ph sz="quarter" idx="3"/>
          </p:nvPr>
        </p:nvPicPr>
        <p:blipFill>
          <a:blip r:embed="rId6">
            <a:extLst>
              <a:ext uri="{28A0092B-C50C-407E-A947-70E740481C1C}">
                <a14:useLocalDpi xmlns:a14="http://schemas.microsoft.com/office/drawing/2010/main" val="0"/>
              </a:ext>
            </a:extLst>
          </a:blip>
          <a:stretch>
            <a:fillRect/>
          </a:stretch>
        </p:blipFill>
        <p:spPr>
          <a:xfrm>
            <a:off x="1085889" y="4633747"/>
            <a:ext cx="1991892" cy="1380744"/>
          </a:xfrm>
          <a:prstGeom prst="rect">
            <a:avLst/>
          </a:prstGeom>
          <a:noFill/>
        </p:spPr>
      </p:pic>
      <p:sp>
        <p:nvSpPr>
          <p:cNvPr id="32771" name="Rectangle 3">
            <a:extLst>
              <a:ext uri="{FF2B5EF4-FFF2-40B4-BE49-F238E27FC236}">
                <a16:creationId xmlns:a16="http://schemas.microsoft.com/office/drawing/2014/main" id="{19EAAA2B-91E4-0026-F631-FCD780BE81AF}"/>
              </a:ext>
            </a:extLst>
          </p:cNvPr>
          <p:cNvSpPr>
            <a:spLocks noGrp="1" noChangeArrowheads="1"/>
          </p:cNvSpPr>
          <p:nvPr>
            <p:ph type="body" sz="half" idx="1"/>
          </p:nvPr>
        </p:nvSpPr>
        <p:spPr>
          <a:xfrm>
            <a:off x="3657599" y="2249487"/>
            <a:ext cx="7389812" cy="3541714"/>
          </a:xfrm>
        </p:spPr>
        <p:txBody>
          <a:bodyPr vert="horz" lIns="91440" tIns="45720" rIns="91440" bIns="45720" rtlCol="0">
            <a:normAutofit/>
          </a:bodyPr>
          <a:lstStyle/>
          <a:p>
            <a:r>
              <a:rPr lang="en-US" altLang="en-US"/>
              <a:t>Dahili elektrotlar, biyopotansiyel işaretleri vücut içinden algılamakta kullanılır.</a:t>
            </a:r>
          </a:p>
          <a:p>
            <a:r>
              <a:rPr lang="en-US" altLang="en-US"/>
              <a:t>Bu tür elektrotlarda pasta (jel) kullanılmaz. Elektrolit olarak hücre sıvısı mevcuttur.</a:t>
            </a:r>
          </a:p>
          <a:p>
            <a:r>
              <a:rPr lang="en-US" altLang="en-US"/>
              <a:t>Deri altına batırılan iğne şeklinde olanları bulunduğu gibi tümüyle vücut içine gömülüp harici kuvvetlendiriciye telemetri verici düzeni ile bağlı olanları da vardır.</a:t>
            </a:r>
          </a:p>
        </p:txBody>
      </p:sp>
      <p:sp>
        <p:nvSpPr>
          <p:cNvPr id="2" name="Alt Bilgi Yer Tutucusu 1">
            <a:extLst>
              <a:ext uri="{FF2B5EF4-FFF2-40B4-BE49-F238E27FC236}">
                <a16:creationId xmlns:a16="http://schemas.microsoft.com/office/drawing/2014/main" id="{162D327D-FA77-7800-D1E3-ABC187B6F607}"/>
              </a:ext>
            </a:extLst>
          </p:cNvPr>
          <p:cNvSpPr>
            <a:spLocks noGrp="1"/>
          </p:cNvSpPr>
          <p:nvPr>
            <p:ph type="ftr" sz="quarter" idx="11"/>
          </p:nvPr>
        </p:nvSpPr>
        <p:spPr/>
        <p:txBody>
          <a:bodyPr/>
          <a:lstStyle/>
          <a:p>
            <a:pPr>
              <a:defRPr/>
            </a:pPr>
            <a:r>
              <a:rPr lang="en-US" altLang="en-US"/>
              <a:t>MEHMET FATİH KARAKAŞ</a:t>
            </a:r>
          </a:p>
        </p:txBody>
      </p:sp>
    </p:spTree>
    <p:extLst>
      <p:ext uri="{BB962C8B-B14F-4D97-AF65-F5344CB8AC3E}">
        <p14:creationId xmlns:p14="http://schemas.microsoft.com/office/powerpoint/2010/main" val="166047615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4824" name="Rectangle 34823">
            <a:extLst>
              <a:ext uri="{FF2B5EF4-FFF2-40B4-BE49-F238E27FC236}">
                <a16:creationId xmlns:a16="http://schemas.microsoft.com/office/drawing/2014/main" id="{046B922C-5BA7-4973-B12F-71A509E4BF1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003">
            <a:schemeClr val="dk2"/>
          </a:fillRef>
          <a:effectRef idx="0">
            <a:schemeClr val="accent1"/>
          </a:effectRef>
          <a:fontRef idx="minor">
            <a:schemeClr val="lt1"/>
          </a:fontRef>
        </p:style>
        <p:txBody>
          <a:bodyPr rtlCol="0" anchor="ctr"/>
          <a:lstStyle/>
          <a:p>
            <a:pPr algn="ctr"/>
            <a:endParaRPr lang="en-US"/>
          </a:p>
        </p:txBody>
      </p:sp>
      <p:grpSp>
        <p:nvGrpSpPr>
          <p:cNvPr id="34826" name="Group 34825">
            <a:extLst>
              <a:ext uri="{FF2B5EF4-FFF2-40B4-BE49-F238E27FC236}">
                <a16:creationId xmlns:a16="http://schemas.microsoft.com/office/drawing/2014/main" id="{96D34D8D-9EE9-4659-8C22-7551A95F96F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11902285" cy="6858001"/>
            <a:chOff x="0" y="0"/>
            <a:chExt cx="11902285" cy="6858001"/>
          </a:xfrm>
        </p:grpSpPr>
        <p:grpSp>
          <p:nvGrpSpPr>
            <p:cNvPr id="34827" name="Group 34826">
              <a:extLst>
                <a:ext uri="{FF2B5EF4-FFF2-40B4-BE49-F238E27FC236}">
                  <a16:creationId xmlns:a16="http://schemas.microsoft.com/office/drawing/2014/main" id="{3CA93C16-1147-4EB3-B4E7-3C43102494D0}"/>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0" y="0"/>
              <a:ext cx="1220788" cy="6858001"/>
              <a:chOff x="-14288" y="0"/>
              <a:chExt cx="1220788" cy="6858001"/>
            </a:xfrm>
            <a:gradFill flip="none" rotWithShape="1">
              <a:gsLst>
                <a:gs pos="0">
                  <a:schemeClr val="bg2"/>
                </a:gs>
                <a:gs pos="100000">
                  <a:schemeClr val="tx2">
                    <a:lumMod val="60000"/>
                    <a:lumOff val="40000"/>
                  </a:schemeClr>
                </a:gs>
              </a:gsLst>
              <a:lin ang="5400000" scaled="0"/>
              <a:tileRect/>
            </a:gradFill>
          </p:grpSpPr>
          <p:sp>
            <p:nvSpPr>
              <p:cNvPr id="34839" name="Rectangle 5">
                <a:extLst>
                  <a:ext uri="{FF2B5EF4-FFF2-40B4-BE49-F238E27FC236}">
                    <a16:creationId xmlns:a16="http://schemas.microsoft.com/office/drawing/2014/main" id="{C4779968-92AF-4B85-8C27-EBBFE1D69904}"/>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4300" y="4763"/>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tr-TR"/>
              </a:p>
            </p:txBody>
          </p:sp>
          <p:sp>
            <p:nvSpPr>
              <p:cNvPr id="34840" name="Freeform 6">
                <a:extLst>
                  <a:ext uri="{FF2B5EF4-FFF2-40B4-BE49-F238E27FC236}">
                    <a16:creationId xmlns:a16="http://schemas.microsoft.com/office/drawing/2014/main" id="{2C43E18D-7024-4F17-A664-E23BFBC12B7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4841" name="Freeform 7">
                <a:extLst>
                  <a:ext uri="{FF2B5EF4-FFF2-40B4-BE49-F238E27FC236}">
                    <a16:creationId xmlns:a16="http://schemas.microsoft.com/office/drawing/2014/main" id="{CA2ACEBA-081B-4B0B-AFB1-C596B834FDA3}"/>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4842" name="Freeform 8">
                <a:extLst>
                  <a:ext uri="{FF2B5EF4-FFF2-40B4-BE49-F238E27FC236}">
                    <a16:creationId xmlns:a16="http://schemas.microsoft.com/office/drawing/2014/main" id="{2AFBB163-514B-493A-983F-8BE96848F9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4843" name="Freeform 9">
                <a:extLst>
                  <a:ext uri="{FF2B5EF4-FFF2-40B4-BE49-F238E27FC236}">
                    <a16:creationId xmlns:a16="http://schemas.microsoft.com/office/drawing/2014/main" id="{7720326C-7DB1-4745-9015-3FA6990855B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4844" name="Freeform 10">
                <a:extLst>
                  <a:ext uri="{FF2B5EF4-FFF2-40B4-BE49-F238E27FC236}">
                    <a16:creationId xmlns:a16="http://schemas.microsoft.com/office/drawing/2014/main" id="{01D5FBDC-A284-440B-8D5F-84287B0A25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4845" name="Freeform 11">
                <a:extLst>
                  <a:ext uri="{FF2B5EF4-FFF2-40B4-BE49-F238E27FC236}">
                    <a16:creationId xmlns:a16="http://schemas.microsoft.com/office/drawing/2014/main" id="{517CE611-1CB0-442B-8998-98487209B0E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4846" name="Freeform 12">
                <a:extLst>
                  <a:ext uri="{FF2B5EF4-FFF2-40B4-BE49-F238E27FC236}">
                    <a16:creationId xmlns:a16="http://schemas.microsoft.com/office/drawing/2014/main" id="{EF0F0E46-9222-4FCF-A79E-9B4953C6F07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4847" name="Freeform 13">
                <a:extLst>
                  <a:ext uri="{FF2B5EF4-FFF2-40B4-BE49-F238E27FC236}">
                    <a16:creationId xmlns:a16="http://schemas.microsoft.com/office/drawing/2014/main" id="{371A87C3-0804-4AB9-8EAD-FBFF597ED823}"/>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4848" name="Freeform 14">
                <a:extLst>
                  <a:ext uri="{FF2B5EF4-FFF2-40B4-BE49-F238E27FC236}">
                    <a16:creationId xmlns:a16="http://schemas.microsoft.com/office/drawing/2014/main" id="{89F39433-8BC3-48D6-B705-F951DBDAABD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4849" name="Freeform 15">
                <a:extLst>
                  <a:ext uri="{FF2B5EF4-FFF2-40B4-BE49-F238E27FC236}">
                    <a16:creationId xmlns:a16="http://schemas.microsoft.com/office/drawing/2014/main" id="{AE671C9D-E91C-4143-A422-273B2F53F692}"/>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4850" name="Line 16">
                <a:extLst>
                  <a:ext uri="{FF2B5EF4-FFF2-40B4-BE49-F238E27FC236}">
                    <a16:creationId xmlns:a16="http://schemas.microsoft.com/office/drawing/2014/main" id="{83A72EA3-8833-41C6-9333-6A04C1C08DFB}"/>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4763" y="9525"/>
                <a:ext cx="0" cy="0"/>
              </a:xfrm>
              <a:prstGeom prst="line">
                <a:avLst/>
              </a:prstGeom>
              <a:grpFill/>
              <a:ln w="15" cap="flat">
                <a:solidFill>
                  <a:srgbClr val="FFFFFF"/>
                </a:solidFill>
                <a:prstDash val="solid"/>
                <a:miter lim="800000"/>
                <a:headEnd/>
                <a:tailEnd/>
              </a:ln>
            </p:spPr>
            <p:txBody>
              <a:bodyPr/>
              <a:lstStyle/>
              <a:p>
                <a:endParaRPr lang="tr-TR"/>
              </a:p>
            </p:txBody>
          </p:sp>
          <p:sp>
            <p:nvSpPr>
              <p:cNvPr id="34851" name="Freeform 17">
                <a:extLst>
                  <a:ext uri="{FF2B5EF4-FFF2-40B4-BE49-F238E27FC236}">
                    <a16:creationId xmlns:a16="http://schemas.microsoft.com/office/drawing/2014/main" id="{2C0D7AAB-DC9C-4B37-A50E-A7185DE92E4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4852" name="Freeform 18">
                <a:extLst>
                  <a:ext uri="{FF2B5EF4-FFF2-40B4-BE49-F238E27FC236}">
                    <a16:creationId xmlns:a16="http://schemas.microsoft.com/office/drawing/2014/main" id="{6E7D9D6B-3455-4363-934B-FA2D682931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4853" name="Freeform 19">
                <a:extLst>
                  <a:ext uri="{FF2B5EF4-FFF2-40B4-BE49-F238E27FC236}">
                    <a16:creationId xmlns:a16="http://schemas.microsoft.com/office/drawing/2014/main" id="{FFFFCA54-2217-4DAE-B791-4A6CA7DE0BD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4854" name="Freeform 20">
                <a:extLst>
                  <a:ext uri="{FF2B5EF4-FFF2-40B4-BE49-F238E27FC236}">
                    <a16:creationId xmlns:a16="http://schemas.microsoft.com/office/drawing/2014/main" id="{BAE43BA5-C104-4FBB-B1C6-C210D3CC5320}"/>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4855" name="Rectangle 21">
                <a:extLst>
                  <a:ext uri="{FF2B5EF4-FFF2-40B4-BE49-F238E27FC236}">
                    <a16:creationId xmlns:a16="http://schemas.microsoft.com/office/drawing/2014/main" id="{3BDB2330-DF01-460D-83FB-00C37965CD5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33350" y="4662488"/>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tr-TR"/>
              </a:p>
            </p:txBody>
          </p:sp>
          <p:sp>
            <p:nvSpPr>
              <p:cNvPr id="34856" name="Freeform 22">
                <a:extLst>
                  <a:ext uri="{FF2B5EF4-FFF2-40B4-BE49-F238E27FC236}">
                    <a16:creationId xmlns:a16="http://schemas.microsoft.com/office/drawing/2014/main" id="{51261093-9B7F-4406-B2F8-0F5BE7676A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4857" name="Freeform 23">
                <a:extLst>
                  <a:ext uri="{FF2B5EF4-FFF2-40B4-BE49-F238E27FC236}">
                    <a16:creationId xmlns:a16="http://schemas.microsoft.com/office/drawing/2014/main" id="{9971E195-2AB6-4CB6-9BD7-A8407B5C8097}"/>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4858" name="Freeform 24">
                <a:extLst>
                  <a:ext uri="{FF2B5EF4-FFF2-40B4-BE49-F238E27FC236}">
                    <a16:creationId xmlns:a16="http://schemas.microsoft.com/office/drawing/2014/main" id="{A3D843E7-8A86-4676-9C98-DECE0DFF674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4859" name="Freeform 25">
                <a:extLst>
                  <a:ext uri="{FF2B5EF4-FFF2-40B4-BE49-F238E27FC236}">
                    <a16:creationId xmlns:a16="http://schemas.microsoft.com/office/drawing/2014/main" id="{FAF42817-AB3E-40FA-997F-EAC1411F465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4860" name="Freeform 26">
                <a:extLst>
                  <a:ext uri="{FF2B5EF4-FFF2-40B4-BE49-F238E27FC236}">
                    <a16:creationId xmlns:a16="http://schemas.microsoft.com/office/drawing/2014/main" id="{50ED3298-A6DC-4825-93B1-68DB8CB629A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4861" name="Freeform 27">
                <a:extLst>
                  <a:ext uri="{FF2B5EF4-FFF2-40B4-BE49-F238E27FC236}">
                    <a16:creationId xmlns:a16="http://schemas.microsoft.com/office/drawing/2014/main" id="{2B951778-3B6B-4BB9-9D89-2ED650C8204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4862" name="Freeform 28">
                <a:extLst>
                  <a:ext uri="{FF2B5EF4-FFF2-40B4-BE49-F238E27FC236}">
                    <a16:creationId xmlns:a16="http://schemas.microsoft.com/office/drawing/2014/main" id="{8F3ED9A8-A83F-463A-8C2E-E83977D9A9C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4863" name="Freeform 29">
                <a:extLst>
                  <a:ext uri="{FF2B5EF4-FFF2-40B4-BE49-F238E27FC236}">
                    <a16:creationId xmlns:a16="http://schemas.microsoft.com/office/drawing/2014/main" id="{9A0C113E-781D-4083-86C0-EC936092D277}"/>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4864" name="Freeform 30">
                <a:extLst>
                  <a:ext uri="{FF2B5EF4-FFF2-40B4-BE49-F238E27FC236}">
                    <a16:creationId xmlns:a16="http://schemas.microsoft.com/office/drawing/2014/main" id="{B63D60EF-1E99-4D4C-BF11-AAF8ABEB86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4865" name="Freeform 31">
                <a:extLst>
                  <a:ext uri="{FF2B5EF4-FFF2-40B4-BE49-F238E27FC236}">
                    <a16:creationId xmlns:a16="http://schemas.microsoft.com/office/drawing/2014/main" id="{50403E41-7079-49EA-8D0B-4F678552D9B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grpSp>
        <p:grpSp>
          <p:nvGrpSpPr>
            <p:cNvPr id="34828" name="Group 34827">
              <a:extLst>
                <a:ext uri="{FF2B5EF4-FFF2-40B4-BE49-F238E27FC236}">
                  <a16:creationId xmlns:a16="http://schemas.microsoft.com/office/drawing/2014/main" id="{E3B2C458-4D37-49A0-A94E-D516E05C3CC4}"/>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11227597" y="0"/>
              <a:ext cx="674688" cy="6848476"/>
              <a:chOff x="11364912" y="0"/>
              <a:chExt cx="674688" cy="6848476"/>
            </a:xfrm>
            <a:gradFill flip="none" rotWithShape="1">
              <a:gsLst>
                <a:gs pos="0">
                  <a:schemeClr val="bg2"/>
                </a:gs>
                <a:gs pos="100000">
                  <a:schemeClr val="tx2">
                    <a:lumMod val="60000"/>
                    <a:lumOff val="40000"/>
                  </a:schemeClr>
                </a:gs>
              </a:gsLst>
              <a:lin ang="5400000" scaled="0"/>
              <a:tileRect/>
            </a:gradFill>
          </p:grpSpPr>
          <p:sp>
            <p:nvSpPr>
              <p:cNvPr id="34829" name="Freeform 32">
                <a:extLst>
                  <a:ext uri="{FF2B5EF4-FFF2-40B4-BE49-F238E27FC236}">
                    <a16:creationId xmlns:a16="http://schemas.microsoft.com/office/drawing/2014/main" id="{C1B10016-E0C4-4526-A466-9911541D26E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1483975" y="0"/>
                <a:ext cx="417513" cy="512763"/>
              </a:xfrm>
              <a:custGeom>
                <a:avLst/>
                <a:gdLst/>
                <a:ahLst/>
                <a:cxnLst/>
                <a:rect l="0" t="0" r="r" b="b"/>
                <a:pathLst>
                  <a:path w="263" h="323">
                    <a:moveTo>
                      <a:pt x="12" y="323"/>
                    </a:moveTo>
                    <a:lnTo>
                      <a:pt x="0" y="314"/>
                    </a:lnTo>
                    <a:lnTo>
                      <a:pt x="203" y="108"/>
                    </a:lnTo>
                    <a:lnTo>
                      <a:pt x="248" y="0"/>
                    </a:lnTo>
                    <a:lnTo>
                      <a:pt x="263" y="6"/>
                    </a:lnTo>
                    <a:lnTo>
                      <a:pt x="218" y="117"/>
                    </a:lnTo>
                    <a:lnTo>
                      <a:pt x="218" y="117"/>
                    </a:lnTo>
                    <a:lnTo>
                      <a:pt x="12" y="323"/>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4830" name="Freeform 33">
                <a:extLst>
                  <a:ext uri="{FF2B5EF4-FFF2-40B4-BE49-F238E27FC236}">
                    <a16:creationId xmlns:a16="http://schemas.microsoft.com/office/drawing/2014/main" id="{D574C3F0-FC2B-43A3-94B2-75D305FBF7D0}"/>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364912" y="474663"/>
                <a:ext cx="157163" cy="152400"/>
              </a:xfrm>
              <a:custGeom>
                <a:avLst/>
                <a:gdLst/>
                <a:ahLst/>
                <a:cxnLst/>
                <a:rect l="0" t="0" r="r" b="b"/>
                <a:pathLst>
                  <a:path w="33" h="32">
                    <a:moveTo>
                      <a:pt x="17" y="32"/>
                    </a:moveTo>
                    <a:cubicBezTo>
                      <a:pt x="13" y="32"/>
                      <a:pt x="9" y="30"/>
                      <a:pt x="6" y="27"/>
                    </a:cubicBezTo>
                    <a:cubicBezTo>
                      <a:pt x="0" y="21"/>
                      <a:pt x="0" y="11"/>
                      <a:pt x="6" y="5"/>
                    </a:cubicBezTo>
                    <a:cubicBezTo>
                      <a:pt x="9" y="2"/>
                      <a:pt x="13" y="0"/>
                      <a:pt x="17" y="0"/>
                    </a:cubicBezTo>
                    <a:cubicBezTo>
                      <a:pt x="21" y="0"/>
                      <a:pt x="25" y="2"/>
                      <a:pt x="28" y="5"/>
                    </a:cubicBezTo>
                    <a:cubicBezTo>
                      <a:pt x="31" y="8"/>
                      <a:pt x="33" y="12"/>
                      <a:pt x="33" y="16"/>
                    </a:cubicBezTo>
                    <a:cubicBezTo>
                      <a:pt x="33" y="20"/>
                      <a:pt x="31" y="24"/>
                      <a:pt x="28" y="27"/>
                    </a:cubicBezTo>
                    <a:cubicBezTo>
                      <a:pt x="25" y="30"/>
                      <a:pt x="21" y="32"/>
                      <a:pt x="17" y="32"/>
                    </a:cubicBezTo>
                    <a:close/>
                    <a:moveTo>
                      <a:pt x="17" y="4"/>
                    </a:moveTo>
                    <a:cubicBezTo>
                      <a:pt x="14" y="4"/>
                      <a:pt x="11" y="6"/>
                      <a:pt x="9" y="8"/>
                    </a:cubicBezTo>
                    <a:cubicBezTo>
                      <a:pt x="4" y="12"/>
                      <a:pt x="4" y="20"/>
                      <a:pt x="9" y="24"/>
                    </a:cubicBezTo>
                    <a:cubicBezTo>
                      <a:pt x="11" y="27"/>
                      <a:pt x="14" y="28"/>
                      <a:pt x="17" y="28"/>
                    </a:cubicBezTo>
                    <a:cubicBezTo>
                      <a:pt x="20" y="28"/>
                      <a:pt x="23" y="27"/>
                      <a:pt x="26" y="24"/>
                    </a:cubicBezTo>
                    <a:cubicBezTo>
                      <a:pt x="30" y="20"/>
                      <a:pt x="30" y="12"/>
                      <a:pt x="26" y="8"/>
                    </a:cubicBezTo>
                    <a:cubicBezTo>
                      <a:pt x="23" y="6"/>
                      <a:pt x="20" y="4"/>
                      <a:pt x="17"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4831" name="Freeform 34">
                <a:extLst>
                  <a:ext uri="{FF2B5EF4-FFF2-40B4-BE49-F238E27FC236}">
                    <a16:creationId xmlns:a16="http://schemas.microsoft.com/office/drawing/2014/main" id="{D92A5F66-F404-433B-BDBE-5E0DFF40D65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631612" y="1539875"/>
                <a:ext cx="188913"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4832" name="Freeform 35">
                <a:extLst>
                  <a:ext uri="{FF2B5EF4-FFF2-40B4-BE49-F238E27FC236}">
                    <a16:creationId xmlns:a16="http://schemas.microsoft.com/office/drawing/2014/main" id="{0A0BDF81-64CC-431D-81B1-A21938C054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1531600" y="5694363"/>
                <a:ext cx="298450" cy="1154113"/>
              </a:xfrm>
              <a:custGeom>
                <a:avLst/>
                <a:gdLst/>
                <a:ahLst/>
                <a:cxnLst/>
                <a:rect l="0" t="0" r="r" b="b"/>
                <a:pathLst>
                  <a:path w="188" h="727">
                    <a:moveTo>
                      <a:pt x="15" y="727"/>
                    </a:moveTo>
                    <a:lnTo>
                      <a:pt x="0" y="727"/>
                    </a:lnTo>
                    <a:lnTo>
                      <a:pt x="0" y="407"/>
                    </a:lnTo>
                    <a:lnTo>
                      <a:pt x="0" y="407"/>
                    </a:lnTo>
                    <a:lnTo>
                      <a:pt x="176" y="0"/>
                    </a:lnTo>
                    <a:lnTo>
                      <a:pt x="188" y="6"/>
                    </a:lnTo>
                    <a:lnTo>
                      <a:pt x="15" y="410"/>
                    </a:lnTo>
                    <a:lnTo>
                      <a:pt x="15" y="727"/>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4833" name="Freeform 36">
                <a:extLst>
                  <a:ext uri="{FF2B5EF4-FFF2-40B4-BE49-F238E27FC236}">
                    <a16:creationId xmlns:a16="http://schemas.microsoft.com/office/drawing/2014/main" id="{42871530-50EC-42C2-879A-AE8154DADC0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772900" y="5551488"/>
                <a:ext cx="157163" cy="155575"/>
              </a:xfrm>
              <a:custGeom>
                <a:avLst/>
                <a:gdLst/>
                <a:ahLst/>
                <a:cxnLst/>
                <a:rect l="0" t="0" r="r" b="b"/>
                <a:pathLst>
                  <a:path w="33" h="33">
                    <a:moveTo>
                      <a:pt x="17" y="33"/>
                    </a:moveTo>
                    <a:cubicBezTo>
                      <a:pt x="8" y="33"/>
                      <a:pt x="0" y="25"/>
                      <a:pt x="0" y="16"/>
                    </a:cubicBezTo>
                    <a:cubicBezTo>
                      <a:pt x="0" y="7"/>
                      <a:pt x="8" y="0"/>
                      <a:pt x="17" y="0"/>
                    </a:cubicBezTo>
                    <a:cubicBezTo>
                      <a:pt x="26" y="0"/>
                      <a:pt x="33" y="7"/>
                      <a:pt x="33" y="16"/>
                    </a:cubicBezTo>
                    <a:cubicBezTo>
                      <a:pt x="33" y="25"/>
                      <a:pt x="26" y="33"/>
                      <a:pt x="17" y="33"/>
                    </a:cubicBezTo>
                    <a:close/>
                    <a:moveTo>
                      <a:pt x="17" y="4"/>
                    </a:moveTo>
                    <a:cubicBezTo>
                      <a:pt x="10" y="4"/>
                      <a:pt x="4" y="9"/>
                      <a:pt x="4" y="16"/>
                    </a:cubicBezTo>
                    <a:cubicBezTo>
                      <a:pt x="4" y="23"/>
                      <a:pt x="10" y="29"/>
                      <a:pt x="17" y="29"/>
                    </a:cubicBezTo>
                    <a:cubicBezTo>
                      <a:pt x="23" y="29"/>
                      <a:pt x="29" y="23"/>
                      <a:pt x="29" y="16"/>
                    </a:cubicBezTo>
                    <a:cubicBezTo>
                      <a:pt x="29" y="9"/>
                      <a:pt x="23" y="4"/>
                      <a:pt x="17"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4834" name="Freeform 37">
                <a:extLst>
                  <a:ext uri="{FF2B5EF4-FFF2-40B4-BE49-F238E27FC236}">
                    <a16:creationId xmlns:a16="http://schemas.microsoft.com/office/drawing/2014/main" id="{53AF2F2A-B148-4906-B90D-6E22239784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1710987" y="4763"/>
                <a:ext cx="304800" cy="1544638"/>
              </a:xfrm>
              <a:custGeom>
                <a:avLst/>
                <a:gdLst/>
                <a:ahLst/>
                <a:cxnLst/>
                <a:rect l="0" t="0" r="r" b="b"/>
                <a:pathLst>
                  <a:path w="192" h="973">
                    <a:moveTo>
                      <a:pt x="15" y="973"/>
                    </a:moveTo>
                    <a:lnTo>
                      <a:pt x="0" y="973"/>
                    </a:lnTo>
                    <a:lnTo>
                      <a:pt x="0" y="790"/>
                    </a:lnTo>
                    <a:lnTo>
                      <a:pt x="174" y="614"/>
                    </a:lnTo>
                    <a:lnTo>
                      <a:pt x="174" y="0"/>
                    </a:lnTo>
                    <a:lnTo>
                      <a:pt x="192" y="0"/>
                    </a:lnTo>
                    <a:lnTo>
                      <a:pt x="192" y="620"/>
                    </a:lnTo>
                    <a:lnTo>
                      <a:pt x="15" y="796"/>
                    </a:lnTo>
                    <a:lnTo>
                      <a:pt x="15" y="973"/>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4835" name="Freeform 38">
                <a:extLst>
                  <a:ext uri="{FF2B5EF4-FFF2-40B4-BE49-F238E27FC236}">
                    <a16:creationId xmlns:a16="http://schemas.microsoft.com/office/drawing/2014/main" id="{9A79EAA4-6F5D-4A2C-B688-CD29C2217C0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636375" y="4867275"/>
                <a:ext cx="188913"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4836" name="Freeform 39">
                <a:extLst>
                  <a:ext uri="{FF2B5EF4-FFF2-40B4-BE49-F238E27FC236}">
                    <a16:creationId xmlns:a16="http://schemas.microsoft.com/office/drawing/2014/main" id="{B9CE5833-22CF-4408-9338-4B7749FEA3D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1441112" y="5046663"/>
                <a:ext cx="307975" cy="1801813"/>
              </a:xfrm>
              <a:custGeom>
                <a:avLst/>
                <a:gdLst/>
                <a:ahLst/>
                <a:cxnLst/>
                <a:rect l="0" t="0" r="r" b="b"/>
                <a:pathLst>
                  <a:path w="194" h="1135">
                    <a:moveTo>
                      <a:pt x="18" y="1135"/>
                    </a:moveTo>
                    <a:lnTo>
                      <a:pt x="0" y="1135"/>
                    </a:lnTo>
                    <a:lnTo>
                      <a:pt x="0" y="354"/>
                    </a:lnTo>
                    <a:lnTo>
                      <a:pt x="176" y="177"/>
                    </a:lnTo>
                    <a:lnTo>
                      <a:pt x="176" y="0"/>
                    </a:lnTo>
                    <a:lnTo>
                      <a:pt x="194" y="0"/>
                    </a:lnTo>
                    <a:lnTo>
                      <a:pt x="194" y="183"/>
                    </a:lnTo>
                    <a:lnTo>
                      <a:pt x="18" y="360"/>
                    </a:lnTo>
                    <a:lnTo>
                      <a:pt x="18" y="113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4837" name="Freeform 40">
                <a:extLst>
                  <a:ext uri="{FF2B5EF4-FFF2-40B4-BE49-F238E27FC236}">
                    <a16:creationId xmlns:a16="http://schemas.microsoft.com/office/drawing/2014/main" id="{316A985A-7ADD-4BEE-A7B6-E5B49E1839E7}"/>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849100" y="64166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4838" name="Rectangle 41">
                <a:extLst>
                  <a:ext uri="{FF2B5EF4-FFF2-40B4-BE49-F238E27FC236}">
                    <a16:creationId xmlns:a16="http://schemas.microsoft.com/office/drawing/2014/main" id="{352CFA3F-5CFE-412E-9196-C966F34579DC}"/>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939587" y="6596063"/>
                <a:ext cx="23813" cy="252413"/>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tr-TR"/>
              </a:p>
            </p:txBody>
          </p:sp>
        </p:grpSp>
      </p:grpSp>
      <p:pic>
        <p:nvPicPr>
          <p:cNvPr id="34867" name="Picture 2">
            <a:extLst>
              <a:ext uri="{FF2B5EF4-FFF2-40B4-BE49-F238E27FC236}">
                <a16:creationId xmlns:a16="http://schemas.microsoft.com/office/drawing/2014/main" id="{2FB01CCF-839B-4126-9BF9-132C64D8A1AA}"/>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2">
            <a:alphaModFix amt="30000"/>
            <a:extLst>
              <a:ext uri="{28A0092B-C50C-407E-A947-70E740481C1C}">
                <a14:useLocalDpi xmlns:a14="http://schemas.microsoft.com/office/drawing/2010/main" val="0"/>
              </a:ext>
            </a:extLst>
          </a:blip>
          <a:srcRect/>
          <a:stretch>
            <a:fillRect/>
          </a:stretch>
        </p:blipFill>
        <p:spPr bwMode="auto">
          <a:xfrm>
            <a:off x="0" y="0"/>
            <a:ext cx="12192003" cy="6858001"/>
          </a:xfrm>
          <a:prstGeom prst="rect">
            <a:avLst/>
          </a:prstGeom>
          <a:noFill/>
          <a:extLst>
            <a:ext uri="{909E8E84-426E-40dd-AFC4-6F175D3DCCD1}">
              <a14:hiddenFill xmlns:a14="http://schemas.microsoft.com/office/drawing/2010/main" xmlns:p14="http://schemas.microsoft.com/office/powerpoint/2010/main" xmlns:a16="http://schemas.microsoft.com/office/drawing/2014/main" xmlns="">
                <a:solidFill>
                  <a:srgbClr val="FFFFFF"/>
                </a:solidFill>
              </a14:hiddenFill>
            </a:ext>
          </a:extLst>
        </p:spPr>
      </p:pic>
      <p:sp>
        <p:nvSpPr>
          <p:cNvPr id="34818" name="Rectangle 2">
            <a:extLst>
              <a:ext uri="{FF2B5EF4-FFF2-40B4-BE49-F238E27FC236}">
                <a16:creationId xmlns:a16="http://schemas.microsoft.com/office/drawing/2014/main" id="{B4763234-813E-CD9D-D61E-97DF97A0FEDE}"/>
              </a:ext>
            </a:extLst>
          </p:cNvPr>
          <p:cNvSpPr>
            <a:spLocks noGrp="1" noChangeArrowheads="1"/>
          </p:cNvSpPr>
          <p:nvPr>
            <p:ph type="title"/>
          </p:nvPr>
        </p:nvSpPr>
        <p:spPr>
          <a:xfrm>
            <a:off x="5128643" y="618518"/>
            <a:ext cx="6188402" cy="1478570"/>
          </a:xfrm>
        </p:spPr>
        <p:txBody>
          <a:bodyPr>
            <a:normAutofit/>
          </a:bodyPr>
          <a:lstStyle/>
          <a:p>
            <a:pPr eaLnBrk="1" hangingPunct="1"/>
            <a:r>
              <a:rPr lang="en-US" altLang="en-US" b="1" dirty="0">
                <a:solidFill>
                  <a:srgbClr val="FFFFFF"/>
                </a:solidFill>
              </a:rPr>
              <a:t>M</a:t>
            </a:r>
            <a:r>
              <a:rPr lang="tr-TR" altLang="en-US" b="1" dirty="0">
                <a:solidFill>
                  <a:srgbClr val="FFFFFF"/>
                </a:solidFill>
              </a:rPr>
              <a:t>İ</a:t>
            </a:r>
            <a:r>
              <a:rPr lang="en-US" altLang="en-US" b="1" dirty="0" err="1">
                <a:solidFill>
                  <a:srgbClr val="FFFFFF"/>
                </a:solidFill>
              </a:rPr>
              <a:t>kroelektrotlar</a:t>
            </a:r>
            <a:endParaRPr lang="en-US" altLang="en-US" b="1" dirty="0">
              <a:solidFill>
                <a:srgbClr val="FFFFFF"/>
              </a:solidFill>
            </a:endParaRPr>
          </a:p>
        </p:txBody>
      </p:sp>
      <p:sp useBgFill="1">
        <p:nvSpPr>
          <p:cNvPr id="34869" name="Round Diagonal Corner Rectangle 6">
            <a:extLst>
              <a:ext uri="{FF2B5EF4-FFF2-40B4-BE49-F238E27FC236}">
                <a16:creationId xmlns:a16="http://schemas.microsoft.com/office/drawing/2014/main" id="{F2B1468C-8227-4785-8776-7BDBDDF08F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14579" y="808057"/>
            <a:ext cx="3821429" cy="5234394"/>
          </a:xfrm>
          <a:prstGeom prst="round2DiagRect">
            <a:avLst>
              <a:gd name="adj1" fmla="val 11323"/>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7">
            <a:extLst>
              <a:ext uri="{FF2B5EF4-FFF2-40B4-BE49-F238E27FC236}">
                <a16:creationId xmlns:a16="http://schemas.microsoft.com/office/drawing/2014/main" id="{0F876154-C9F9-48E6-7307-7A5CC292E71E}"/>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a:xfrm>
            <a:off x="1126617" y="1651787"/>
            <a:ext cx="3178638" cy="3548964"/>
          </a:xfrm>
          <a:prstGeom prst="rect">
            <a:avLst/>
          </a:prstGeom>
          <a:noFill/>
        </p:spPr>
      </p:pic>
      <p:sp>
        <p:nvSpPr>
          <p:cNvPr id="34819" name="Rectangle 3">
            <a:extLst>
              <a:ext uri="{FF2B5EF4-FFF2-40B4-BE49-F238E27FC236}">
                <a16:creationId xmlns:a16="http://schemas.microsoft.com/office/drawing/2014/main" id="{E68E1008-FB83-DA84-CFFC-7599A8DDAD25}"/>
              </a:ext>
            </a:extLst>
          </p:cNvPr>
          <p:cNvSpPr>
            <a:spLocks noGrp="1" noChangeArrowheads="1"/>
          </p:cNvSpPr>
          <p:nvPr>
            <p:ph idx="1"/>
          </p:nvPr>
        </p:nvSpPr>
        <p:spPr>
          <a:xfrm>
            <a:off x="5128643" y="2249487"/>
            <a:ext cx="6188402" cy="3541714"/>
          </a:xfrm>
        </p:spPr>
        <p:txBody>
          <a:bodyPr>
            <a:normAutofit/>
          </a:bodyPr>
          <a:lstStyle/>
          <a:p>
            <a:pPr eaLnBrk="1" hangingPunct="1">
              <a:lnSpc>
                <a:spcPct val="110000"/>
              </a:lnSpc>
            </a:pPr>
            <a:r>
              <a:rPr lang="en-US" altLang="en-US" sz="1500">
                <a:solidFill>
                  <a:srgbClr val="FFFFFF"/>
                </a:solidFill>
              </a:rPr>
              <a:t>Uyarılabilen hücrelerin elektriksel davranışlarını inceleyebilmek için hücre zarı ile</a:t>
            </a:r>
            <a:r>
              <a:rPr lang="tr-TR" altLang="en-US" sz="1500">
                <a:solidFill>
                  <a:srgbClr val="FFFFFF"/>
                </a:solidFill>
              </a:rPr>
              <a:t> </a:t>
            </a:r>
            <a:r>
              <a:rPr lang="en-US" altLang="en-US" sz="1500">
                <a:solidFill>
                  <a:srgbClr val="FFFFFF"/>
                </a:solidFill>
              </a:rPr>
              <a:t>bölünen hücre içi ve hücre dışı arasındaki potansiyel farkını ölçmek gerekmektedir. </a:t>
            </a:r>
            <a:endParaRPr lang="tr-TR" altLang="en-US" sz="1500">
              <a:solidFill>
                <a:srgbClr val="FFFFFF"/>
              </a:solidFill>
            </a:endParaRPr>
          </a:p>
          <a:p>
            <a:pPr eaLnBrk="1" hangingPunct="1">
              <a:lnSpc>
                <a:spcPct val="110000"/>
              </a:lnSpc>
            </a:pPr>
            <a:r>
              <a:rPr lang="en-US" altLang="en-US" sz="1500">
                <a:solidFill>
                  <a:srgbClr val="FFFFFF"/>
                </a:solidFill>
              </a:rPr>
              <a:t>Bunu</a:t>
            </a:r>
            <a:r>
              <a:rPr lang="tr-TR" altLang="en-US" sz="1500">
                <a:solidFill>
                  <a:srgbClr val="FFFFFF"/>
                </a:solidFill>
              </a:rPr>
              <a:t> </a:t>
            </a:r>
            <a:r>
              <a:rPr lang="en-US" altLang="en-US" sz="1500">
                <a:solidFill>
                  <a:srgbClr val="FFFFFF"/>
                </a:solidFill>
              </a:rPr>
              <a:t>gerçekleştirmek için hücreyi tahrip etmeyecek ve elektriksel davranışını bozmayacak bir</a:t>
            </a:r>
            <a:r>
              <a:rPr lang="tr-TR" altLang="en-US" sz="1500">
                <a:solidFill>
                  <a:srgbClr val="FFFFFF"/>
                </a:solidFill>
              </a:rPr>
              <a:t> </a:t>
            </a:r>
            <a:r>
              <a:rPr lang="en-US" altLang="en-US" sz="1500">
                <a:solidFill>
                  <a:srgbClr val="FFFFFF"/>
                </a:solidFill>
              </a:rPr>
              <a:t>elektrodun hücre içine daldırılması gerekmektedir.</a:t>
            </a:r>
          </a:p>
          <a:p>
            <a:pPr eaLnBrk="1" hangingPunct="1">
              <a:lnSpc>
                <a:spcPct val="110000"/>
              </a:lnSpc>
            </a:pPr>
            <a:r>
              <a:rPr lang="en-US" altLang="en-US" sz="1500">
                <a:solidFill>
                  <a:srgbClr val="FFFFFF"/>
                </a:solidFill>
              </a:rPr>
              <a:t>Bu amaç için kullanılan ve uç çapları 0,05–10 μm arasında değişen ve hücre zarını</a:t>
            </a:r>
            <a:r>
              <a:rPr lang="tr-TR" altLang="en-US" sz="1500">
                <a:solidFill>
                  <a:srgbClr val="FFFFFF"/>
                </a:solidFill>
              </a:rPr>
              <a:t> </a:t>
            </a:r>
            <a:r>
              <a:rPr lang="en-US" altLang="en-US" sz="1500">
                <a:solidFill>
                  <a:srgbClr val="FFFFFF"/>
                </a:solidFill>
              </a:rPr>
              <a:t>delerek mekanik olarak kararlı kalabilecek durumda olan elektrotlara mikroelektrotlar adı</a:t>
            </a:r>
            <a:r>
              <a:rPr lang="tr-TR" altLang="en-US" sz="1500">
                <a:solidFill>
                  <a:srgbClr val="FFFFFF"/>
                </a:solidFill>
              </a:rPr>
              <a:t> verilir.</a:t>
            </a:r>
          </a:p>
          <a:p>
            <a:pPr eaLnBrk="1" hangingPunct="1">
              <a:lnSpc>
                <a:spcPct val="110000"/>
              </a:lnSpc>
            </a:pPr>
            <a:r>
              <a:rPr lang="en-US" altLang="en-US" sz="1500">
                <a:solidFill>
                  <a:srgbClr val="FFFFFF"/>
                </a:solidFill>
              </a:rPr>
              <a:t>Resimde bir mikroelektrodun hücre içine daldırılışı yüzlerce kez büyütülmüş</a:t>
            </a:r>
            <a:r>
              <a:rPr lang="tr-TR" altLang="en-US" sz="1500">
                <a:solidFill>
                  <a:srgbClr val="FFFFFF"/>
                </a:solidFill>
              </a:rPr>
              <a:t> </a:t>
            </a:r>
            <a:r>
              <a:rPr lang="en-US" altLang="en-US" sz="1500">
                <a:solidFill>
                  <a:srgbClr val="FFFFFF"/>
                </a:solidFill>
              </a:rPr>
              <a:t>olarak görülüyor. Yine aynı resimde temsili olarak bir hücrenin içindeki ve dışındaki</a:t>
            </a:r>
            <a:r>
              <a:rPr lang="tr-TR" altLang="en-US" sz="1500">
                <a:solidFill>
                  <a:srgbClr val="FFFFFF"/>
                </a:solidFill>
              </a:rPr>
              <a:t>  </a:t>
            </a:r>
            <a:r>
              <a:rPr lang="en-US" altLang="en-US" sz="1500">
                <a:solidFill>
                  <a:srgbClr val="FFFFFF"/>
                </a:solidFill>
              </a:rPr>
              <a:t>potansiyel farkının mikroelektrotlarla ölçülmesi görülüyor.</a:t>
            </a:r>
          </a:p>
        </p:txBody>
      </p:sp>
      <p:sp>
        <p:nvSpPr>
          <p:cNvPr id="3" name="Alt Bilgi Yer Tutucusu 2">
            <a:extLst>
              <a:ext uri="{FF2B5EF4-FFF2-40B4-BE49-F238E27FC236}">
                <a16:creationId xmlns:a16="http://schemas.microsoft.com/office/drawing/2014/main" id="{3D5E7ED8-89B4-0109-D3A2-6E2429086781}"/>
              </a:ext>
            </a:extLst>
          </p:cNvPr>
          <p:cNvSpPr>
            <a:spLocks noGrp="1"/>
          </p:cNvSpPr>
          <p:nvPr>
            <p:ph type="ftr" sz="quarter" idx="11"/>
          </p:nvPr>
        </p:nvSpPr>
        <p:spPr/>
        <p:txBody>
          <a:bodyPr/>
          <a:lstStyle/>
          <a:p>
            <a:r>
              <a:rPr lang="en-US"/>
              <a:t>MEHMET FATİH KARAKAŞ</a:t>
            </a:r>
            <a:endParaRPr lang="en-US" dirty="0"/>
          </a:p>
        </p:txBody>
      </p:sp>
    </p:spTree>
    <p:extLst>
      <p:ext uri="{BB962C8B-B14F-4D97-AF65-F5344CB8AC3E}">
        <p14:creationId xmlns:p14="http://schemas.microsoft.com/office/powerpoint/2010/main" val="3344779267"/>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bg>
      <p:bgPr>
        <a:blipFill>
          <a:blip r:embed="rId2">
            <a:duotone>
              <a:schemeClr val="bg2">
                <a:shade val="88000"/>
                <a:hueMod val="106000"/>
                <a:satMod val="140000"/>
                <a:lumMod val="54000"/>
              </a:schemeClr>
              <a:schemeClr val="bg2">
                <a:tint val="98000"/>
                <a:hueMod val="90000"/>
                <a:satMod val="150000"/>
                <a:lumMod val="160000"/>
              </a:schemeClr>
            </a:duotone>
          </a:blip>
          <a:stretch/>
        </a:blipFill>
        <a:effectLst/>
      </p:bgPr>
    </p:bg>
    <p:spTree>
      <p:nvGrpSpPr>
        <p:cNvPr id="1" name=""/>
        <p:cNvGrpSpPr/>
        <p:nvPr/>
      </p:nvGrpSpPr>
      <p:grpSpPr>
        <a:xfrm>
          <a:off x="0" y="0"/>
          <a:ext cx="0" cy="0"/>
          <a:chOff x="0" y="0"/>
          <a:chExt cx="0" cy="0"/>
        </a:xfrm>
      </p:grpSpPr>
      <p:pic>
        <p:nvPicPr>
          <p:cNvPr id="37991" name="Picture 2">
            <a:extLst>
              <a:ext uri="{FF2B5EF4-FFF2-40B4-BE49-F238E27FC236}">
                <a16:creationId xmlns:a16="http://schemas.microsoft.com/office/drawing/2014/main" id="{FD3BFD04-77D1-4FB5-A159-35084E2C6149}"/>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alphaModFix amt="30000"/>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xmlns:p14="http://schemas.microsoft.com/office/powerpoint/2010/main" xmlns:a16="http://schemas.microsoft.com/office/drawing/2014/main" xmlns="">
                <a:solidFill>
                  <a:srgbClr val="FFFFFF"/>
                </a:solidFill>
              </a14:hiddenFill>
            </a:ext>
          </a:extLst>
        </p:spPr>
      </p:pic>
      <p:grpSp>
        <p:nvGrpSpPr>
          <p:cNvPr id="37992" name="Group 37947">
            <a:extLst>
              <a:ext uri="{FF2B5EF4-FFF2-40B4-BE49-F238E27FC236}">
                <a16:creationId xmlns:a16="http://schemas.microsoft.com/office/drawing/2014/main" id="{30B85FB2-B686-4546-B01D-17A122BACAF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4288" y="0"/>
            <a:ext cx="12053888" cy="6858001"/>
            <a:chOff x="-14288" y="0"/>
            <a:chExt cx="12053888" cy="6858001"/>
          </a:xfrm>
        </p:grpSpPr>
        <p:grpSp>
          <p:nvGrpSpPr>
            <p:cNvPr id="37949" name="Group 37948">
              <a:extLst>
                <a:ext uri="{FF2B5EF4-FFF2-40B4-BE49-F238E27FC236}">
                  <a16:creationId xmlns:a16="http://schemas.microsoft.com/office/drawing/2014/main" id="{45CCB97F-DB3B-4939-ABF0-CEDED724964E}"/>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14288" y="0"/>
              <a:ext cx="1220788" cy="6858001"/>
              <a:chOff x="-14288" y="0"/>
              <a:chExt cx="1220788" cy="6858001"/>
            </a:xfrm>
            <a:gradFill flip="none" rotWithShape="1">
              <a:gsLst>
                <a:gs pos="0">
                  <a:schemeClr val="tx2"/>
                </a:gs>
                <a:gs pos="100000">
                  <a:schemeClr val="bg2">
                    <a:lumMod val="60000"/>
                    <a:lumOff val="40000"/>
                  </a:schemeClr>
                </a:gs>
              </a:gsLst>
              <a:lin ang="5400000" scaled="0"/>
              <a:tileRect/>
            </a:gradFill>
          </p:grpSpPr>
          <p:sp>
            <p:nvSpPr>
              <p:cNvPr id="37961" name="Rectangle 5">
                <a:extLst>
                  <a:ext uri="{FF2B5EF4-FFF2-40B4-BE49-F238E27FC236}">
                    <a16:creationId xmlns:a16="http://schemas.microsoft.com/office/drawing/2014/main" id="{9DEDF1F5-B144-4E61-A93B-DF131E62CEF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4300" y="4763"/>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tr-TR"/>
              </a:p>
            </p:txBody>
          </p:sp>
          <p:sp>
            <p:nvSpPr>
              <p:cNvPr id="37962" name="Freeform 6">
                <a:extLst>
                  <a:ext uri="{FF2B5EF4-FFF2-40B4-BE49-F238E27FC236}">
                    <a16:creationId xmlns:a16="http://schemas.microsoft.com/office/drawing/2014/main" id="{AB937A00-7D28-489C-BF2D-85C9FE13301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7963" name="Freeform 7">
                <a:extLst>
                  <a:ext uri="{FF2B5EF4-FFF2-40B4-BE49-F238E27FC236}">
                    <a16:creationId xmlns:a16="http://schemas.microsoft.com/office/drawing/2014/main" id="{9B6FDA50-4B9D-47D9-8807-59651FD0D3F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7964" name="Freeform 8">
                <a:extLst>
                  <a:ext uri="{FF2B5EF4-FFF2-40B4-BE49-F238E27FC236}">
                    <a16:creationId xmlns:a16="http://schemas.microsoft.com/office/drawing/2014/main" id="{BFBE3212-C518-48C0-A538-22E13450EEC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7965" name="Freeform 9">
                <a:extLst>
                  <a:ext uri="{FF2B5EF4-FFF2-40B4-BE49-F238E27FC236}">
                    <a16:creationId xmlns:a16="http://schemas.microsoft.com/office/drawing/2014/main" id="{DB66EBCA-80AB-4133-A201-9F8134577F3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7966" name="Freeform 10">
                <a:extLst>
                  <a:ext uri="{FF2B5EF4-FFF2-40B4-BE49-F238E27FC236}">
                    <a16:creationId xmlns:a16="http://schemas.microsoft.com/office/drawing/2014/main" id="{BE2107C9-8602-4900-B4B4-D13611B68B3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7967" name="Freeform 11">
                <a:extLst>
                  <a:ext uri="{FF2B5EF4-FFF2-40B4-BE49-F238E27FC236}">
                    <a16:creationId xmlns:a16="http://schemas.microsoft.com/office/drawing/2014/main" id="{24B5E7BF-E3D5-41ED-908A-569FA6DE45D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7968" name="Freeform 12">
                <a:extLst>
                  <a:ext uri="{FF2B5EF4-FFF2-40B4-BE49-F238E27FC236}">
                    <a16:creationId xmlns:a16="http://schemas.microsoft.com/office/drawing/2014/main" id="{D270C773-B463-4311-BB4C-DC4C44FDAA92}"/>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7969" name="Freeform 13">
                <a:extLst>
                  <a:ext uri="{FF2B5EF4-FFF2-40B4-BE49-F238E27FC236}">
                    <a16:creationId xmlns:a16="http://schemas.microsoft.com/office/drawing/2014/main" id="{6BC18564-A239-4C4B-B7D5-4A3769CE3DA3}"/>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7970" name="Freeform 14">
                <a:extLst>
                  <a:ext uri="{FF2B5EF4-FFF2-40B4-BE49-F238E27FC236}">
                    <a16:creationId xmlns:a16="http://schemas.microsoft.com/office/drawing/2014/main" id="{3D9A7A0F-04F5-4EF6-B884-50AE0610F12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7971" name="Freeform 15">
                <a:extLst>
                  <a:ext uri="{FF2B5EF4-FFF2-40B4-BE49-F238E27FC236}">
                    <a16:creationId xmlns:a16="http://schemas.microsoft.com/office/drawing/2014/main" id="{7E0D4876-341D-4983-815A-4AEDD46F6FD3}"/>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7972" name="Line 16">
                <a:extLst>
                  <a:ext uri="{FF2B5EF4-FFF2-40B4-BE49-F238E27FC236}">
                    <a16:creationId xmlns:a16="http://schemas.microsoft.com/office/drawing/2014/main" id="{5BEF60E7-344C-49D0-8748-3A3A37BD3F40}"/>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4763" y="9525"/>
                <a:ext cx="0" cy="0"/>
              </a:xfrm>
              <a:prstGeom prst="line">
                <a:avLst/>
              </a:prstGeom>
              <a:grpFill/>
              <a:ln w="15" cap="flat">
                <a:solidFill>
                  <a:srgbClr val="FFFFFF"/>
                </a:solidFill>
                <a:prstDash val="solid"/>
                <a:miter lim="800000"/>
                <a:headEnd/>
                <a:tailEnd/>
              </a:ln>
            </p:spPr>
            <p:txBody>
              <a:bodyPr/>
              <a:lstStyle/>
              <a:p>
                <a:endParaRPr lang="tr-TR"/>
              </a:p>
            </p:txBody>
          </p:sp>
          <p:sp>
            <p:nvSpPr>
              <p:cNvPr id="37973" name="Freeform 17">
                <a:extLst>
                  <a:ext uri="{FF2B5EF4-FFF2-40B4-BE49-F238E27FC236}">
                    <a16:creationId xmlns:a16="http://schemas.microsoft.com/office/drawing/2014/main" id="{FB606D79-EB93-49B4-9387-4302CC9F3E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7974" name="Freeform 18">
                <a:extLst>
                  <a:ext uri="{FF2B5EF4-FFF2-40B4-BE49-F238E27FC236}">
                    <a16:creationId xmlns:a16="http://schemas.microsoft.com/office/drawing/2014/main" id="{BF49C646-5DA1-4717-B05F-99AB8E046EA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7975" name="Freeform 19">
                <a:extLst>
                  <a:ext uri="{FF2B5EF4-FFF2-40B4-BE49-F238E27FC236}">
                    <a16:creationId xmlns:a16="http://schemas.microsoft.com/office/drawing/2014/main" id="{ADE02A67-7AE8-4FC3-B101-230871F1DFF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7976" name="Freeform 20">
                <a:extLst>
                  <a:ext uri="{FF2B5EF4-FFF2-40B4-BE49-F238E27FC236}">
                    <a16:creationId xmlns:a16="http://schemas.microsoft.com/office/drawing/2014/main" id="{72BAD5DE-952F-4D28-96DE-61ECA1FFE2B8}"/>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7977" name="Rectangle 21">
                <a:extLst>
                  <a:ext uri="{FF2B5EF4-FFF2-40B4-BE49-F238E27FC236}">
                    <a16:creationId xmlns:a16="http://schemas.microsoft.com/office/drawing/2014/main" id="{51BB8E4C-85FF-4480-A425-F9C672FCD70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33350" y="4662488"/>
                <a:ext cx="23813" cy="2181225"/>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tr-TR"/>
              </a:p>
            </p:txBody>
          </p:sp>
          <p:sp>
            <p:nvSpPr>
              <p:cNvPr id="37978" name="Freeform 22">
                <a:extLst>
                  <a:ext uri="{FF2B5EF4-FFF2-40B4-BE49-F238E27FC236}">
                    <a16:creationId xmlns:a16="http://schemas.microsoft.com/office/drawing/2014/main" id="{3E649AA8-8534-4C24-BA83-9C0F4D9C09B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7979" name="Freeform 23">
                <a:extLst>
                  <a:ext uri="{FF2B5EF4-FFF2-40B4-BE49-F238E27FC236}">
                    <a16:creationId xmlns:a16="http://schemas.microsoft.com/office/drawing/2014/main" id="{3A3C2D0A-7FF6-4F97-99B9-973E5E8381A1}"/>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7980" name="Freeform 24">
                <a:extLst>
                  <a:ext uri="{FF2B5EF4-FFF2-40B4-BE49-F238E27FC236}">
                    <a16:creationId xmlns:a16="http://schemas.microsoft.com/office/drawing/2014/main" id="{1D33A404-96DB-40D1-A361-5C09D2FF758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7981" name="Freeform 25">
                <a:extLst>
                  <a:ext uri="{FF2B5EF4-FFF2-40B4-BE49-F238E27FC236}">
                    <a16:creationId xmlns:a16="http://schemas.microsoft.com/office/drawing/2014/main" id="{B67A8029-EDD8-46B3-A24F-3484B84ADA1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7982" name="Freeform 26">
                <a:extLst>
                  <a:ext uri="{FF2B5EF4-FFF2-40B4-BE49-F238E27FC236}">
                    <a16:creationId xmlns:a16="http://schemas.microsoft.com/office/drawing/2014/main" id="{2C111128-EAC0-4125-BEAF-48D4861BE2D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7983" name="Freeform 27">
                <a:extLst>
                  <a:ext uri="{FF2B5EF4-FFF2-40B4-BE49-F238E27FC236}">
                    <a16:creationId xmlns:a16="http://schemas.microsoft.com/office/drawing/2014/main" id="{90EF503E-0E60-484F-8786-498B5244877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7984" name="Freeform 28">
                <a:extLst>
                  <a:ext uri="{FF2B5EF4-FFF2-40B4-BE49-F238E27FC236}">
                    <a16:creationId xmlns:a16="http://schemas.microsoft.com/office/drawing/2014/main" id="{BAEB64C1-8AA2-4861-8AFD-01864EF2384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7985" name="Freeform 29">
                <a:extLst>
                  <a:ext uri="{FF2B5EF4-FFF2-40B4-BE49-F238E27FC236}">
                    <a16:creationId xmlns:a16="http://schemas.microsoft.com/office/drawing/2014/main" id="{7B868A5A-03B3-474C-AB72-31AB04835E7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7986" name="Freeform 30">
                <a:extLst>
                  <a:ext uri="{FF2B5EF4-FFF2-40B4-BE49-F238E27FC236}">
                    <a16:creationId xmlns:a16="http://schemas.microsoft.com/office/drawing/2014/main" id="{C09ACD48-1E0F-4BCB-9028-0B79C43DE55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7987" name="Freeform 31">
                <a:extLst>
                  <a:ext uri="{FF2B5EF4-FFF2-40B4-BE49-F238E27FC236}">
                    <a16:creationId xmlns:a16="http://schemas.microsoft.com/office/drawing/2014/main" id="{B5D4FF3D-341E-4DFE-B4CD-9916246F59D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grpSp>
        <p:grpSp>
          <p:nvGrpSpPr>
            <p:cNvPr id="37950" name="Group 37949">
              <a:extLst>
                <a:ext uri="{FF2B5EF4-FFF2-40B4-BE49-F238E27FC236}">
                  <a16:creationId xmlns:a16="http://schemas.microsoft.com/office/drawing/2014/main" id="{3E7B0719-8F32-457D-83EB-E0A00622B484}"/>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11364912" y="0"/>
              <a:ext cx="674688" cy="6848476"/>
              <a:chOff x="11364912" y="0"/>
              <a:chExt cx="674688" cy="6848476"/>
            </a:xfrm>
            <a:gradFill flip="none" rotWithShape="1">
              <a:gsLst>
                <a:gs pos="0">
                  <a:schemeClr val="tx2">
                    <a:alpha val="80000"/>
                  </a:schemeClr>
                </a:gs>
                <a:gs pos="100000">
                  <a:schemeClr val="bg2">
                    <a:lumMod val="60000"/>
                    <a:lumOff val="40000"/>
                    <a:alpha val="60000"/>
                  </a:schemeClr>
                </a:gs>
              </a:gsLst>
              <a:lin ang="5400000" scaled="0"/>
              <a:tileRect/>
            </a:gradFill>
          </p:grpSpPr>
          <p:sp>
            <p:nvSpPr>
              <p:cNvPr id="37951" name="Freeform 32">
                <a:extLst>
                  <a:ext uri="{FF2B5EF4-FFF2-40B4-BE49-F238E27FC236}">
                    <a16:creationId xmlns:a16="http://schemas.microsoft.com/office/drawing/2014/main" id="{E056FF60-EFE3-4685-95A1-AEDB7F5626F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1483975" y="0"/>
                <a:ext cx="417513" cy="512763"/>
              </a:xfrm>
              <a:custGeom>
                <a:avLst/>
                <a:gdLst/>
                <a:ahLst/>
                <a:cxnLst/>
                <a:rect l="0" t="0" r="r" b="b"/>
                <a:pathLst>
                  <a:path w="263" h="323">
                    <a:moveTo>
                      <a:pt x="12" y="323"/>
                    </a:moveTo>
                    <a:lnTo>
                      <a:pt x="0" y="314"/>
                    </a:lnTo>
                    <a:lnTo>
                      <a:pt x="203" y="108"/>
                    </a:lnTo>
                    <a:lnTo>
                      <a:pt x="248" y="0"/>
                    </a:lnTo>
                    <a:lnTo>
                      <a:pt x="263" y="6"/>
                    </a:lnTo>
                    <a:lnTo>
                      <a:pt x="218" y="117"/>
                    </a:lnTo>
                    <a:lnTo>
                      <a:pt x="218" y="117"/>
                    </a:lnTo>
                    <a:lnTo>
                      <a:pt x="12" y="323"/>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7952" name="Freeform 33">
                <a:extLst>
                  <a:ext uri="{FF2B5EF4-FFF2-40B4-BE49-F238E27FC236}">
                    <a16:creationId xmlns:a16="http://schemas.microsoft.com/office/drawing/2014/main" id="{5E9EA8FB-5CA0-4030-853C-54B499304931}"/>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364912" y="474663"/>
                <a:ext cx="157163" cy="152400"/>
              </a:xfrm>
              <a:custGeom>
                <a:avLst/>
                <a:gdLst/>
                <a:ahLst/>
                <a:cxnLst/>
                <a:rect l="0" t="0" r="r" b="b"/>
                <a:pathLst>
                  <a:path w="33" h="32">
                    <a:moveTo>
                      <a:pt x="17" y="32"/>
                    </a:moveTo>
                    <a:cubicBezTo>
                      <a:pt x="13" y="32"/>
                      <a:pt x="9" y="30"/>
                      <a:pt x="6" y="27"/>
                    </a:cubicBezTo>
                    <a:cubicBezTo>
                      <a:pt x="0" y="21"/>
                      <a:pt x="0" y="11"/>
                      <a:pt x="6" y="5"/>
                    </a:cubicBezTo>
                    <a:cubicBezTo>
                      <a:pt x="9" y="2"/>
                      <a:pt x="13" y="0"/>
                      <a:pt x="17" y="0"/>
                    </a:cubicBezTo>
                    <a:cubicBezTo>
                      <a:pt x="21" y="0"/>
                      <a:pt x="25" y="2"/>
                      <a:pt x="28" y="5"/>
                    </a:cubicBezTo>
                    <a:cubicBezTo>
                      <a:pt x="31" y="8"/>
                      <a:pt x="33" y="12"/>
                      <a:pt x="33" y="16"/>
                    </a:cubicBezTo>
                    <a:cubicBezTo>
                      <a:pt x="33" y="20"/>
                      <a:pt x="31" y="24"/>
                      <a:pt x="28" y="27"/>
                    </a:cubicBezTo>
                    <a:cubicBezTo>
                      <a:pt x="25" y="30"/>
                      <a:pt x="21" y="32"/>
                      <a:pt x="17" y="32"/>
                    </a:cubicBezTo>
                    <a:close/>
                    <a:moveTo>
                      <a:pt x="17" y="4"/>
                    </a:moveTo>
                    <a:cubicBezTo>
                      <a:pt x="14" y="4"/>
                      <a:pt x="11" y="6"/>
                      <a:pt x="9" y="8"/>
                    </a:cubicBezTo>
                    <a:cubicBezTo>
                      <a:pt x="4" y="12"/>
                      <a:pt x="4" y="20"/>
                      <a:pt x="9" y="24"/>
                    </a:cubicBezTo>
                    <a:cubicBezTo>
                      <a:pt x="11" y="27"/>
                      <a:pt x="14" y="28"/>
                      <a:pt x="17" y="28"/>
                    </a:cubicBezTo>
                    <a:cubicBezTo>
                      <a:pt x="20" y="28"/>
                      <a:pt x="23" y="27"/>
                      <a:pt x="26" y="24"/>
                    </a:cubicBezTo>
                    <a:cubicBezTo>
                      <a:pt x="30" y="20"/>
                      <a:pt x="30" y="12"/>
                      <a:pt x="26" y="8"/>
                    </a:cubicBezTo>
                    <a:cubicBezTo>
                      <a:pt x="23" y="6"/>
                      <a:pt x="20" y="4"/>
                      <a:pt x="17"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7953" name="Freeform 34">
                <a:extLst>
                  <a:ext uri="{FF2B5EF4-FFF2-40B4-BE49-F238E27FC236}">
                    <a16:creationId xmlns:a16="http://schemas.microsoft.com/office/drawing/2014/main" id="{387B387A-44A6-42A0-BACA-71AC19FCA041}"/>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631612" y="1539875"/>
                <a:ext cx="188913"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7954" name="Freeform 35">
                <a:extLst>
                  <a:ext uri="{FF2B5EF4-FFF2-40B4-BE49-F238E27FC236}">
                    <a16:creationId xmlns:a16="http://schemas.microsoft.com/office/drawing/2014/main" id="{4424F11E-20C0-4CFE-BE79-CDE4469FED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1531600" y="5694363"/>
                <a:ext cx="298450" cy="1154113"/>
              </a:xfrm>
              <a:custGeom>
                <a:avLst/>
                <a:gdLst/>
                <a:ahLst/>
                <a:cxnLst/>
                <a:rect l="0" t="0" r="r" b="b"/>
                <a:pathLst>
                  <a:path w="188" h="727">
                    <a:moveTo>
                      <a:pt x="15" y="727"/>
                    </a:moveTo>
                    <a:lnTo>
                      <a:pt x="0" y="727"/>
                    </a:lnTo>
                    <a:lnTo>
                      <a:pt x="0" y="407"/>
                    </a:lnTo>
                    <a:lnTo>
                      <a:pt x="0" y="407"/>
                    </a:lnTo>
                    <a:lnTo>
                      <a:pt x="176" y="0"/>
                    </a:lnTo>
                    <a:lnTo>
                      <a:pt x="188" y="6"/>
                    </a:lnTo>
                    <a:lnTo>
                      <a:pt x="15" y="410"/>
                    </a:lnTo>
                    <a:lnTo>
                      <a:pt x="15" y="727"/>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7955" name="Freeform 36">
                <a:extLst>
                  <a:ext uri="{FF2B5EF4-FFF2-40B4-BE49-F238E27FC236}">
                    <a16:creationId xmlns:a16="http://schemas.microsoft.com/office/drawing/2014/main" id="{7BEDF974-EB25-4769-BDD6-F16430FF2C3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772900" y="5551488"/>
                <a:ext cx="157163" cy="155575"/>
              </a:xfrm>
              <a:custGeom>
                <a:avLst/>
                <a:gdLst/>
                <a:ahLst/>
                <a:cxnLst/>
                <a:rect l="0" t="0" r="r" b="b"/>
                <a:pathLst>
                  <a:path w="33" h="33">
                    <a:moveTo>
                      <a:pt x="17" y="33"/>
                    </a:moveTo>
                    <a:cubicBezTo>
                      <a:pt x="8" y="33"/>
                      <a:pt x="0" y="25"/>
                      <a:pt x="0" y="16"/>
                    </a:cubicBezTo>
                    <a:cubicBezTo>
                      <a:pt x="0" y="7"/>
                      <a:pt x="8" y="0"/>
                      <a:pt x="17" y="0"/>
                    </a:cubicBezTo>
                    <a:cubicBezTo>
                      <a:pt x="26" y="0"/>
                      <a:pt x="33" y="7"/>
                      <a:pt x="33" y="16"/>
                    </a:cubicBezTo>
                    <a:cubicBezTo>
                      <a:pt x="33" y="25"/>
                      <a:pt x="26" y="33"/>
                      <a:pt x="17" y="33"/>
                    </a:cubicBezTo>
                    <a:close/>
                    <a:moveTo>
                      <a:pt x="17" y="4"/>
                    </a:moveTo>
                    <a:cubicBezTo>
                      <a:pt x="10" y="4"/>
                      <a:pt x="4" y="9"/>
                      <a:pt x="4" y="16"/>
                    </a:cubicBezTo>
                    <a:cubicBezTo>
                      <a:pt x="4" y="23"/>
                      <a:pt x="10" y="29"/>
                      <a:pt x="17" y="29"/>
                    </a:cubicBezTo>
                    <a:cubicBezTo>
                      <a:pt x="23" y="29"/>
                      <a:pt x="29" y="23"/>
                      <a:pt x="29" y="16"/>
                    </a:cubicBezTo>
                    <a:cubicBezTo>
                      <a:pt x="29" y="9"/>
                      <a:pt x="23" y="4"/>
                      <a:pt x="17"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7956" name="Freeform 37">
                <a:extLst>
                  <a:ext uri="{FF2B5EF4-FFF2-40B4-BE49-F238E27FC236}">
                    <a16:creationId xmlns:a16="http://schemas.microsoft.com/office/drawing/2014/main" id="{7AD36026-D842-4FF4-905B-CEA8481F55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1710987" y="4763"/>
                <a:ext cx="304800" cy="1544638"/>
              </a:xfrm>
              <a:custGeom>
                <a:avLst/>
                <a:gdLst/>
                <a:ahLst/>
                <a:cxnLst/>
                <a:rect l="0" t="0" r="r" b="b"/>
                <a:pathLst>
                  <a:path w="192" h="973">
                    <a:moveTo>
                      <a:pt x="15" y="973"/>
                    </a:moveTo>
                    <a:lnTo>
                      <a:pt x="0" y="973"/>
                    </a:lnTo>
                    <a:lnTo>
                      <a:pt x="0" y="790"/>
                    </a:lnTo>
                    <a:lnTo>
                      <a:pt x="174" y="614"/>
                    </a:lnTo>
                    <a:lnTo>
                      <a:pt x="174" y="0"/>
                    </a:lnTo>
                    <a:lnTo>
                      <a:pt x="192" y="0"/>
                    </a:lnTo>
                    <a:lnTo>
                      <a:pt x="192" y="620"/>
                    </a:lnTo>
                    <a:lnTo>
                      <a:pt x="15" y="796"/>
                    </a:lnTo>
                    <a:lnTo>
                      <a:pt x="15" y="973"/>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7957" name="Freeform 38">
                <a:extLst>
                  <a:ext uri="{FF2B5EF4-FFF2-40B4-BE49-F238E27FC236}">
                    <a16:creationId xmlns:a16="http://schemas.microsoft.com/office/drawing/2014/main" id="{5EBAAB58-B39B-410E-97BA-4D33B0A9C0E3}"/>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636375" y="4867275"/>
                <a:ext cx="188913"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7958" name="Freeform 39">
                <a:extLst>
                  <a:ext uri="{FF2B5EF4-FFF2-40B4-BE49-F238E27FC236}">
                    <a16:creationId xmlns:a16="http://schemas.microsoft.com/office/drawing/2014/main" id="{57F900A9-A201-4C4D-9229-14F784AECE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1441112" y="5046663"/>
                <a:ext cx="307975" cy="1801813"/>
              </a:xfrm>
              <a:custGeom>
                <a:avLst/>
                <a:gdLst/>
                <a:ahLst/>
                <a:cxnLst/>
                <a:rect l="0" t="0" r="r" b="b"/>
                <a:pathLst>
                  <a:path w="194" h="1135">
                    <a:moveTo>
                      <a:pt x="18" y="1135"/>
                    </a:moveTo>
                    <a:lnTo>
                      <a:pt x="0" y="1135"/>
                    </a:lnTo>
                    <a:lnTo>
                      <a:pt x="0" y="354"/>
                    </a:lnTo>
                    <a:lnTo>
                      <a:pt x="176" y="177"/>
                    </a:lnTo>
                    <a:lnTo>
                      <a:pt x="176" y="0"/>
                    </a:lnTo>
                    <a:lnTo>
                      <a:pt x="194" y="0"/>
                    </a:lnTo>
                    <a:lnTo>
                      <a:pt x="194" y="183"/>
                    </a:lnTo>
                    <a:lnTo>
                      <a:pt x="18" y="360"/>
                    </a:lnTo>
                    <a:lnTo>
                      <a:pt x="18" y="1135"/>
                    </a:ln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7959" name="Freeform 40">
                <a:extLst>
                  <a:ext uri="{FF2B5EF4-FFF2-40B4-BE49-F238E27FC236}">
                    <a16:creationId xmlns:a16="http://schemas.microsoft.com/office/drawing/2014/main" id="{EFF4B280-5D63-4917-8757-8088E70BA2B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849100" y="64166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round/>
                    <a:headEnd/>
                    <a:tailEnd/>
                  </a14:hiddenLine>
                </a:ext>
              </a:extLst>
            </p:spPr>
            <p:txBody>
              <a:bodyPr/>
              <a:lstStyle/>
              <a:p>
                <a:endParaRPr lang="tr-TR"/>
              </a:p>
            </p:txBody>
          </p:sp>
          <p:sp>
            <p:nvSpPr>
              <p:cNvPr id="37960" name="Rectangle 41">
                <a:extLst>
                  <a:ext uri="{FF2B5EF4-FFF2-40B4-BE49-F238E27FC236}">
                    <a16:creationId xmlns:a16="http://schemas.microsoft.com/office/drawing/2014/main" id="{9CD67EA3-2BB1-4AE4-AFF9-BE18B6161B6C}"/>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939587" y="6596063"/>
                <a:ext cx="23813" cy="252413"/>
              </a:xfrm>
              <a:prstGeom prst="rect">
                <a:avLst/>
              </a:prstGeom>
              <a:grpFill/>
              <a:ln>
                <a:noFill/>
              </a:ln>
              <a:extLst>
                <a:ext uri="{91240B29-F687-4f45-9708-019B960494DF}">
                  <a14:hiddenLine xmlns:a14="http://schemas.microsoft.com/office/drawing/2010/main" xmlns:p14="http://schemas.microsoft.com/office/powerpoint/2010/main" xmlns:a16="http://schemas.microsoft.com/office/drawing/2014/main" xmlns="" w="9525">
                    <a:solidFill>
                      <a:srgbClr val="000000"/>
                    </a:solidFill>
                    <a:miter lim="800000"/>
                    <a:headEnd/>
                    <a:tailEnd/>
                  </a14:hiddenLine>
                </a:ext>
              </a:extLst>
            </p:spPr>
            <p:txBody>
              <a:bodyPr/>
              <a:lstStyle/>
              <a:p>
                <a:endParaRPr lang="tr-TR"/>
              </a:p>
            </p:txBody>
          </p:sp>
        </p:grpSp>
      </p:grpSp>
      <p:sp>
        <p:nvSpPr>
          <p:cNvPr id="37890" name="Rectangle 2">
            <a:extLst>
              <a:ext uri="{FF2B5EF4-FFF2-40B4-BE49-F238E27FC236}">
                <a16:creationId xmlns:a16="http://schemas.microsoft.com/office/drawing/2014/main" id="{948A08F8-2535-B33E-BD30-D27C3940396C}"/>
              </a:ext>
            </a:extLst>
          </p:cNvPr>
          <p:cNvSpPr>
            <a:spLocks noGrp="1" noChangeArrowheads="1"/>
          </p:cNvSpPr>
          <p:nvPr>
            <p:ph type="title"/>
          </p:nvPr>
        </p:nvSpPr>
        <p:spPr>
          <a:xfrm>
            <a:off x="1141413" y="618518"/>
            <a:ext cx="9905998" cy="1478570"/>
          </a:xfrm>
        </p:spPr>
        <p:txBody>
          <a:bodyPr vert="horz" lIns="91440" tIns="45720" rIns="91440" bIns="45720" rtlCol="0" anchor="ctr">
            <a:normAutofit/>
          </a:bodyPr>
          <a:lstStyle/>
          <a:p>
            <a:r>
              <a:rPr lang="en-US" altLang="en-US" b="1"/>
              <a:t>Uyarım</a:t>
            </a:r>
            <a:r>
              <a:rPr lang="en-US" altLang="en-US" b="1" dirty="0"/>
              <a:t> </a:t>
            </a:r>
            <a:r>
              <a:rPr lang="en-US" altLang="en-US" b="1"/>
              <a:t>Amaçlı</a:t>
            </a:r>
            <a:r>
              <a:rPr lang="en-US" altLang="en-US" b="1" dirty="0"/>
              <a:t> </a:t>
            </a:r>
            <a:r>
              <a:rPr lang="en-US" altLang="en-US" b="1"/>
              <a:t>Elektrotlar</a:t>
            </a:r>
          </a:p>
        </p:txBody>
      </p:sp>
      <p:pic>
        <p:nvPicPr>
          <p:cNvPr id="37893" name="Picture 7">
            <a:extLst>
              <a:ext uri="{FF2B5EF4-FFF2-40B4-BE49-F238E27FC236}">
                <a16:creationId xmlns:a16="http://schemas.microsoft.com/office/drawing/2014/main" id="{1F8E15FF-0F31-B47D-3B86-CE8F80998AA5}"/>
              </a:ext>
            </a:extLst>
          </p:cNvPr>
          <p:cNvPicPr>
            <a:picLocks noGrp="1" noChangeAspect="1" noChangeArrowheads="1"/>
          </p:cNvPicPr>
          <p:nvPr>
            <p:ph sz="quarter" idx="3"/>
          </p:nvPr>
        </p:nvPicPr>
        <p:blipFill>
          <a:blip r:embed="rId4">
            <a:extLst>
              <a:ext uri="{28A0092B-C50C-407E-A947-70E740481C1C}">
                <a14:useLocalDpi xmlns:a14="http://schemas.microsoft.com/office/drawing/2010/main" val="0"/>
              </a:ext>
            </a:extLst>
          </a:blip>
          <a:stretch>
            <a:fillRect/>
          </a:stretch>
        </p:blipFill>
        <p:spPr>
          <a:xfrm>
            <a:off x="2134708" y="2249487"/>
            <a:ext cx="1508003" cy="1692529"/>
          </a:xfrm>
          <a:prstGeom prst="round2DiagRect">
            <a:avLst>
              <a:gd name="adj1" fmla="val 5608"/>
              <a:gd name="adj2" fmla="val 0"/>
            </a:avLst>
          </a:prstGeom>
          <a:noFill/>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pic>
      <p:pic>
        <p:nvPicPr>
          <p:cNvPr id="37892" name="Picture 6">
            <a:extLst>
              <a:ext uri="{FF2B5EF4-FFF2-40B4-BE49-F238E27FC236}">
                <a16:creationId xmlns:a16="http://schemas.microsoft.com/office/drawing/2014/main" id="{B36621FD-4ED7-A68D-451E-6DEA608D255F}"/>
              </a:ext>
            </a:extLst>
          </p:cNvPr>
          <p:cNvPicPr>
            <a:picLocks noGrp="1" noChangeAspect="1" noChangeArrowheads="1"/>
          </p:cNvPicPr>
          <p:nvPr>
            <p:ph sz="quarter" idx="2"/>
          </p:nvPr>
        </p:nvPicPr>
        <p:blipFill>
          <a:blip r:embed="rId5">
            <a:extLst>
              <a:ext uri="{28A0092B-C50C-407E-A947-70E740481C1C}">
                <a14:useLocalDpi xmlns:a14="http://schemas.microsoft.com/office/drawing/2010/main" val="0"/>
              </a:ext>
            </a:extLst>
          </a:blip>
          <a:stretch>
            <a:fillRect/>
          </a:stretch>
        </p:blipFill>
        <p:spPr>
          <a:xfrm>
            <a:off x="2127648" y="4106607"/>
            <a:ext cx="1522120" cy="1692529"/>
          </a:xfrm>
          <a:prstGeom prst="round2DiagRect">
            <a:avLst>
              <a:gd name="adj1" fmla="val 5608"/>
              <a:gd name="adj2" fmla="val 0"/>
            </a:avLst>
          </a:prstGeom>
          <a:noFill/>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pic>
      <p:sp>
        <p:nvSpPr>
          <p:cNvPr id="37891" name="Rectangle 3">
            <a:extLst>
              <a:ext uri="{FF2B5EF4-FFF2-40B4-BE49-F238E27FC236}">
                <a16:creationId xmlns:a16="http://schemas.microsoft.com/office/drawing/2014/main" id="{0AD08772-B994-F547-9A26-30D788C289BC}"/>
              </a:ext>
            </a:extLst>
          </p:cNvPr>
          <p:cNvSpPr>
            <a:spLocks noGrp="1" noChangeArrowheads="1"/>
          </p:cNvSpPr>
          <p:nvPr>
            <p:ph type="body" sz="half" idx="1"/>
          </p:nvPr>
        </p:nvSpPr>
        <p:spPr>
          <a:xfrm>
            <a:off x="5034579" y="2249487"/>
            <a:ext cx="6012832" cy="3541714"/>
          </a:xfrm>
        </p:spPr>
        <p:txBody>
          <a:bodyPr vert="horz" lIns="91440" tIns="45720" rIns="91440" bIns="45720" rtlCol="0">
            <a:normAutofit/>
          </a:bodyPr>
          <a:lstStyle/>
          <a:p>
            <a:pPr>
              <a:lnSpc>
                <a:spcPct val="110000"/>
              </a:lnSpc>
            </a:pPr>
            <a:r>
              <a:rPr lang="en-US" altLang="en-US" sz="1900" b="1"/>
              <a:t>Beyin Uyarıcı (Brain stimulate) Elektrot</a:t>
            </a:r>
          </a:p>
          <a:p>
            <a:pPr>
              <a:lnSpc>
                <a:spcPct val="110000"/>
              </a:lnSpc>
            </a:pPr>
            <a:r>
              <a:rPr lang="en-US" altLang="en-US" sz="1900"/>
              <a:t>Beyin uyarıcı (brain stimulate) pacemaker cihazı, parkinson veya epilepsi hastası olan</a:t>
            </a:r>
          </a:p>
          <a:p>
            <a:pPr>
              <a:lnSpc>
                <a:spcPct val="110000"/>
              </a:lnSpc>
            </a:pPr>
            <a:r>
              <a:rPr lang="en-US" altLang="en-US" sz="1900"/>
              <a:t>     kişilere ameliyatla beyin içine elektrot kısmı, göğüs içine de cihazın ana gövdesi gelecek</a:t>
            </a:r>
          </a:p>
          <a:p>
            <a:pPr>
              <a:lnSpc>
                <a:spcPct val="110000"/>
              </a:lnSpc>
            </a:pPr>
            <a:r>
              <a:rPr lang="en-US" altLang="en-US" sz="1900"/>
              <a:t>     şekilde yerleştirilir.</a:t>
            </a:r>
          </a:p>
          <a:p>
            <a:pPr>
              <a:lnSpc>
                <a:spcPct val="110000"/>
              </a:lnSpc>
            </a:pPr>
            <a:r>
              <a:rPr lang="en-US" altLang="en-US" sz="1900"/>
              <a:t>Cihaz, pil ile çalışmakta olup ürettiği sinyaller elektrot yardımıyla beyne iletilerek beynin uyarılması ve fonksiyonlarını normal yapması sağlanır.</a:t>
            </a:r>
          </a:p>
        </p:txBody>
      </p:sp>
      <p:sp>
        <p:nvSpPr>
          <p:cNvPr id="2" name="Alt Bilgi Yer Tutucusu 1">
            <a:extLst>
              <a:ext uri="{FF2B5EF4-FFF2-40B4-BE49-F238E27FC236}">
                <a16:creationId xmlns:a16="http://schemas.microsoft.com/office/drawing/2014/main" id="{933DDBD7-54B5-585B-2A86-E35BEC131BDE}"/>
              </a:ext>
            </a:extLst>
          </p:cNvPr>
          <p:cNvSpPr>
            <a:spLocks noGrp="1"/>
          </p:cNvSpPr>
          <p:nvPr>
            <p:ph type="ftr" sz="quarter" idx="11"/>
          </p:nvPr>
        </p:nvSpPr>
        <p:spPr/>
        <p:txBody>
          <a:bodyPr/>
          <a:lstStyle/>
          <a:p>
            <a:pPr>
              <a:defRPr/>
            </a:pPr>
            <a:r>
              <a:rPr lang="en-US" altLang="en-US"/>
              <a:t>MEHMET FATİH KARAKAŞ</a:t>
            </a:r>
          </a:p>
        </p:txBody>
      </p:sp>
    </p:spTree>
    <p:extLst>
      <p:ext uri="{BB962C8B-B14F-4D97-AF65-F5344CB8AC3E}">
        <p14:creationId xmlns:p14="http://schemas.microsoft.com/office/powerpoint/2010/main" val="215431286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bg>
      <p:bgPr>
        <a:blipFill>
          <a:blip r:embed="rId2">
            <a:duotone>
              <a:schemeClr val="bg2">
                <a:shade val="88000"/>
                <a:hueMod val="106000"/>
                <a:satMod val="140000"/>
                <a:lumMod val="54000"/>
              </a:schemeClr>
              <a:schemeClr val="bg2">
                <a:tint val="98000"/>
                <a:hueMod val="90000"/>
                <a:satMod val="150000"/>
                <a:lumMod val="160000"/>
              </a:schemeClr>
            </a:duotone>
          </a:blip>
          <a:stretch/>
        </a:blipFill>
        <a:effectLst/>
      </p:bgPr>
    </p:bg>
    <p:spTree>
      <p:nvGrpSpPr>
        <p:cNvPr id="1" name=""/>
        <p:cNvGrpSpPr/>
        <p:nvPr/>
      </p:nvGrpSpPr>
      <p:grpSpPr>
        <a:xfrm>
          <a:off x="0" y="0"/>
          <a:ext cx="0" cy="0"/>
          <a:chOff x="0" y="0"/>
          <a:chExt cx="0" cy="0"/>
        </a:xfrm>
      </p:grpSpPr>
      <p:sp>
        <p:nvSpPr>
          <p:cNvPr id="41986" name="Rectangle 2">
            <a:extLst>
              <a:ext uri="{FF2B5EF4-FFF2-40B4-BE49-F238E27FC236}">
                <a16:creationId xmlns:a16="http://schemas.microsoft.com/office/drawing/2014/main" id="{A912A55F-364A-D78B-014D-2D9A0D1B9C33}"/>
              </a:ext>
            </a:extLst>
          </p:cNvPr>
          <p:cNvSpPr>
            <a:spLocks noGrp="1" noChangeArrowheads="1"/>
          </p:cNvSpPr>
          <p:nvPr>
            <p:ph type="title"/>
          </p:nvPr>
        </p:nvSpPr>
        <p:spPr>
          <a:xfrm>
            <a:off x="5128643" y="618518"/>
            <a:ext cx="6188402" cy="1478570"/>
          </a:xfrm>
        </p:spPr>
        <p:txBody>
          <a:bodyPr>
            <a:normAutofit/>
          </a:bodyPr>
          <a:lstStyle/>
          <a:p>
            <a:pPr eaLnBrk="1" hangingPunct="1"/>
            <a:r>
              <a:rPr lang="en-US" altLang="en-US" b="1" dirty="0" err="1"/>
              <a:t>Uyarım</a:t>
            </a:r>
            <a:r>
              <a:rPr lang="en-US" altLang="en-US" b="1" dirty="0"/>
              <a:t> </a:t>
            </a:r>
            <a:r>
              <a:rPr lang="en-US" altLang="en-US" b="1" dirty="0" err="1"/>
              <a:t>Amaçlı</a:t>
            </a:r>
            <a:r>
              <a:rPr lang="en-US" altLang="en-US" b="1" dirty="0"/>
              <a:t> </a:t>
            </a:r>
            <a:r>
              <a:rPr lang="en-US" altLang="en-US" b="1" dirty="0" err="1"/>
              <a:t>Elektrotlar</a:t>
            </a:r>
            <a:endParaRPr lang="en-US" altLang="en-US" b="1" dirty="0"/>
          </a:p>
        </p:txBody>
      </p:sp>
      <p:sp>
        <p:nvSpPr>
          <p:cNvPr id="42056" name="Round Diagonal Corner Rectangle 6">
            <a:extLst>
              <a:ext uri="{FF2B5EF4-FFF2-40B4-BE49-F238E27FC236}">
                <a16:creationId xmlns:a16="http://schemas.microsoft.com/office/drawing/2014/main" id="{C169E84F-4748-4D61-A105-357962627A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14579" y="808057"/>
            <a:ext cx="3821429" cy="5234394"/>
          </a:xfrm>
          <a:prstGeom prst="round2DiagRect">
            <a:avLst>
              <a:gd name="adj1" fmla="val 11323"/>
              <a:gd name="adj2" fmla="val 0"/>
            </a:avLst>
          </a:prstGeom>
          <a:solidFill>
            <a:srgbClr val="FFFFFF"/>
          </a:solidFill>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7">
            <a:extLst>
              <a:ext uri="{FF2B5EF4-FFF2-40B4-BE49-F238E27FC236}">
                <a16:creationId xmlns:a16="http://schemas.microsoft.com/office/drawing/2014/main" id="{FC91E37A-BEEF-0970-64BF-AE0E03CEDDEE}"/>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a:xfrm>
            <a:off x="1684893" y="1137622"/>
            <a:ext cx="2062086" cy="2206352"/>
          </a:xfrm>
          <a:prstGeom prst="rect">
            <a:avLst/>
          </a:prstGeom>
          <a:noFill/>
        </p:spPr>
      </p:pic>
      <p:pic>
        <p:nvPicPr>
          <p:cNvPr id="2" name="Picture 9">
            <a:extLst>
              <a:ext uri="{FF2B5EF4-FFF2-40B4-BE49-F238E27FC236}">
                <a16:creationId xmlns:a16="http://schemas.microsoft.com/office/drawing/2014/main" id="{BFF276DC-B1F3-9EB8-14D2-D8608FB52239}"/>
              </a:ext>
            </a:extLst>
          </p:cNvPr>
          <p:cNvPicPr>
            <a:picLocks noChangeAspect="1" noChangeArrowheads="1"/>
          </p:cNvPicPr>
          <p:nvPr/>
        </p:nvPicPr>
        <p:blipFill>
          <a:blip r:embed="rId4">
            <a:extLst>
              <a:ext uri="{28A0092B-C50C-407E-A947-70E740481C1C}">
                <a14:useLocalDpi xmlns:a14="http://schemas.microsoft.com/office/drawing/2010/main" val="0"/>
              </a:ext>
            </a:extLst>
          </a:blip>
          <a:stretch>
            <a:fillRect/>
          </a:stretch>
        </p:blipFill>
        <p:spPr>
          <a:xfrm>
            <a:off x="1451379" y="3508565"/>
            <a:ext cx="2529111" cy="2206353"/>
          </a:xfrm>
          <a:prstGeom prst="rect">
            <a:avLst/>
          </a:prstGeom>
          <a:noFill/>
        </p:spPr>
      </p:pic>
      <p:sp>
        <p:nvSpPr>
          <p:cNvPr id="41987" name="Rectangle 3">
            <a:extLst>
              <a:ext uri="{FF2B5EF4-FFF2-40B4-BE49-F238E27FC236}">
                <a16:creationId xmlns:a16="http://schemas.microsoft.com/office/drawing/2014/main" id="{D4122D00-A8D7-4F6F-F469-CFDEE9654F23}"/>
              </a:ext>
            </a:extLst>
          </p:cNvPr>
          <p:cNvSpPr>
            <a:spLocks noGrp="1" noChangeArrowheads="1"/>
          </p:cNvSpPr>
          <p:nvPr>
            <p:ph idx="1"/>
          </p:nvPr>
        </p:nvSpPr>
        <p:spPr>
          <a:xfrm>
            <a:off x="5128643" y="2249487"/>
            <a:ext cx="6188402" cy="3541714"/>
          </a:xfrm>
        </p:spPr>
        <p:txBody>
          <a:bodyPr>
            <a:normAutofit/>
          </a:bodyPr>
          <a:lstStyle/>
          <a:p>
            <a:pPr eaLnBrk="1" hangingPunct="1">
              <a:lnSpc>
                <a:spcPct val="110000"/>
              </a:lnSpc>
            </a:pPr>
            <a:r>
              <a:rPr lang="en-US" altLang="en-US" sz="1900" b="1"/>
              <a:t>Kalbi İçerden Uyaran Pacemaker (Kalp Pili) Elektrodu</a:t>
            </a:r>
            <a:endParaRPr lang="tr-TR" altLang="en-US" sz="1900" b="1"/>
          </a:p>
          <a:p>
            <a:pPr eaLnBrk="1" hangingPunct="1">
              <a:lnSpc>
                <a:spcPct val="110000"/>
              </a:lnSpc>
            </a:pPr>
            <a:r>
              <a:rPr lang="en-US" altLang="en-US" sz="1900"/>
              <a:t>Pacemaker, elektrotları yardımıyla kalbe periyodik uyartımlar vererek çalışma</a:t>
            </a:r>
            <a:r>
              <a:rPr lang="tr-TR" altLang="en-US" sz="1900"/>
              <a:t> </a:t>
            </a:r>
            <a:r>
              <a:rPr lang="en-US" altLang="en-US" sz="1900"/>
              <a:t>düzenini sağlayan bir cihazdır. </a:t>
            </a:r>
            <a:endParaRPr lang="tr-TR" altLang="en-US" sz="1900"/>
          </a:p>
          <a:p>
            <a:pPr eaLnBrk="1" hangingPunct="1">
              <a:lnSpc>
                <a:spcPct val="110000"/>
              </a:lnSpc>
            </a:pPr>
            <a:r>
              <a:rPr lang="en-US" altLang="en-US" sz="1900"/>
              <a:t>Sağ omuzun ön alt tarafindan açılarak ve damara girilerek</a:t>
            </a:r>
            <a:r>
              <a:rPr lang="tr-TR" altLang="en-US" sz="1900"/>
              <a:t> </a:t>
            </a:r>
            <a:r>
              <a:rPr lang="en-US" altLang="en-US" sz="1900"/>
              <a:t>kalpte en fazla elektriksel uyartıma uygun olan kısımlara elektrotları yerleştirilir. </a:t>
            </a:r>
            <a:endParaRPr lang="tr-TR" altLang="en-US" sz="1900"/>
          </a:p>
          <a:p>
            <a:pPr eaLnBrk="1" hangingPunct="1">
              <a:lnSpc>
                <a:spcPct val="110000"/>
              </a:lnSpc>
            </a:pPr>
            <a:r>
              <a:rPr lang="en-US" altLang="en-US" sz="1900"/>
              <a:t>Pilin</a:t>
            </a:r>
            <a:r>
              <a:rPr lang="tr-TR" altLang="en-US" sz="1900"/>
              <a:t> </a:t>
            </a:r>
            <a:r>
              <a:rPr lang="en-US" altLang="en-US" sz="1900"/>
              <a:t>kendisi ise açılan yerde deri altına yerleştirilir. Belirli aralık veya durumlara göre şok verip</a:t>
            </a:r>
            <a:r>
              <a:rPr lang="tr-TR" altLang="en-US" sz="1900"/>
              <a:t> </a:t>
            </a:r>
            <a:r>
              <a:rPr lang="en-US" altLang="en-US" sz="1900"/>
              <a:t>kalbin düzenli atışını sağlamak için programlanır. </a:t>
            </a:r>
            <a:endParaRPr lang="tr-TR" altLang="en-US" sz="1900"/>
          </a:p>
          <a:p>
            <a:pPr eaLnBrk="1" hangingPunct="1">
              <a:lnSpc>
                <a:spcPct val="110000"/>
              </a:lnSpc>
              <a:buFontTx/>
              <a:buNone/>
            </a:pPr>
            <a:endParaRPr lang="tr-TR" altLang="en-US" sz="1900"/>
          </a:p>
        </p:txBody>
      </p:sp>
      <p:sp>
        <p:nvSpPr>
          <p:cNvPr id="4" name="Alt Bilgi Yer Tutucusu 3">
            <a:extLst>
              <a:ext uri="{FF2B5EF4-FFF2-40B4-BE49-F238E27FC236}">
                <a16:creationId xmlns:a16="http://schemas.microsoft.com/office/drawing/2014/main" id="{7E7672FE-EDB2-959B-C393-D190BBA6C85C}"/>
              </a:ext>
            </a:extLst>
          </p:cNvPr>
          <p:cNvSpPr>
            <a:spLocks noGrp="1"/>
          </p:cNvSpPr>
          <p:nvPr>
            <p:ph type="ftr" sz="quarter" idx="11"/>
          </p:nvPr>
        </p:nvSpPr>
        <p:spPr/>
        <p:txBody>
          <a:bodyPr/>
          <a:lstStyle/>
          <a:p>
            <a:r>
              <a:rPr lang="en-US"/>
              <a:t>MEHMET FATİH KARAKAŞ</a:t>
            </a:r>
            <a:endParaRPr lang="en-US" dirty="0"/>
          </a:p>
        </p:txBody>
      </p:sp>
    </p:spTree>
    <p:extLst>
      <p:ext uri="{BB962C8B-B14F-4D97-AF65-F5344CB8AC3E}">
        <p14:creationId xmlns:p14="http://schemas.microsoft.com/office/powerpoint/2010/main" val="39573085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39109" name="Picture 2">
            <a:extLst>
              <a:ext uri="{FF2B5EF4-FFF2-40B4-BE49-F238E27FC236}">
                <a16:creationId xmlns:a16="http://schemas.microsoft.com/office/drawing/2014/main" id="{5FF7B57D-FF7B-48B3-9F60-9BCEEECF9E76}"/>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2">
            <a:alphaModFix amt="30000"/>
            <a:extLst>
              <a:ext uri="{28A0092B-C50C-407E-A947-70E740481C1C}">
                <a14:useLocalDpi xmlns:a14="http://schemas.microsoft.com/office/drawing/2010/main" val="0"/>
              </a:ext>
            </a:extLst>
          </a:blip>
          <a:srcRect/>
          <a:stretch>
            <a:fillRect/>
          </a:stretch>
        </p:blipFill>
        <p:spPr bwMode="auto">
          <a:xfrm>
            <a:off x="0" y="0"/>
            <a:ext cx="12192003" cy="6858001"/>
          </a:xfrm>
          <a:prstGeom prst="rect">
            <a:avLst/>
          </a:prstGeom>
          <a:noFill/>
          <a:extLst>
            <a:ext uri="{909E8E84-426E-40dd-AFC4-6F175D3DCCD1}">
              <a14:hiddenFill xmlns="" xmlns:a16="http://schemas.microsoft.com/office/drawing/2014/main" xmlns:p14="http://schemas.microsoft.com/office/powerpoint/2010/main" xmlns:a14="http://schemas.microsoft.com/office/drawing/2010/main">
                <a:solidFill>
                  <a:srgbClr val="FFFFFF"/>
                </a:solidFill>
              </a14:hiddenFill>
            </a:ext>
          </a:extLst>
        </p:spPr>
      </p:pic>
      <p:grpSp>
        <p:nvGrpSpPr>
          <p:cNvPr id="39110" name="Group 39055">
            <a:extLst>
              <a:ext uri="{FF2B5EF4-FFF2-40B4-BE49-F238E27FC236}">
                <a16:creationId xmlns:a16="http://schemas.microsoft.com/office/drawing/2014/main" id="{EB95AFDF-FA7D-4311-9C65-6D507D92F47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4288" y="0"/>
            <a:ext cx="12053888" cy="6858001"/>
            <a:chOff x="-14288" y="0"/>
            <a:chExt cx="12053888" cy="6858001"/>
          </a:xfrm>
        </p:grpSpPr>
        <p:grpSp>
          <p:nvGrpSpPr>
            <p:cNvPr id="39057" name="Group 39056">
              <a:extLst>
                <a:ext uri="{FF2B5EF4-FFF2-40B4-BE49-F238E27FC236}">
                  <a16:creationId xmlns:a16="http://schemas.microsoft.com/office/drawing/2014/main" id="{9A5CCD98-20C1-4404-B788-FDA92F8A440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14288" y="0"/>
              <a:ext cx="1220788" cy="6858001"/>
              <a:chOff x="-14288" y="0"/>
              <a:chExt cx="1220788" cy="6858001"/>
            </a:xfrm>
            <a:gradFill flip="none" rotWithShape="1">
              <a:gsLst>
                <a:gs pos="0">
                  <a:schemeClr val="tx2"/>
                </a:gs>
                <a:gs pos="100000">
                  <a:schemeClr val="bg2">
                    <a:lumMod val="60000"/>
                    <a:lumOff val="40000"/>
                  </a:schemeClr>
                </a:gs>
              </a:gsLst>
              <a:lin ang="5400000" scaled="0"/>
              <a:tileRect/>
            </a:gradFill>
          </p:grpSpPr>
          <p:sp>
            <p:nvSpPr>
              <p:cNvPr id="39111" name="Rectangle 5">
                <a:extLst>
                  <a:ext uri="{FF2B5EF4-FFF2-40B4-BE49-F238E27FC236}">
                    <a16:creationId xmlns:a16="http://schemas.microsoft.com/office/drawing/2014/main" id="{C1424C76-B5C3-468E-86FA-8D9B269053D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4300" y="4763"/>
                <a:ext cx="23813" cy="2181225"/>
              </a:xfrm>
              <a:prstGeom prst="rect">
                <a:avLst/>
              </a:pr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miter lim="800000"/>
                    <a:headEnd/>
                    <a:tailEnd/>
                  </a14:hiddenLine>
                </a:ext>
              </a:extLst>
            </p:spPr>
            <p:txBody>
              <a:bodyPr/>
              <a:lstStyle/>
              <a:p>
                <a:endParaRPr lang="tr-TR"/>
              </a:p>
            </p:txBody>
          </p:sp>
          <p:sp>
            <p:nvSpPr>
              <p:cNvPr id="39112" name="Freeform 6">
                <a:extLst>
                  <a:ext uri="{FF2B5EF4-FFF2-40B4-BE49-F238E27FC236}">
                    <a16:creationId xmlns:a16="http://schemas.microsoft.com/office/drawing/2014/main" id="{B3922267-72C9-403B-A6DE-7D0A43D5541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39113" name="Freeform 7">
                <a:extLst>
                  <a:ext uri="{FF2B5EF4-FFF2-40B4-BE49-F238E27FC236}">
                    <a16:creationId xmlns:a16="http://schemas.microsoft.com/office/drawing/2014/main" id="{7276DB68-2E8D-4723-852B-7476DD38FED0}"/>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39114" name="Freeform 8">
                <a:extLst>
                  <a:ext uri="{FF2B5EF4-FFF2-40B4-BE49-F238E27FC236}">
                    <a16:creationId xmlns:a16="http://schemas.microsoft.com/office/drawing/2014/main" id="{0A155711-4993-4D1E-89EA-A397C164F0F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39115" name="Freeform 9">
                <a:extLst>
                  <a:ext uri="{FF2B5EF4-FFF2-40B4-BE49-F238E27FC236}">
                    <a16:creationId xmlns:a16="http://schemas.microsoft.com/office/drawing/2014/main" id="{2AB42136-2551-4CAA-857F-65FA3247B49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39116" name="Freeform 10">
                <a:extLst>
                  <a:ext uri="{FF2B5EF4-FFF2-40B4-BE49-F238E27FC236}">
                    <a16:creationId xmlns:a16="http://schemas.microsoft.com/office/drawing/2014/main" id="{7C2ADEA1-EA3E-4C0E-A28E-460092F7FF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39117" name="Freeform 11">
                <a:extLst>
                  <a:ext uri="{FF2B5EF4-FFF2-40B4-BE49-F238E27FC236}">
                    <a16:creationId xmlns:a16="http://schemas.microsoft.com/office/drawing/2014/main" id="{B04584B3-081C-4286-A840-AB5B16B10AA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39118" name="Freeform 12">
                <a:extLst>
                  <a:ext uri="{FF2B5EF4-FFF2-40B4-BE49-F238E27FC236}">
                    <a16:creationId xmlns:a16="http://schemas.microsoft.com/office/drawing/2014/main" id="{3AB388FD-C246-4936-A041-E0413A13298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39119" name="Freeform 13">
                <a:extLst>
                  <a:ext uri="{FF2B5EF4-FFF2-40B4-BE49-F238E27FC236}">
                    <a16:creationId xmlns:a16="http://schemas.microsoft.com/office/drawing/2014/main" id="{57692343-2D12-4F57-836C-945D407B68B7}"/>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39120" name="Freeform 14">
                <a:extLst>
                  <a:ext uri="{FF2B5EF4-FFF2-40B4-BE49-F238E27FC236}">
                    <a16:creationId xmlns:a16="http://schemas.microsoft.com/office/drawing/2014/main" id="{062EE710-0210-4840-8698-E0DF1C61700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39121" name="Freeform 15">
                <a:extLst>
                  <a:ext uri="{FF2B5EF4-FFF2-40B4-BE49-F238E27FC236}">
                    <a16:creationId xmlns:a16="http://schemas.microsoft.com/office/drawing/2014/main" id="{161892F4-6071-40CD-8E18-CDEE0C91B586}"/>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39122" name="Line 16">
                <a:extLst>
                  <a:ext uri="{FF2B5EF4-FFF2-40B4-BE49-F238E27FC236}">
                    <a16:creationId xmlns:a16="http://schemas.microsoft.com/office/drawing/2014/main" id="{3E6BBE44-8D88-407D-B1C6-10C89DD6173B}"/>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4763" y="9525"/>
                <a:ext cx="0" cy="0"/>
              </a:xfrm>
              <a:prstGeom prst="line">
                <a:avLst/>
              </a:prstGeom>
              <a:grpFill/>
              <a:ln w="15" cap="flat">
                <a:solidFill>
                  <a:srgbClr val="FFFFFF"/>
                </a:solidFill>
                <a:prstDash val="solid"/>
                <a:miter lim="800000"/>
                <a:headEnd/>
                <a:tailEnd/>
              </a:ln>
            </p:spPr>
            <p:txBody>
              <a:bodyPr/>
              <a:lstStyle/>
              <a:p>
                <a:endParaRPr lang="tr-TR"/>
              </a:p>
            </p:txBody>
          </p:sp>
          <p:sp>
            <p:nvSpPr>
              <p:cNvPr id="39123" name="Freeform 17">
                <a:extLst>
                  <a:ext uri="{FF2B5EF4-FFF2-40B4-BE49-F238E27FC236}">
                    <a16:creationId xmlns:a16="http://schemas.microsoft.com/office/drawing/2014/main" id="{1E90AE6E-328E-4730-825C-B5130F5CFCA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39124" name="Freeform 18">
                <a:extLst>
                  <a:ext uri="{FF2B5EF4-FFF2-40B4-BE49-F238E27FC236}">
                    <a16:creationId xmlns:a16="http://schemas.microsoft.com/office/drawing/2014/main" id="{24EC969F-6E4A-4163-ABDA-4674429A3D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39125" name="Freeform 19">
                <a:extLst>
                  <a:ext uri="{FF2B5EF4-FFF2-40B4-BE49-F238E27FC236}">
                    <a16:creationId xmlns:a16="http://schemas.microsoft.com/office/drawing/2014/main" id="{1B735C94-B049-42C6-9DEF-5DB70D58CE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39126" name="Freeform 20">
                <a:extLst>
                  <a:ext uri="{FF2B5EF4-FFF2-40B4-BE49-F238E27FC236}">
                    <a16:creationId xmlns:a16="http://schemas.microsoft.com/office/drawing/2014/main" id="{051C02E6-1954-478B-AEAE-BF8F36BE9417}"/>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39127" name="Rectangle 21">
                <a:extLst>
                  <a:ext uri="{FF2B5EF4-FFF2-40B4-BE49-F238E27FC236}">
                    <a16:creationId xmlns:a16="http://schemas.microsoft.com/office/drawing/2014/main" id="{6710B1C0-310A-48D0-B824-459D9AFC2FBC}"/>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33350" y="4662488"/>
                <a:ext cx="23813" cy="2181225"/>
              </a:xfrm>
              <a:prstGeom prst="rect">
                <a:avLst/>
              </a:pr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miter lim="800000"/>
                    <a:headEnd/>
                    <a:tailEnd/>
                  </a14:hiddenLine>
                </a:ext>
              </a:extLst>
            </p:spPr>
            <p:txBody>
              <a:bodyPr/>
              <a:lstStyle/>
              <a:p>
                <a:endParaRPr lang="tr-TR"/>
              </a:p>
            </p:txBody>
          </p:sp>
          <p:sp>
            <p:nvSpPr>
              <p:cNvPr id="39128" name="Freeform 22">
                <a:extLst>
                  <a:ext uri="{FF2B5EF4-FFF2-40B4-BE49-F238E27FC236}">
                    <a16:creationId xmlns:a16="http://schemas.microsoft.com/office/drawing/2014/main" id="{1204A606-D9A6-4DC6-9F0E-D516EA1EB9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39129" name="Freeform 23">
                <a:extLst>
                  <a:ext uri="{FF2B5EF4-FFF2-40B4-BE49-F238E27FC236}">
                    <a16:creationId xmlns:a16="http://schemas.microsoft.com/office/drawing/2014/main" id="{EE569555-0243-4979-A537-C9B4AFD5F258}"/>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39130" name="Freeform 24">
                <a:extLst>
                  <a:ext uri="{FF2B5EF4-FFF2-40B4-BE49-F238E27FC236}">
                    <a16:creationId xmlns:a16="http://schemas.microsoft.com/office/drawing/2014/main" id="{D52A977D-4993-48AF-A792-F2DE0963914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39131" name="Freeform 25">
                <a:extLst>
                  <a:ext uri="{FF2B5EF4-FFF2-40B4-BE49-F238E27FC236}">
                    <a16:creationId xmlns:a16="http://schemas.microsoft.com/office/drawing/2014/main" id="{93CFF2DC-E52E-4D99-97D5-B0D7B792E50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39132" name="Freeform 26">
                <a:extLst>
                  <a:ext uri="{FF2B5EF4-FFF2-40B4-BE49-F238E27FC236}">
                    <a16:creationId xmlns:a16="http://schemas.microsoft.com/office/drawing/2014/main" id="{5E175372-AF09-42A7-B3D0-226C834891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39133" name="Freeform 27">
                <a:extLst>
                  <a:ext uri="{FF2B5EF4-FFF2-40B4-BE49-F238E27FC236}">
                    <a16:creationId xmlns:a16="http://schemas.microsoft.com/office/drawing/2014/main" id="{ABF20BA9-F4B2-49EA-A573-578B1897747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39134" name="Freeform 28">
                <a:extLst>
                  <a:ext uri="{FF2B5EF4-FFF2-40B4-BE49-F238E27FC236}">
                    <a16:creationId xmlns:a16="http://schemas.microsoft.com/office/drawing/2014/main" id="{AA3A7A4B-C811-4E23-8BFD-5823A032DA3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39135" name="Freeform 29">
                <a:extLst>
                  <a:ext uri="{FF2B5EF4-FFF2-40B4-BE49-F238E27FC236}">
                    <a16:creationId xmlns:a16="http://schemas.microsoft.com/office/drawing/2014/main" id="{47537781-F057-4B97-AD8F-12FE9BE599A8}"/>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39136" name="Freeform 30">
                <a:extLst>
                  <a:ext uri="{FF2B5EF4-FFF2-40B4-BE49-F238E27FC236}">
                    <a16:creationId xmlns:a16="http://schemas.microsoft.com/office/drawing/2014/main" id="{078883C7-EB52-4BB7-A9A7-F8C046A8331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39137" name="Freeform 31">
                <a:extLst>
                  <a:ext uri="{FF2B5EF4-FFF2-40B4-BE49-F238E27FC236}">
                    <a16:creationId xmlns:a16="http://schemas.microsoft.com/office/drawing/2014/main" id="{63CCBBF8-5972-4ED3-AB5B-46DC425B1772}"/>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grpSp>
        <p:grpSp>
          <p:nvGrpSpPr>
            <p:cNvPr id="39058" name="Group 39057">
              <a:extLst>
                <a:ext uri="{FF2B5EF4-FFF2-40B4-BE49-F238E27FC236}">
                  <a16:creationId xmlns:a16="http://schemas.microsoft.com/office/drawing/2014/main" id="{A8C19883-37FB-437C-A3AA-89AA6239D3A9}"/>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11364912" y="0"/>
              <a:ext cx="674688" cy="6848476"/>
              <a:chOff x="11364912" y="0"/>
              <a:chExt cx="674688" cy="6848476"/>
            </a:xfrm>
            <a:gradFill flip="none" rotWithShape="1">
              <a:gsLst>
                <a:gs pos="0">
                  <a:schemeClr val="tx2">
                    <a:alpha val="80000"/>
                  </a:schemeClr>
                </a:gs>
                <a:gs pos="100000">
                  <a:schemeClr val="bg2">
                    <a:lumMod val="60000"/>
                    <a:lumOff val="40000"/>
                    <a:alpha val="60000"/>
                  </a:schemeClr>
                </a:gs>
              </a:gsLst>
              <a:lin ang="5400000" scaled="0"/>
              <a:tileRect/>
            </a:gradFill>
          </p:grpSpPr>
          <p:sp>
            <p:nvSpPr>
              <p:cNvPr id="39138" name="Freeform 32">
                <a:extLst>
                  <a:ext uri="{FF2B5EF4-FFF2-40B4-BE49-F238E27FC236}">
                    <a16:creationId xmlns:a16="http://schemas.microsoft.com/office/drawing/2014/main" id="{AF1753DD-4CEF-45EC-B952-90EA8895D7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1483975" y="0"/>
                <a:ext cx="417513" cy="512763"/>
              </a:xfrm>
              <a:custGeom>
                <a:avLst/>
                <a:gdLst/>
                <a:ahLst/>
                <a:cxnLst/>
                <a:rect l="0" t="0" r="r" b="b"/>
                <a:pathLst>
                  <a:path w="263" h="323">
                    <a:moveTo>
                      <a:pt x="12" y="323"/>
                    </a:moveTo>
                    <a:lnTo>
                      <a:pt x="0" y="314"/>
                    </a:lnTo>
                    <a:lnTo>
                      <a:pt x="203" y="108"/>
                    </a:lnTo>
                    <a:lnTo>
                      <a:pt x="248" y="0"/>
                    </a:lnTo>
                    <a:lnTo>
                      <a:pt x="263" y="6"/>
                    </a:lnTo>
                    <a:lnTo>
                      <a:pt x="218" y="117"/>
                    </a:lnTo>
                    <a:lnTo>
                      <a:pt x="218" y="117"/>
                    </a:lnTo>
                    <a:lnTo>
                      <a:pt x="12" y="323"/>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39139" name="Freeform 33">
                <a:extLst>
                  <a:ext uri="{FF2B5EF4-FFF2-40B4-BE49-F238E27FC236}">
                    <a16:creationId xmlns:a16="http://schemas.microsoft.com/office/drawing/2014/main" id="{5B9356DB-C1BE-4D76-8FA7-4FBAA12D1D33}"/>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364912" y="474663"/>
                <a:ext cx="157163" cy="152400"/>
              </a:xfrm>
              <a:custGeom>
                <a:avLst/>
                <a:gdLst/>
                <a:ahLst/>
                <a:cxnLst/>
                <a:rect l="0" t="0" r="r" b="b"/>
                <a:pathLst>
                  <a:path w="33" h="32">
                    <a:moveTo>
                      <a:pt x="17" y="32"/>
                    </a:moveTo>
                    <a:cubicBezTo>
                      <a:pt x="13" y="32"/>
                      <a:pt x="9" y="30"/>
                      <a:pt x="6" y="27"/>
                    </a:cubicBezTo>
                    <a:cubicBezTo>
                      <a:pt x="0" y="21"/>
                      <a:pt x="0" y="11"/>
                      <a:pt x="6" y="5"/>
                    </a:cubicBezTo>
                    <a:cubicBezTo>
                      <a:pt x="9" y="2"/>
                      <a:pt x="13" y="0"/>
                      <a:pt x="17" y="0"/>
                    </a:cubicBezTo>
                    <a:cubicBezTo>
                      <a:pt x="21" y="0"/>
                      <a:pt x="25" y="2"/>
                      <a:pt x="28" y="5"/>
                    </a:cubicBezTo>
                    <a:cubicBezTo>
                      <a:pt x="31" y="8"/>
                      <a:pt x="33" y="12"/>
                      <a:pt x="33" y="16"/>
                    </a:cubicBezTo>
                    <a:cubicBezTo>
                      <a:pt x="33" y="20"/>
                      <a:pt x="31" y="24"/>
                      <a:pt x="28" y="27"/>
                    </a:cubicBezTo>
                    <a:cubicBezTo>
                      <a:pt x="25" y="30"/>
                      <a:pt x="21" y="32"/>
                      <a:pt x="17" y="32"/>
                    </a:cubicBezTo>
                    <a:close/>
                    <a:moveTo>
                      <a:pt x="17" y="4"/>
                    </a:moveTo>
                    <a:cubicBezTo>
                      <a:pt x="14" y="4"/>
                      <a:pt x="11" y="6"/>
                      <a:pt x="9" y="8"/>
                    </a:cubicBezTo>
                    <a:cubicBezTo>
                      <a:pt x="4" y="12"/>
                      <a:pt x="4" y="20"/>
                      <a:pt x="9" y="24"/>
                    </a:cubicBezTo>
                    <a:cubicBezTo>
                      <a:pt x="11" y="27"/>
                      <a:pt x="14" y="28"/>
                      <a:pt x="17" y="28"/>
                    </a:cubicBezTo>
                    <a:cubicBezTo>
                      <a:pt x="20" y="28"/>
                      <a:pt x="23" y="27"/>
                      <a:pt x="26" y="24"/>
                    </a:cubicBezTo>
                    <a:cubicBezTo>
                      <a:pt x="30" y="20"/>
                      <a:pt x="30" y="12"/>
                      <a:pt x="26" y="8"/>
                    </a:cubicBezTo>
                    <a:cubicBezTo>
                      <a:pt x="23" y="6"/>
                      <a:pt x="20" y="4"/>
                      <a:pt x="17"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39140" name="Freeform 34">
                <a:extLst>
                  <a:ext uri="{FF2B5EF4-FFF2-40B4-BE49-F238E27FC236}">
                    <a16:creationId xmlns:a16="http://schemas.microsoft.com/office/drawing/2014/main" id="{C4F59561-572D-42BA-A6FD-F3AFA1A394D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631612" y="1539875"/>
                <a:ext cx="188913"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39141" name="Freeform 35">
                <a:extLst>
                  <a:ext uri="{FF2B5EF4-FFF2-40B4-BE49-F238E27FC236}">
                    <a16:creationId xmlns:a16="http://schemas.microsoft.com/office/drawing/2014/main" id="{BB7A51A1-D509-4494-BAE2-1B96CAD4DB3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1531600" y="5694363"/>
                <a:ext cx="298450" cy="1154113"/>
              </a:xfrm>
              <a:custGeom>
                <a:avLst/>
                <a:gdLst/>
                <a:ahLst/>
                <a:cxnLst/>
                <a:rect l="0" t="0" r="r" b="b"/>
                <a:pathLst>
                  <a:path w="188" h="727">
                    <a:moveTo>
                      <a:pt x="15" y="727"/>
                    </a:moveTo>
                    <a:lnTo>
                      <a:pt x="0" y="727"/>
                    </a:lnTo>
                    <a:lnTo>
                      <a:pt x="0" y="407"/>
                    </a:lnTo>
                    <a:lnTo>
                      <a:pt x="0" y="407"/>
                    </a:lnTo>
                    <a:lnTo>
                      <a:pt x="176" y="0"/>
                    </a:lnTo>
                    <a:lnTo>
                      <a:pt x="188" y="6"/>
                    </a:lnTo>
                    <a:lnTo>
                      <a:pt x="15" y="410"/>
                    </a:lnTo>
                    <a:lnTo>
                      <a:pt x="15" y="727"/>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39142" name="Freeform 36">
                <a:extLst>
                  <a:ext uri="{FF2B5EF4-FFF2-40B4-BE49-F238E27FC236}">
                    <a16:creationId xmlns:a16="http://schemas.microsoft.com/office/drawing/2014/main" id="{D3FE0B5A-55DE-4E56-8E9B-B92D1DB9A89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772900" y="5551488"/>
                <a:ext cx="157163" cy="155575"/>
              </a:xfrm>
              <a:custGeom>
                <a:avLst/>
                <a:gdLst/>
                <a:ahLst/>
                <a:cxnLst/>
                <a:rect l="0" t="0" r="r" b="b"/>
                <a:pathLst>
                  <a:path w="33" h="33">
                    <a:moveTo>
                      <a:pt x="17" y="33"/>
                    </a:moveTo>
                    <a:cubicBezTo>
                      <a:pt x="8" y="33"/>
                      <a:pt x="0" y="25"/>
                      <a:pt x="0" y="16"/>
                    </a:cubicBezTo>
                    <a:cubicBezTo>
                      <a:pt x="0" y="7"/>
                      <a:pt x="8" y="0"/>
                      <a:pt x="17" y="0"/>
                    </a:cubicBezTo>
                    <a:cubicBezTo>
                      <a:pt x="26" y="0"/>
                      <a:pt x="33" y="7"/>
                      <a:pt x="33" y="16"/>
                    </a:cubicBezTo>
                    <a:cubicBezTo>
                      <a:pt x="33" y="25"/>
                      <a:pt x="26" y="33"/>
                      <a:pt x="17" y="33"/>
                    </a:cubicBezTo>
                    <a:close/>
                    <a:moveTo>
                      <a:pt x="17" y="4"/>
                    </a:moveTo>
                    <a:cubicBezTo>
                      <a:pt x="10" y="4"/>
                      <a:pt x="4" y="9"/>
                      <a:pt x="4" y="16"/>
                    </a:cubicBezTo>
                    <a:cubicBezTo>
                      <a:pt x="4" y="23"/>
                      <a:pt x="10" y="29"/>
                      <a:pt x="17" y="29"/>
                    </a:cubicBezTo>
                    <a:cubicBezTo>
                      <a:pt x="23" y="29"/>
                      <a:pt x="29" y="23"/>
                      <a:pt x="29" y="16"/>
                    </a:cubicBezTo>
                    <a:cubicBezTo>
                      <a:pt x="29" y="9"/>
                      <a:pt x="23" y="4"/>
                      <a:pt x="17"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39143" name="Freeform 37">
                <a:extLst>
                  <a:ext uri="{FF2B5EF4-FFF2-40B4-BE49-F238E27FC236}">
                    <a16:creationId xmlns:a16="http://schemas.microsoft.com/office/drawing/2014/main" id="{F125661C-3A0E-4B6E-B2AB-1B08C892517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1710987" y="4763"/>
                <a:ext cx="304800" cy="1544638"/>
              </a:xfrm>
              <a:custGeom>
                <a:avLst/>
                <a:gdLst/>
                <a:ahLst/>
                <a:cxnLst/>
                <a:rect l="0" t="0" r="r" b="b"/>
                <a:pathLst>
                  <a:path w="192" h="973">
                    <a:moveTo>
                      <a:pt x="15" y="973"/>
                    </a:moveTo>
                    <a:lnTo>
                      <a:pt x="0" y="973"/>
                    </a:lnTo>
                    <a:lnTo>
                      <a:pt x="0" y="790"/>
                    </a:lnTo>
                    <a:lnTo>
                      <a:pt x="174" y="614"/>
                    </a:lnTo>
                    <a:lnTo>
                      <a:pt x="174" y="0"/>
                    </a:lnTo>
                    <a:lnTo>
                      <a:pt x="192" y="0"/>
                    </a:lnTo>
                    <a:lnTo>
                      <a:pt x="192" y="620"/>
                    </a:lnTo>
                    <a:lnTo>
                      <a:pt x="15" y="796"/>
                    </a:lnTo>
                    <a:lnTo>
                      <a:pt x="15" y="973"/>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39144" name="Freeform 38">
                <a:extLst>
                  <a:ext uri="{FF2B5EF4-FFF2-40B4-BE49-F238E27FC236}">
                    <a16:creationId xmlns:a16="http://schemas.microsoft.com/office/drawing/2014/main" id="{39304006-EE77-438A-A0D1-537322356C1F}"/>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636375" y="4867275"/>
                <a:ext cx="188913"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39145" name="Freeform 39">
                <a:extLst>
                  <a:ext uri="{FF2B5EF4-FFF2-40B4-BE49-F238E27FC236}">
                    <a16:creationId xmlns:a16="http://schemas.microsoft.com/office/drawing/2014/main" id="{C6031DEB-4109-4049-82CF-DD06483A2CA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1441112" y="5046663"/>
                <a:ext cx="307975" cy="1801813"/>
              </a:xfrm>
              <a:custGeom>
                <a:avLst/>
                <a:gdLst/>
                <a:ahLst/>
                <a:cxnLst/>
                <a:rect l="0" t="0" r="r" b="b"/>
                <a:pathLst>
                  <a:path w="194" h="1135">
                    <a:moveTo>
                      <a:pt x="18" y="1135"/>
                    </a:moveTo>
                    <a:lnTo>
                      <a:pt x="0" y="1135"/>
                    </a:lnTo>
                    <a:lnTo>
                      <a:pt x="0" y="354"/>
                    </a:lnTo>
                    <a:lnTo>
                      <a:pt x="176" y="177"/>
                    </a:lnTo>
                    <a:lnTo>
                      <a:pt x="176" y="0"/>
                    </a:lnTo>
                    <a:lnTo>
                      <a:pt x="194" y="0"/>
                    </a:lnTo>
                    <a:lnTo>
                      <a:pt x="194" y="183"/>
                    </a:lnTo>
                    <a:lnTo>
                      <a:pt x="18" y="360"/>
                    </a:lnTo>
                    <a:lnTo>
                      <a:pt x="18" y="113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39146" name="Freeform 40">
                <a:extLst>
                  <a:ext uri="{FF2B5EF4-FFF2-40B4-BE49-F238E27FC236}">
                    <a16:creationId xmlns:a16="http://schemas.microsoft.com/office/drawing/2014/main" id="{65FC2657-18D6-4490-88D6-32E6B1C6FB1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849100" y="64166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39147" name="Rectangle 41">
                <a:extLst>
                  <a:ext uri="{FF2B5EF4-FFF2-40B4-BE49-F238E27FC236}">
                    <a16:creationId xmlns:a16="http://schemas.microsoft.com/office/drawing/2014/main" id="{20BEA03B-3EAD-4FA2-BC9D-25A14D635CF6}"/>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939587" y="6596063"/>
                <a:ext cx="23813" cy="252413"/>
              </a:xfrm>
              <a:prstGeom prst="rect">
                <a:avLst/>
              </a:pr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miter lim="800000"/>
                    <a:headEnd/>
                    <a:tailEnd/>
                  </a14:hiddenLine>
                </a:ext>
              </a:extLst>
            </p:spPr>
            <p:txBody>
              <a:bodyPr/>
              <a:lstStyle/>
              <a:p>
                <a:endParaRPr lang="tr-TR"/>
              </a:p>
            </p:txBody>
          </p:sp>
        </p:grpSp>
      </p:grpSp>
      <p:sp>
        <p:nvSpPr>
          <p:cNvPr id="39148" name="Rectangle 39096">
            <a:extLst>
              <a:ext uri="{FF2B5EF4-FFF2-40B4-BE49-F238E27FC236}">
                <a16:creationId xmlns:a16="http://schemas.microsoft.com/office/drawing/2014/main" id="{9775AF3B-5284-4B97-9BB7-55C6FB3699C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003">
            <a:schemeClr val="dk2"/>
          </a:fillRef>
          <a:effectRef idx="0">
            <a:schemeClr val="accent1"/>
          </a:effectRef>
          <a:fontRef idx="minor">
            <a:schemeClr val="lt1"/>
          </a:fontRef>
        </p:style>
        <p:txBody>
          <a:bodyPr rtlCol="0" anchor="ctr"/>
          <a:lstStyle/>
          <a:p>
            <a:pPr algn="ctr"/>
            <a:endParaRPr lang="en-US"/>
          </a:p>
        </p:txBody>
      </p:sp>
      <p:grpSp>
        <p:nvGrpSpPr>
          <p:cNvPr id="39149" name="Group 39098">
            <a:extLst>
              <a:ext uri="{FF2B5EF4-FFF2-40B4-BE49-F238E27FC236}">
                <a16:creationId xmlns:a16="http://schemas.microsoft.com/office/drawing/2014/main" id="{A0F1F7ED-DA39-478F-85DA-317DE08941E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11902285" cy="6858001"/>
            <a:chOff x="0" y="0"/>
            <a:chExt cx="11902285" cy="6858001"/>
          </a:xfrm>
        </p:grpSpPr>
        <p:grpSp>
          <p:nvGrpSpPr>
            <p:cNvPr id="39100" name="Group 39099">
              <a:extLst>
                <a:ext uri="{FF2B5EF4-FFF2-40B4-BE49-F238E27FC236}">
                  <a16:creationId xmlns:a16="http://schemas.microsoft.com/office/drawing/2014/main" id="{1DAE5903-52E8-4F25-8473-93EF4837763C}"/>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0" y="0"/>
              <a:ext cx="1220788" cy="6858001"/>
              <a:chOff x="-14288" y="0"/>
              <a:chExt cx="1220788" cy="6858001"/>
            </a:xfrm>
            <a:gradFill flip="none" rotWithShape="1">
              <a:gsLst>
                <a:gs pos="0">
                  <a:schemeClr val="bg2"/>
                </a:gs>
                <a:gs pos="100000">
                  <a:schemeClr val="tx2">
                    <a:lumMod val="60000"/>
                    <a:lumOff val="40000"/>
                  </a:schemeClr>
                </a:gs>
              </a:gsLst>
              <a:lin ang="5400000" scaled="0"/>
              <a:tileRect/>
            </a:gradFill>
          </p:grpSpPr>
          <p:sp>
            <p:nvSpPr>
              <p:cNvPr id="39150" name="Rectangle 5">
                <a:extLst>
                  <a:ext uri="{FF2B5EF4-FFF2-40B4-BE49-F238E27FC236}">
                    <a16:creationId xmlns:a16="http://schemas.microsoft.com/office/drawing/2014/main" id="{894835C1-32DE-4571-AD10-28D58CB8CFD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4300" y="4763"/>
                <a:ext cx="23813" cy="2181225"/>
              </a:xfrm>
              <a:prstGeom prst="rect">
                <a:avLst/>
              </a:pr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miter lim="800000"/>
                    <a:headEnd/>
                    <a:tailEnd/>
                  </a14:hiddenLine>
                </a:ext>
              </a:extLst>
            </p:spPr>
            <p:txBody>
              <a:bodyPr/>
              <a:lstStyle/>
              <a:p>
                <a:endParaRPr lang="tr-TR"/>
              </a:p>
            </p:txBody>
          </p:sp>
          <p:sp>
            <p:nvSpPr>
              <p:cNvPr id="39151" name="Freeform 6">
                <a:extLst>
                  <a:ext uri="{FF2B5EF4-FFF2-40B4-BE49-F238E27FC236}">
                    <a16:creationId xmlns:a16="http://schemas.microsoft.com/office/drawing/2014/main" id="{097A5B92-0B48-4251-9764-D34DF889207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39152" name="Freeform 7">
                <a:extLst>
                  <a:ext uri="{FF2B5EF4-FFF2-40B4-BE49-F238E27FC236}">
                    <a16:creationId xmlns:a16="http://schemas.microsoft.com/office/drawing/2014/main" id="{E222BF19-57E7-43F3-A2B9-2398BEF966D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39153" name="Freeform 8">
                <a:extLst>
                  <a:ext uri="{FF2B5EF4-FFF2-40B4-BE49-F238E27FC236}">
                    <a16:creationId xmlns:a16="http://schemas.microsoft.com/office/drawing/2014/main" id="{60C8836E-B7D9-48A9-8FD9-4CC52AF44D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39154" name="Freeform 9">
                <a:extLst>
                  <a:ext uri="{FF2B5EF4-FFF2-40B4-BE49-F238E27FC236}">
                    <a16:creationId xmlns:a16="http://schemas.microsoft.com/office/drawing/2014/main" id="{8504740E-456D-4FB9-9520-4317CCFA71B1}"/>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39155" name="Freeform 10">
                <a:extLst>
                  <a:ext uri="{FF2B5EF4-FFF2-40B4-BE49-F238E27FC236}">
                    <a16:creationId xmlns:a16="http://schemas.microsoft.com/office/drawing/2014/main" id="{1563A7B4-B1D5-4F93-AFF9-2EB78655FC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39156" name="Freeform 11">
                <a:extLst>
                  <a:ext uri="{FF2B5EF4-FFF2-40B4-BE49-F238E27FC236}">
                    <a16:creationId xmlns:a16="http://schemas.microsoft.com/office/drawing/2014/main" id="{D139ED24-FA37-4470-8B42-D0D00EDE14F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39157" name="Freeform 12">
                <a:extLst>
                  <a:ext uri="{FF2B5EF4-FFF2-40B4-BE49-F238E27FC236}">
                    <a16:creationId xmlns:a16="http://schemas.microsoft.com/office/drawing/2014/main" id="{48825AA7-BB26-45C2-93A2-1AD8D9A23251}"/>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39158" name="Freeform 13">
                <a:extLst>
                  <a:ext uri="{FF2B5EF4-FFF2-40B4-BE49-F238E27FC236}">
                    <a16:creationId xmlns:a16="http://schemas.microsoft.com/office/drawing/2014/main" id="{A98D0B91-D4E4-402D-8234-E96987219E90}"/>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39159" name="Freeform 14">
                <a:extLst>
                  <a:ext uri="{FF2B5EF4-FFF2-40B4-BE49-F238E27FC236}">
                    <a16:creationId xmlns:a16="http://schemas.microsoft.com/office/drawing/2014/main" id="{94F1DB97-3769-4DA5-9F45-47132C3125D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39160" name="Freeform 15">
                <a:extLst>
                  <a:ext uri="{FF2B5EF4-FFF2-40B4-BE49-F238E27FC236}">
                    <a16:creationId xmlns:a16="http://schemas.microsoft.com/office/drawing/2014/main" id="{A9BC86E2-B185-4D80-81B5-A8D387E678B7}"/>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39161" name="Line 16">
                <a:extLst>
                  <a:ext uri="{FF2B5EF4-FFF2-40B4-BE49-F238E27FC236}">
                    <a16:creationId xmlns:a16="http://schemas.microsoft.com/office/drawing/2014/main" id="{FA773F49-8CD0-46DC-B986-F2DB57BD7266}"/>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4763" y="9525"/>
                <a:ext cx="0" cy="0"/>
              </a:xfrm>
              <a:prstGeom prst="line">
                <a:avLst/>
              </a:prstGeom>
              <a:grpFill/>
              <a:ln w="15" cap="flat">
                <a:solidFill>
                  <a:srgbClr val="FFFFFF"/>
                </a:solidFill>
                <a:prstDash val="solid"/>
                <a:miter lim="800000"/>
                <a:headEnd/>
                <a:tailEnd/>
              </a:ln>
            </p:spPr>
            <p:txBody>
              <a:bodyPr/>
              <a:lstStyle/>
              <a:p>
                <a:endParaRPr lang="tr-TR"/>
              </a:p>
            </p:txBody>
          </p:sp>
          <p:sp>
            <p:nvSpPr>
              <p:cNvPr id="39162" name="Freeform 17">
                <a:extLst>
                  <a:ext uri="{FF2B5EF4-FFF2-40B4-BE49-F238E27FC236}">
                    <a16:creationId xmlns:a16="http://schemas.microsoft.com/office/drawing/2014/main" id="{8C55A009-3401-4888-93C7-4ED51CBC64F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39163" name="Freeform 18">
                <a:extLst>
                  <a:ext uri="{FF2B5EF4-FFF2-40B4-BE49-F238E27FC236}">
                    <a16:creationId xmlns:a16="http://schemas.microsoft.com/office/drawing/2014/main" id="{10B44829-5BB5-48C5-8492-699971FE780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39164" name="Freeform 19">
                <a:extLst>
                  <a:ext uri="{FF2B5EF4-FFF2-40B4-BE49-F238E27FC236}">
                    <a16:creationId xmlns:a16="http://schemas.microsoft.com/office/drawing/2014/main" id="{30C1F9A0-4FA6-4F6F-B2D0-A1BBA41DFC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39165" name="Freeform 20">
                <a:extLst>
                  <a:ext uri="{FF2B5EF4-FFF2-40B4-BE49-F238E27FC236}">
                    <a16:creationId xmlns:a16="http://schemas.microsoft.com/office/drawing/2014/main" id="{01BF274F-C7B8-44B4-A183-307D8619D271}"/>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39166" name="Rectangle 21">
                <a:extLst>
                  <a:ext uri="{FF2B5EF4-FFF2-40B4-BE49-F238E27FC236}">
                    <a16:creationId xmlns:a16="http://schemas.microsoft.com/office/drawing/2014/main" id="{037E8930-0F22-4558-9432-F18953E32A04}"/>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33350" y="4662488"/>
                <a:ext cx="23813" cy="2181225"/>
              </a:xfrm>
              <a:prstGeom prst="rect">
                <a:avLst/>
              </a:pr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miter lim="800000"/>
                    <a:headEnd/>
                    <a:tailEnd/>
                  </a14:hiddenLine>
                </a:ext>
              </a:extLst>
            </p:spPr>
            <p:txBody>
              <a:bodyPr/>
              <a:lstStyle/>
              <a:p>
                <a:endParaRPr lang="tr-TR"/>
              </a:p>
            </p:txBody>
          </p:sp>
          <p:sp>
            <p:nvSpPr>
              <p:cNvPr id="39167" name="Freeform 22">
                <a:extLst>
                  <a:ext uri="{FF2B5EF4-FFF2-40B4-BE49-F238E27FC236}">
                    <a16:creationId xmlns:a16="http://schemas.microsoft.com/office/drawing/2014/main" id="{9AFC3429-FF29-47FF-A4A8-317A979DB9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39168" name="Freeform 23">
                <a:extLst>
                  <a:ext uri="{FF2B5EF4-FFF2-40B4-BE49-F238E27FC236}">
                    <a16:creationId xmlns:a16="http://schemas.microsoft.com/office/drawing/2014/main" id="{91D48543-2C05-4768-80B1-ECA6F885080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39169" name="Freeform 24">
                <a:extLst>
                  <a:ext uri="{FF2B5EF4-FFF2-40B4-BE49-F238E27FC236}">
                    <a16:creationId xmlns:a16="http://schemas.microsoft.com/office/drawing/2014/main" id="{3AC527CC-154C-4370-A25B-74AC5B4A631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39170" name="Freeform 25">
                <a:extLst>
                  <a:ext uri="{FF2B5EF4-FFF2-40B4-BE49-F238E27FC236}">
                    <a16:creationId xmlns:a16="http://schemas.microsoft.com/office/drawing/2014/main" id="{798B18F5-51C9-4E50-95C5-A850EF5398A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39171" name="Freeform 26">
                <a:extLst>
                  <a:ext uri="{FF2B5EF4-FFF2-40B4-BE49-F238E27FC236}">
                    <a16:creationId xmlns:a16="http://schemas.microsoft.com/office/drawing/2014/main" id="{15B4CF27-638C-4979-B0FD-6263E13074A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39172" name="Freeform 27">
                <a:extLst>
                  <a:ext uri="{FF2B5EF4-FFF2-40B4-BE49-F238E27FC236}">
                    <a16:creationId xmlns:a16="http://schemas.microsoft.com/office/drawing/2014/main" id="{236C6A22-48A2-4442-B82D-30DB4982724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39173" name="Freeform 28">
                <a:extLst>
                  <a:ext uri="{FF2B5EF4-FFF2-40B4-BE49-F238E27FC236}">
                    <a16:creationId xmlns:a16="http://schemas.microsoft.com/office/drawing/2014/main" id="{1BB7BCE1-0D99-412E-ABA6-81412638E9E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39174" name="Freeform 29">
                <a:extLst>
                  <a:ext uri="{FF2B5EF4-FFF2-40B4-BE49-F238E27FC236}">
                    <a16:creationId xmlns:a16="http://schemas.microsoft.com/office/drawing/2014/main" id="{C20E57E0-0912-44F2-93DA-75E4D13F3B7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39175" name="Freeform 30">
                <a:extLst>
                  <a:ext uri="{FF2B5EF4-FFF2-40B4-BE49-F238E27FC236}">
                    <a16:creationId xmlns:a16="http://schemas.microsoft.com/office/drawing/2014/main" id="{DF059390-54ED-44F4-983F-92FF36AD94F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39176" name="Freeform 31">
                <a:extLst>
                  <a:ext uri="{FF2B5EF4-FFF2-40B4-BE49-F238E27FC236}">
                    <a16:creationId xmlns:a16="http://schemas.microsoft.com/office/drawing/2014/main" id="{42D5E9ED-595D-443D-8CDC-D8FCD4021D7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grpSp>
        <p:grpSp>
          <p:nvGrpSpPr>
            <p:cNvPr id="39101" name="Group 39100">
              <a:extLst>
                <a:ext uri="{FF2B5EF4-FFF2-40B4-BE49-F238E27FC236}">
                  <a16:creationId xmlns:a16="http://schemas.microsoft.com/office/drawing/2014/main" id="{DB14A457-C54A-4F1E-91FB-0FEE49877D68}"/>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11227597" y="0"/>
              <a:ext cx="674688" cy="6848476"/>
              <a:chOff x="11364912" y="0"/>
              <a:chExt cx="674688" cy="6848476"/>
            </a:xfrm>
            <a:gradFill flip="none" rotWithShape="1">
              <a:gsLst>
                <a:gs pos="0">
                  <a:schemeClr val="bg2"/>
                </a:gs>
                <a:gs pos="100000">
                  <a:schemeClr val="tx2">
                    <a:lumMod val="60000"/>
                    <a:lumOff val="40000"/>
                  </a:schemeClr>
                </a:gs>
              </a:gsLst>
              <a:lin ang="5400000" scaled="0"/>
              <a:tileRect/>
            </a:gradFill>
          </p:grpSpPr>
          <p:sp>
            <p:nvSpPr>
              <p:cNvPr id="39177" name="Freeform 32">
                <a:extLst>
                  <a:ext uri="{FF2B5EF4-FFF2-40B4-BE49-F238E27FC236}">
                    <a16:creationId xmlns:a16="http://schemas.microsoft.com/office/drawing/2014/main" id="{791F3E2E-D393-464E-84B4-9B30D071ADE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1483975" y="0"/>
                <a:ext cx="417513" cy="512763"/>
              </a:xfrm>
              <a:custGeom>
                <a:avLst/>
                <a:gdLst/>
                <a:ahLst/>
                <a:cxnLst/>
                <a:rect l="0" t="0" r="r" b="b"/>
                <a:pathLst>
                  <a:path w="263" h="323">
                    <a:moveTo>
                      <a:pt x="12" y="323"/>
                    </a:moveTo>
                    <a:lnTo>
                      <a:pt x="0" y="314"/>
                    </a:lnTo>
                    <a:lnTo>
                      <a:pt x="203" y="108"/>
                    </a:lnTo>
                    <a:lnTo>
                      <a:pt x="248" y="0"/>
                    </a:lnTo>
                    <a:lnTo>
                      <a:pt x="263" y="6"/>
                    </a:lnTo>
                    <a:lnTo>
                      <a:pt x="218" y="117"/>
                    </a:lnTo>
                    <a:lnTo>
                      <a:pt x="218" y="117"/>
                    </a:lnTo>
                    <a:lnTo>
                      <a:pt x="12" y="323"/>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39178" name="Freeform 33">
                <a:extLst>
                  <a:ext uri="{FF2B5EF4-FFF2-40B4-BE49-F238E27FC236}">
                    <a16:creationId xmlns:a16="http://schemas.microsoft.com/office/drawing/2014/main" id="{EBEEAD6F-6425-4F85-A8A8-4FF19A909B34}"/>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364912" y="474663"/>
                <a:ext cx="157163" cy="152400"/>
              </a:xfrm>
              <a:custGeom>
                <a:avLst/>
                <a:gdLst/>
                <a:ahLst/>
                <a:cxnLst/>
                <a:rect l="0" t="0" r="r" b="b"/>
                <a:pathLst>
                  <a:path w="33" h="32">
                    <a:moveTo>
                      <a:pt x="17" y="32"/>
                    </a:moveTo>
                    <a:cubicBezTo>
                      <a:pt x="13" y="32"/>
                      <a:pt x="9" y="30"/>
                      <a:pt x="6" y="27"/>
                    </a:cubicBezTo>
                    <a:cubicBezTo>
                      <a:pt x="0" y="21"/>
                      <a:pt x="0" y="11"/>
                      <a:pt x="6" y="5"/>
                    </a:cubicBezTo>
                    <a:cubicBezTo>
                      <a:pt x="9" y="2"/>
                      <a:pt x="13" y="0"/>
                      <a:pt x="17" y="0"/>
                    </a:cubicBezTo>
                    <a:cubicBezTo>
                      <a:pt x="21" y="0"/>
                      <a:pt x="25" y="2"/>
                      <a:pt x="28" y="5"/>
                    </a:cubicBezTo>
                    <a:cubicBezTo>
                      <a:pt x="31" y="8"/>
                      <a:pt x="33" y="12"/>
                      <a:pt x="33" y="16"/>
                    </a:cubicBezTo>
                    <a:cubicBezTo>
                      <a:pt x="33" y="20"/>
                      <a:pt x="31" y="24"/>
                      <a:pt x="28" y="27"/>
                    </a:cubicBezTo>
                    <a:cubicBezTo>
                      <a:pt x="25" y="30"/>
                      <a:pt x="21" y="32"/>
                      <a:pt x="17" y="32"/>
                    </a:cubicBezTo>
                    <a:close/>
                    <a:moveTo>
                      <a:pt x="17" y="4"/>
                    </a:moveTo>
                    <a:cubicBezTo>
                      <a:pt x="14" y="4"/>
                      <a:pt x="11" y="6"/>
                      <a:pt x="9" y="8"/>
                    </a:cubicBezTo>
                    <a:cubicBezTo>
                      <a:pt x="4" y="12"/>
                      <a:pt x="4" y="20"/>
                      <a:pt x="9" y="24"/>
                    </a:cubicBezTo>
                    <a:cubicBezTo>
                      <a:pt x="11" y="27"/>
                      <a:pt x="14" y="28"/>
                      <a:pt x="17" y="28"/>
                    </a:cubicBezTo>
                    <a:cubicBezTo>
                      <a:pt x="20" y="28"/>
                      <a:pt x="23" y="27"/>
                      <a:pt x="26" y="24"/>
                    </a:cubicBezTo>
                    <a:cubicBezTo>
                      <a:pt x="30" y="20"/>
                      <a:pt x="30" y="12"/>
                      <a:pt x="26" y="8"/>
                    </a:cubicBezTo>
                    <a:cubicBezTo>
                      <a:pt x="23" y="6"/>
                      <a:pt x="20" y="4"/>
                      <a:pt x="17"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39179" name="Freeform 34">
                <a:extLst>
                  <a:ext uri="{FF2B5EF4-FFF2-40B4-BE49-F238E27FC236}">
                    <a16:creationId xmlns:a16="http://schemas.microsoft.com/office/drawing/2014/main" id="{8AACA44E-9D6C-4708-8D61-D767B6620B8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631612" y="1539875"/>
                <a:ext cx="188913"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39180" name="Freeform 35">
                <a:extLst>
                  <a:ext uri="{FF2B5EF4-FFF2-40B4-BE49-F238E27FC236}">
                    <a16:creationId xmlns:a16="http://schemas.microsoft.com/office/drawing/2014/main" id="{B6E3525F-9937-463E-872C-8EB7C62D10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1531600" y="5694363"/>
                <a:ext cx="298450" cy="1154113"/>
              </a:xfrm>
              <a:custGeom>
                <a:avLst/>
                <a:gdLst/>
                <a:ahLst/>
                <a:cxnLst/>
                <a:rect l="0" t="0" r="r" b="b"/>
                <a:pathLst>
                  <a:path w="188" h="727">
                    <a:moveTo>
                      <a:pt x="15" y="727"/>
                    </a:moveTo>
                    <a:lnTo>
                      <a:pt x="0" y="727"/>
                    </a:lnTo>
                    <a:lnTo>
                      <a:pt x="0" y="407"/>
                    </a:lnTo>
                    <a:lnTo>
                      <a:pt x="0" y="407"/>
                    </a:lnTo>
                    <a:lnTo>
                      <a:pt x="176" y="0"/>
                    </a:lnTo>
                    <a:lnTo>
                      <a:pt x="188" y="6"/>
                    </a:lnTo>
                    <a:lnTo>
                      <a:pt x="15" y="410"/>
                    </a:lnTo>
                    <a:lnTo>
                      <a:pt x="15" y="727"/>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39181" name="Freeform 36">
                <a:extLst>
                  <a:ext uri="{FF2B5EF4-FFF2-40B4-BE49-F238E27FC236}">
                    <a16:creationId xmlns:a16="http://schemas.microsoft.com/office/drawing/2014/main" id="{BE829B0B-C602-40F1-81D1-A55332343D7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772900" y="5551488"/>
                <a:ext cx="157163" cy="155575"/>
              </a:xfrm>
              <a:custGeom>
                <a:avLst/>
                <a:gdLst/>
                <a:ahLst/>
                <a:cxnLst/>
                <a:rect l="0" t="0" r="r" b="b"/>
                <a:pathLst>
                  <a:path w="33" h="33">
                    <a:moveTo>
                      <a:pt x="17" y="33"/>
                    </a:moveTo>
                    <a:cubicBezTo>
                      <a:pt x="8" y="33"/>
                      <a:pt x="0" y="25"/>
                      <a:pt x="0" y="16"/>
                    </a:cubicBezTo>
                    <a:cubicBezTo>
                      <a:pt x="0" y="7"/>
                      <a:pt x="8" y="0"/>
                      <a:pt x="17" y="0"/>
                    </a:cubicBezTo>
                    <a:cubicBezTo>
                      <a:pt x="26" y="0"/>
                      <a:pt x="33" y="7"/>
                      <a:pt x="33" y="16"/>
                    </a:cubicBezTo>
                    <a:cubicBezTo>
                      <a:pt x="33" y="25"/>
                      <a:pt x="26" y="33"/>
                      <a:pt x="17" y="33"/>
                    </a:cubicBezTo>
                    <a:close/>
                    <a:moveTo>
                      <a:pt x="17" y="4"/>
                    </a:moveTo>
                    <a:cubicBezTo>
                      <a:pt x="10" y="4"/>
                      <a:pt x="4" y="9"/>
                      <a:pt x="4" y="16"/>
                    </a:cubicBezTo>
                    <a:cubicBezTo>
                      <a:pt x="4" y="23"/>
                      <a:pt x="10" y="29"/>
                      <a:pt x="17" y="29"/>
                    </a:cubicBezTo>
                    <a:cubicBezTo>
                      <a:pt x="23" y="29"/>
                      <a:pt x="29" y="23"/>
                      <a:pt x="29" y="16"/>
                    </a:cubicBezTo>
                    <a:cubicBezTo>
                      <a:pt x="29" y="9"/>
                      <a:pt x="23" y="4"/>
                      <a:pt x="17"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39182" name="Freeform 37">
                <a:extLst>
                  <a:ext uri="{FF2B5EF4-FFF2-40B4-BE49-F238E27FC236}">
                    <a16:creationId xmlns:a16="http://schemas.microsoft.com/office/drawing/2014/main" id="{92660531-24B5-4B97-A4A2-64686E235D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1710987" y="4763"/>
                <a:ext cx="304800" cy="1544638"/>
              </a:xfrm>
              <a:custGeom>
                <a:avLst/>
                <a:gdLst/>
                <a:ahLst/>
                <a:cxnLst/>
                <a:rect l="0" t="0" r="r" b="b"/>
                <a:pathLst>
                  <a:path w="192" h="973">
                    <a:moveTo>
                      <a:pt x="15" y="973"/>
                    </a:moveTo>
                    <a:lnTo>
                      <a:pt x="0" y="973"/>
                    </a:lnTo>
                    <a:lnTo>
                      <a:pt x="0" y="790"/>
                    </a:lnTo>
                    <a:lnTo>
                      <a:pt x="174" y="614"/>
                    </a:lnTo>
                    <a:lnTo>
                      <a:pt x="174" y="0"/>
                    </a:lnTo>
                    <a:lnTo>
                      <a:pt x="192" y="0"/>
                    </a:lnTo>
                    <a:lnTo>
                      <a:pt x="192" y="620"/>
                    </a:lnTo>
                    <a:lnTo>
                      <a:pt x="15" y="796"/>
                    </a:lnTo>
                    <a:lnTo>
                      <a:pt x="15" y="973"/>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39183" name="Freeform 38">
                <a:extLst>
                  <a:ext uri="{FF2B5EF4-FFF2-40B4-BE49-F238E27FC236}">
                    <a16:creationId xmlns:a16="http://schemas.microsoft.com/office/drawing/2014/main" id="{6242D0CE-6FFD-4D17-AC26-BD3E481195F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636375" y="4867275"/>
                <a:ext cx="188913"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39184" name="Freeform 39">
                <a:extLst>
                  <a:ext uri="{FF2B5EF4-FFF2-40B4-BE49-F238E27FC236}">
                    <a16:creationId xmlns:a16="http://schemas.microsoft.com/office/drawing/2014/main" id="{61631F37-AF37-4DB9-8D98-A08586C766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1441112" y="5046663"/>
                <a:ext cx="307975" cy="1801813"/>
              </a:xfrm>
              <a:custGeom>
                <a:avLst/>
                <a:gdLst/>
                <a:ahLst/>
                <a:cxnLst/>
                <a:rect l="0" t="0" r="r" b="b"/>
                <a:pathLst>
                  <a:path w="194" h="1135">
                    <a:moveTo>
                      <a:pt x="18" y="1135"/>
                    </a:moveTo>
                    <a:lnTo>
                      <a:pt x="0" y="1135"/>
                    </a:lnTo>
                    <a:lnTo>
                      <a:pt x="0" y="354"/>
                    </a:lnTo>
                    <a:lnTo>
                      <a:pt x="176" y="177"/>
                    </a:lnTo>
                    <a:lnTo>
                      <a:pt x="176" y="0"/>
                    </a:lnTo>
                    <a:lnTo>
                      <a:pt x="194" y="0"/>
                    </a:lnTo>
                    <a:lnTo>
                      <a:pt x="194" y="183"/>
                    </a:lnTo>
                    <a:lnTo>
                      <a:pt x="18" y="360"/>
                    </a:lnTo>
                    <a:lnTo>
                      <a:pt x="18" y="113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39185" name="Freeform 40">
                <a:extLst>
                  <a:ext uri="{FF2B5EF4-FFF2-40B4-BE49-F238E27FC236}">
                    <a16:creationId xmlns:a16="http://schemas.microsoft.com/office/drawing/2014/main" id="{2A2597FF-2F22-40BB-A7B3-19C4DFCFFA0B}"/>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1849100" y="64166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tr-TR"/>
              </a:p>
            </p:txBody>
          </p:sp>
          <p:sp>
            <p:nvSpPr>
              <p:cNvPr id="39186" name="Rectangle 41">
                <a:extLst>
                  <a:ext uri="{FF2B5EF4-FFF2-40B4-BE49-F238E27FC236}">
                    <a16:creationId xmlns:a16="http://schemas.microsoft.com/office/drawing/2014/main" id="{DCC8773C-0113-4046-B222-C8F4080AF389}"/>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939587" y="6596063"/>
                <a:ext cx="23813" cy="252413"/>
              </a:xfrm>
              <a:prstGeom prst="rect">
                <a:avLst/>
              </a:pr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miter lim="800000"/>
                    <a:headEnd/>
                    <a:tailEnd/>
                  </a14:hiddenLine>
                </a:ext>
              </a:extLst>
            </p:spPr>
            <p:txBody>
              <a:bodyPr/>
              <a:lstStyle/>
              <a:p>
                <a:endParaRPr lang="tr-TR"/>
              </a:p>
            </p:txBody>
          </p:sp>
        </p:grpSp>
      </p:grpSp>
      <p:pic>
        <p:nvPicPr>
          <p:cNvPr id="39187" name="Picture 2">
            <a:extLst>
              <a:ext uri="{FF2B5EF4-FFF2-40B4-BE49-F238E27FC236}">
                <a16:creationId xmlns:a16="http://schemas.microsoft.com/office/drawing/2014/main" id="{1B17CCE2-CEEF-40CA-8C4D-0DC2DCA78A23}"/>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2">
            <a:alphaModFix amt="30000"/>
            <a:extLst>
              <a:ext uri="{28A0092B-C50C-407E-A947-70E740481C1C}">
                <a14:useLocalDpi xmlns:a14="http://schemas.microsoft.com/office/drawing/2010/main" val="0"/>
              </a:ext>
            </a:extLst>
          </a:blip>
          <a:srcRect/>
          <a:stretch>
            <a:fillRect/>
          </a:stretch>
        </p:blipFill>
        <p:spPr bwMode="auto">
          <a:xfrm>
            <a:off x="0" y="0"/>
            <a:ext cx="12192003" cy="6858001"/>
          </a:xfrm>
          <a:prstGeom prst="rect">
            <a:avLst/>
          </a:prstGeom>
          <a:noFill/>
          <a:extLst>
            <a:ext uri="{909E8E84-426E-40dd-AFC4-6F175D3DCCD1}">
              <a14:hiddenFill xmlns="" xmlns:a16="http://schemas.microsoft.com/office/drawing/2014/main" xmlns:p14="http://schemas.microsoft.com/office/powerpoint/2010/main" xmlns:a14="http://schemas.microsoft.com/office/drawing/2010/main">
                <a:solidFill>
                  <a:srgbClr val="FFFFFF"/>
                </a:solidFill>
              </a14:hiddenFill>
            </a:ext>
          </a:extLst>
        </p:spPr>
      </p:pic>
      <p:sp>
        <p:nvSpPr>
          <p:cNvPr id="38914" name="Rectangle 7">
            <a:extLst>
              <a:ext uri="{FF2B5EF4-FFF2-40B4-BE49-F238E27FC236}">
                <a16:creationId xmlns:a16="http://schemas.microsoft.com/office/drawing/2014/main" id="{1F86374C-7E4D-E832-A5EE-D85BF6015609}"/>
              </a:ext>
            </a:extLst>
          </p:cNvPr>
          <p:cNvSpPr>
            <a:spLocks noGrp="1" noChangeArrowheads="1"/>
          </p:cNvSpPr>
          <p:nvPr>
            <p:ph type="title"/>
          </p:nvPr>
        </p:nvSpPr>
        <p:spPr>
          <a:xfrm>
            <a:off x="6569957" y="618518"/>
            <a:ext cx="4747088" cy="1478570"/>
          </a:xfrm>
        </p:spPr>
        <p:txBody>
          <a:bodyPr vert="horz" lIns="91440" tIns="45720" rIns="91440" bIns="45720" rtlCol="0" anchor="ctr">
            <a:normAutofit/>
          </a:bodyPr>
          <a:lstStyle/>
          <a:p>
            <a:r>
              <a:rPr lang="en-US" altLang="en-US" b="1">
                <a:solidFill>
                  <a:srgbClr val="FFFFFF"/>
                </a:solidFill>
              </a:rPr>
              <a:t>Uyarım Amaçlı Elektrotlar</a:t>
            </a:r>
          </a:p>
        </p:txBody>
      </p:sp>
      <p:sp useBgFill="1">
        <p:nvSpPr>
          <p:cNvPr id="39188" name="Round Diagonal Corner Rectangle 9">
            <a:extLst>
              <a:ext uri="{FF2B5EF4-FFF2-40B4-BE49-F238E27FC236}">
                <a16:creationId xmlns:a16="http://schemas.microsoft.com/office/drawing/2014/main" id="{66D4F5BA-1D71-49B2-8A7F-6B4EB94D726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98950" y="808057"/>
            <a:ext cx="5286376" cy="5234394"/>
          </a:xfrm>
          <a:prstGeom prst="round2DiagRect">
            <a:avLst>
              <a:gd name="adj1" fmla="val 7418"/>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8916" name="Picture 6">
            <a:extLst>
              <a:ext uri="{FF2B5EF4-FFF2-40B4-BE49-F238E27FC236}">
                <a16:creationId xmlns:a16="http://schemas.microsoft.com/office/drawing/2014/main" id="{F1911418-F787-4E83-6FA0-A66ACF6DB2D5}"/>
              </a:ext>
            </a:extLst>
          </p:cNvPr>
          <p:cNvPicPr>
            <a:picLocks noGrp="1" noChangeAspect="1" noChangeArrowheads="1"/>
          </p:cNvPicPr>
          <p:nvPr>
            <p:ph sz="half" idx="2"/>
          </p:nvPr>
        </p:nvPicPr>
        <p:blipFill>
          <a:blip r:embed="rId3">
            <a:extLst>
              <a:ext uri="{28A0092B-C50C-407E-A947-70E740481C1C}">
                <a14:useLocalDpi xmlns:a14="http://schemas.microsoft.com/office/drawing/2010/main" val="0"/>
              </a:ext>
            </a:extLst>
          </a:blip>
          <a:stretch>
            <a:fillRect/>
          </a:stretch>
        </p:blipFill>
        <p:spPr>
          <a:xfrm>
            <a:off x="1118988" y="1923071"/>
            <a:ext cx="4635583" cy="3015921"/>
          </a:xfrm>
          <a:prstGeom prst="rect">
            <a:avLst/>
          </a:prstGeom>
          <a:noFill/>
        </p:spPr>
      </p:pic>
      <p:sp>
        <p:nvSpPr>
          <p:cNvPr id="38915" name="Rectangle 3">
            <a:extLst>
              <a:ext uri="{FF2B5EF4-FFF2-40B4-BE49-F238E27FC236}">
                <a16:creationId xmlns:a16="http://schemas.microsoft.com/office/drawing/2014/main" id="{C6900950-ADFE-C207-4E37-7DCE502146DD}"/>
              </a:ext>
            </a:extLst>
          </p:cNvPr>
          <p:cNvSpPr>
            <a:spLocks noGrp="1" noChangeArrowheads="1"/>
          </p:cNvSpPr>
          <p:nvPr>
            <p:ph type="body" sz="half" idx="1"/>
          </p:nvPr>
        </p:nvSpPr>
        <p:spPr>
          <a:xfrm>
            <a:off x="6569957" y="2249487"/>
            <a:ext cx="4747087" cy="3541714"/>
          </a:xfrm>
        </p:spPr>
        <p:txBody>
          <a:bodyPr vert="horz" lIns="91440" tIns="45720" rIns="91440" bIns="45720" rtlCol="0">
            <a:normAutofit/>
          </a:bodyPr>
          <a:lstStyle/>
          <a:p>
            <a:pPr>
              <a:lnSpc>
                <a:spcPct val="110000"/>
              </a:lnSpc>
            </a:pPr>
            <a:r>
              <a:rPr lang="en-US" altLang="en-US" sz="1100" b="1">
                <a:solidFill>
                  <a:srgbClr val="FFFFFF"/>
                </a:solidFill>
              </a:rPr>
              <a:t>Defibrilatör (Dışardan Kalp Uyarıcı) Elektrodu</a:t>
            </a:r>
          </a:p>
          <a:p>
            <a:pPr>
              <a:lnSpc>
                <a:spcPct val="110000"/>
              </a:lnSpc>
            </a:pPr>
            <a:r>
              <a:rPr lang="en-US" altLang="en-US" sz="1100">
                <a:solidFill>
                  <a:srgbClr val="FFFFFF"/>
                </a:solidFill>
              </a:rPr>
              <a:t>Kalp kası, çizgili kas fibrillerinden veya liflerden meydana gelir. Bu liflerin hepsinin aynı anda gerilmesi sonucunda kalp kası kasılır. </a:t>
            </a:r>
          </a:p>
          <a:p>
            <a:pPr>
              <a:lnSpc>
                <a:spcPct val="110000"/>
              </a:lnSpc>
            </a:pPr>
            <a:r>
              <a:rPr lang="en-US" altLang="en-US" sz="1100">
                <a:solidFill>
                  <a:srgbClr val="FFFFFF"/>
                </a:solidFill>
              </a:rPr>
              <a:t>Bu fibrillerin veya liflerin herhangi bir hastalık nedeniyle düzensizleşmesine, birbirine bağımsız zamanda gerginleşmesine fibrilasyon denir. </a:t>
            </a:r>
          </a:p>
          <a:p>
            <a:pPr>
              <a:lnSpc>
                <a:spcPct val="110000"/>
              </a:lnSpc>
            </a:pPr>
            <a:r>
              <a:rPr lang="en-US" altLang="en-US" sz="1100">
                <a:solidFill>
                  <a:srgbClr val="FFFFFF"/>
                </a:solidFill>
              </a:rPr>
              <a:t>Fibrilasyona uğramış kalp, eğer bu şekilde çalışmaya devam ederse bir süre sonra kalp fibrilleri birbirinden ayrılır ve artık çalışamayacak bir hâl alır. </a:t>
            </a:r>
          </a:p>
          <a:p>
            <a:pPr>
              <a:lnSpc>
                <a:spcPct val="110000"/>
              </a:lnSpc>
            </a:pPr>
            <a:r>
              <a:rPr lang="en-US" altLang="en-US" sz="1100">
                <a:solidFill>
                  <a:srgbClr val="FFFFFF"/>
                </a:solidFill>
              </a:rPr>
              <a:t>Fibrilasyona uğramış veya yeni durmuş kalbe elektrik enerjisi şok hâlinde verildiği taktirde kalp dışarıdan uyarılmış olur ve kasılır.</a:t>
            </a:r>
          </a:p>
          <a:p>
            <a:pPr>
              <a:lnSpc>
                <a:spcPct val="110000"/>
              </a:lnSpc>
            </a:pPr>
            <a:r>
              <a:rPr lang="en-US" altLang="en-US" sz="1100">
                <a:solidFill>
                  <a:srgbClr val="FFFFFF"/>
                </a:solidFill>
              </a:rPr>
              <a:t>İşte bu dışardan uyartım işlemi defibrilatör denilen cihazla yapılır.</a:t>
            </a:r>
          </a:p>
          <a:p>
            <a:pPr>
              <a:lnSpc>
                <a:spcPct val="110000"/>
              </a:lnSpc>
            </a:pPr>
            <a:r>
              <a:rPr lang="en-US" altLang="en-US" sz="1100">
                <a:solidFill>
                  <a:srgbClr val="FFFFFF"/>
                </a:solidFill>
              </a:rPr>
              <a:t>Defibrilatör elektrotları (paddle) kaşık tabir edilen iki elektrottan oluşur. Resimlerde görüldüğü gibi tutma saplı olanları ve vücuda yapıştırılan cinsten olanları mevcuttur. </a:t>
            </a:r>
          </a:p>
          <a:p>
            <a:pPr>
              <a:lnSpc>
                <a:spcPct val="110000"/>
              </a:lnSpc>
            </a:pPr>
            <a:endParaRPr lang="en-US" altLang="en-US" sz="1100">
              <a:solidFill>
                <a:srgbClr val="FFFFFF"/>
              </a:solidFill>
            </a:endParaRPr>
          </a:p>
          <a:p>
            <a:pPr>
              <a:lnSpc>
                <a:spcPct val="110000"/>
              </a:lnSpc>
            </a:pPr>
            <a:endParaRPr lang="en-US" altLang="en-US" sz="1100">
              <a:solidFill>
                <a:srgbClr val="FFFFFF"/>
              </a:solidFill>
            </a:endParaRPr>
          </a:p>
        </p:txBody>
      </p:sp>
      <p:sp>
        <p:nvSpPr>
          <p:cNvPr id="2" name="Alt Bilgi Yer Tutucusu 1">
            <a:extLst>
              <a:ext uri="{FF2B5EF4-FFF2-40B4-BE49-F238E27FC236}">
                <a16:creationId xmlns:a16="http://schemas.microsoft.com/office/drawing/2014/main" id="{3D3FD609-0E0C-7D7F-D8F5-C5EFCB1DFB73}"/>
              </a:ext>
            </a:extLst>
          </p:cNvPr>
          <p:cNvSpPr>
            <a:spLocks noGrp="1"/>
          </p:cNvSpPr>
          <p:nvPr>
            <p:ph type="ftr" sz="quarter" idx="11"/>
          </p:nvPr>
        </p:nvSpPr>
        <p:spPr/>
        <p:txBody>
          <a:bodyPr/>
          <a:lstStyle/>
          <a:p>
            <a:pPr>
              <a:defRPr/>
            </a:pPr>
            <a:r>
              <a:rPr lang="en-US" altLang="en-US"/>
              <a:t>MEHMET FATİH KARAKAŞ</a:t>
            </a:r>
          </a:p>
        </p:txBody>
      </p:sp>
    </p:spTree>
    <p:extLst>
      <p:ext uri="{BB962C8B-B14F-4D97-AF65-F5344CB8AC3E}">
        <p14:creationId xmlns:p14="http://schemas.microsoft.com/office/powerpoint/2010/main" val="265467994"/>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Devre">
  <a:themeElements>
    <a:clrScheme name="Devre">
      <a:dk1>
        <a:sysClr val="windowText" lastClr="000000"/>
      </a:dk1>
      <a:lt1>
        <a:sysClr val="window" lastClr="FFFFFF"/>
      </a:lt1>
      <a:dk2>
        <a:srgbClr val="134770"/>
      </a:dk2>
      <a:lt2>
        <a:srgbClr val="82FFFF"/>
      </a:lt2>
      <a:accent1>
        <a:srgbClr val="9ACD4C"/>
      </a:accent1>
      <a:accent2>
        <a:srgbClr val="FAA93A"/>
      </a:accent2>
      <a:accent3>
        <a:srgbClr val="D35940"/>
      </a:accent3>
      <a:accent4>
        <a:srgbClr val="B258D3"/>
      </a:accent4>
      <a:accent5>
        <a:srgbClr val="63A0CC"/>
      </a:accent5>
      <a:accent6>
        <a:srgbClr val="8AC4A7"/>
      </a:accent6>
      <a:hlink>
        <a:srgbClr val="B8FA56"/>
      </a:hlink>
      <a:folHlink>
        <a:srgbClr val="7AF8CC"/>
      </a:folHlink>
    </a:clrScheme>
    <a:fontScheme name="Devre">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Devre">
      <a:fillStyleLst>
        <a:solidFill>
          <a:schemeClr val="phClr"/>
        </a:solidFill>
        <a:gradFill rotWithShape="1">
          <a:gsLst>
            <a:gs pos="0">
              <a:schemeClr val="phClr">
                <a:tint val="58000"/>
                <a:satMod val="108000"/>
                <a:lumMod val="110000"/>
              </a:schemeClr>
            </a:gs>
            <a:gs pos="100000">
              <a:schemeClr val="phClr">
                <a:tint val="81000"/>
                <a:satMod val="109000"/>
                <a:lumMod val="105000"/>
              </a:schemeClr>
            </a:gs>
          </a:gsLst>
          <a:lin ang="5040000" scaled="0"/>
        </a:gradFill>
        <a:gradFill rotWithShape="1">
          <a:gsLst>
            <a:gs pos="0">
              <a:schemeClr val="phClr">
                <a:tint val="94000"/>
                <a:satMod val="105000"/>
                <a:lumMod val="102000"/>
              </a:schemeClr>
            </a:gs>
            <a:gs pos="100000">
              <a:schemeClr val="phClr">
                <a:shade val="74000"/>
                <a:satMod val="128000"/>
                <a:lumMod val="100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98000"/>
                <a:hueMod val="94000"/>
                <a:satMod val="148000"/>
                <a:lumMod val="150000"/>
              </a:schemeClr>
            </a:gs>
            <a:gs pos="100000">
              <a:schemeClr val="phClr">
                <a:shade val="92000"/>
                <a:hueMod val="104000"/>
                <a:satMod val="140000"/>
                <a:lumMod val="68000"/>
              </a:schemeClr>
            </a:gs>
          </a:gsLst>
          <a:lin ang="5040000" scaled="0"/>
        </a:gradFill>
        <a:blipFill>
          <a:blip xmlns:r="http://schemas.openxmlformats.org/officeDocument/2006/relationships" r:embed="rId1">
            <a:duotone>
              <a:schemeClr val="phClr">
                <a:shade val="88000"/>
                <a:hueMod val="106000"/>
                <a:satMod val="140000"/>
                <a:lumMod val="54000"/>
              </a:schemeClr>
              <a:schemeClr val="phClr">
                <a:tint val="98000"/>
                <a:hueMod val="90000"/>
                <a:satMod val="150000"/>
                <a:lumMod val="160000"/>
              </a:schemeClr>
            </a:duotone>
          </a:blip>
          <a:stretch/>
        </a:blipFill>
      </a:bgFillStyleLst>
    </a:fmtScheme>
  </a:themeElements>
  <a:objectDefaults/>
  <a:extraClrSchemeLst/>
  <a:extLst>
    <a:ext uri="{05A4C25C-085E-4340-85A3-A5531E510DB2}">
      <thm15:themeFamily xmlns:thm15="http://schemas.microsoft.com/office/thememl/2012/main" name="Circuit" id="{0AC2F7E7-15F5-431C-B2A2-456FE929F56C}" vid="{0911B802-464C-4241-8DD9-B60FF88E379F}"/>
    </a:ext>
  </a:extLst>
</a:theme>
</file>

<file path=ppt/theme/theme2.xml><?xml version="1.0" encoding="utf-8"?>
<a:theme xmlns:a="http://schemas.openxmlformats.org/drawingml/2006/main" name="Office Teması">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TM04033919[[fn=Devre]]</Template>
  <TotalTime>160</TotalTime>
  <Words>2577</Words>
  <Application>Microsoft Office PowerPoint</Application>
  <PresentationFormat>Geniş ekran</PresentationFormat>
  <Paragraphs>190</Paragraphs>
  <Slides>34</Slides>
  <Notes>0</Notes>
  <HiddenSlides>0</HiddenSlides>
  <MMClips>0</MMClips>
  <ScaleCrop>false</ScaleCrop>
  <HeadingPairs>
    <vt:vector size="6" baseType="variant">
      <vt:variant>
        <vt:lpstr>Kullanılan Yazı Tipleri</vt:lpstr>
      </vt:variant>
      <vt:variant>
        <vt:i4>3</vt:i4>
      </vt:variant>
      <vt:variant>
        <vt:lpstr>Tema</vt:lpstr>
      </vt:variant>
      <vt:variant>
        <vt:i4>1</vt:i4>
      </vt:variant>
      <vt:variant>
        <vt:lpstr>Slayt Başlıkları</vt:lpstr>
      </vt:variant>
      <vt:variant>
        <vt:i4>34</vt:i4>
      </vt:variant>
    </vt:vector>
  </HeadingPairs>
  <TitlesOfParts>
    <vt:vector size="38" baseType="lpstr">
      <vt:lpstr>Aptos</vt:lpstr>
      <vt:lpstr>Arial</vt:lpstr>
      <vt:lpstr>Tw Cen MT</vt:lpstr>
      <vt:lpstr>Devre</vt:lpstr>
      <vt:lpstr>biyomedikal mühendisliğine giriş</vt:lpstr>
      <vt:lpstr>İnsan-Enstrümantasyon Sistemi Temel Bileşenleri</vt:lpstr>
      <vt:lpstr>Biyolojik İşaretler</vt:lpstr>
      <vt:lpstr>1. Biyoelektrik İşaretler</vt:lpstr>
      <vt:lpstr>2. Biyomekanik İşaretler</vt:lpstr>
      <vt:lpstr>3. Biyokimyasal İşaretler</vt:lpstr>
      <vt:lpstr>4. Biyoakustik İşaretler</vt:lpstr>
      <vt:lpstr>5. Biyotermal İşaretler</vt:lpstr>
      <vt:lpstr>Biyoelektrik İşaretlerin Oluşumu</vt:lpstr>
      <vt:lpstr>Biyoelektrik İşaretlerinin Oluşumu</vt:lpstr>
      <vt:lpstr>Biyoelektrik İşaretlerinin Oluşumu</vt:lpstr>
      <vt:lpstr>Biyoelektrik İşaretlerinin Oluşumu</vt:lpstr>
      <vt:lpstr>Biyoelektrik İşaretlerinin Oluşumu</vt:lpstr>
      <vt:lpstr>Biyoelektrik İşaretlerinin Oluşumu</vt:lpstr>
      <vt:lpstr>Biyoelektrik İşaretlerinin Oluşumu</vt:lpstr>
      <vt:lpstr>Biyoelektrik İşaretlerinin Oluşumu</vt:lpstr>
      <vt:lpstr>Polarizasyon</vt:lpstr>
      <vt:lpstr>Polarizasyon</vt:lpstr>
      <vt:lpstr>Depolarizasyon</vt:lpstr>
      <vt:lpstr>Repolarizasyon</vt:lpstr>
      <vt:lpstr>PowerPoint Sunusu</vt:lpstr>
      <vt:lpstr>Elektrik Kökenli Biyolojik İşarelerin Algılanması</vt:lpstr>
      <vt:lpstr>Algılama Amaçlı Elektrot Çeşitleri</vt:lpstr>
      <vt:lpstr>Yüzey Elektrotları</vt:lpstr>
      <vt:lpstr>Yüzey Elektrotları</vt:lpstr>
      <vt:lpstr>Yüzey Elektrotları</vt:lpstr>
      <vt:lpstr>Yüzey Elektrotları</vt:lpstr>
      <vt:lpstr>Yüzey Elektrotları</vt:lpstr>
      <vt:lpstr>Yüzey Elektrotları</vt:lpstr>
      <vt:lpstr>DAhili Elektrotlar</vt:lpstr>
      <vt:lpstr>Mİkroelektrotlar</vt:lpstr>
      <vt:lpstr>Uyarım Amaçlı Elektrotlar</vt:lpstr>
      <vt:lpstr>Uyarım Amaçlı Elektrotlar</vt:lpstr>
      <vt:lpstr>Uyarım Amaçlı Elektrotlar</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Mehmet Fatih KARAKAŞ</dc:creator>
  <cp:lastModifiedBy>Mehmet Fatih KARAKAŞ</cp:lastModifiedBy>
  <cp:revision>36</cp:revision>
  <dcterms:created xsi:type="dcterms:W3CDTF">2026-02-28T08:39:43Z</dcterms:created>
  <dcterms:modified xsi:type="dcterms:W3CDTF">2026-03-02T10:06:36Z</dcterms:modified>
</cp:coreProperties>
</file>